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6" r:id="rId1"/>
  </p:sldMasterIdLst>
  <p:notesMasterIdLst>
    <p:notesMasterId r:id="rId13"/>
  </p:notesMasterIdLst>
  <p:sldIdLst>
    <p:sldId id="256" r:id="rId2"/>
    <p:sldId id="257" r:id="rId3"/>
    <p:sldId id="258" r:id="rId4"/>
    <p:sldId id="309" r:id="rId5"/>
    <p:sldId id="276" r:id="rId6"/>
    <p:sldId id="308" r:id="rId7"/>
    <p:sldId id="294" r:id="rId8"/>
    <p:sldId id="342" r:id="rId9"/>
    <p:sldId id="259" r:id="rId10"/>
    <p:sldId id="267" r:id="rId11"/>
    <p:sldId id="315" r:id="rId12"/>
  </p:sldIdLst>
  <p:sldSz cx="9144000" cy="5143500" type="screen16x9"/>
  <p:notesSz cx="6858000" cy="9144000"/>
  <p:embeddedFontLst>
    <p:embeddedFont>
      <p:font typeface="Montserrat Medium" panose="00000600000000000000" pitchFamily="2" charset="0"/>
      <p:regular r:id="rId14"/>
      <p:bold r:id="rId15"/>
      <p:italic r:id="rId16"/>
      <p:boldItalic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Oswald" panose="00000500000000000000" pitchFamily="2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FB6819-1FEE-409A-92D5-A5E8FC56FC36}">
  <a:tblStyle styleId="{07FB6819-1FEE-409A-92D5-A5E8FC56FC3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8" autoAdjust="0"/>
    <p:restoredTop sz="94660"/>
  </p:normalViewPr>
  <p:slideViewPr>
    <p:cSldViewPr snapToGrid="0">
      <p:cViewPr>
        <p:scale>
          <a:sx n="100" d="100"/>
          <a:sy n="100" d="100"/>
        </p:scale>
        <p:origin x="25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8d86ff3bbe_0_8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8d86ff3bbe_0_8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8d86ff3bbe_0_15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8d86ff3bbe_0_15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2" name="Google Shape;3472;g16488157a46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3" name="Google Shape;3473;g16488157a46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8d86ff3bbe_0_1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g8d86ff3bbe_0_1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1" name="Google Shape;3431;g165058f10a4_0_1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2" name="Google Shape;3432;g165058f10a4_0_14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0" name="Google Shape;2270;g8d86ff3bbe_0_1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1" name="Google Shape;2271;g8d86ff3bbe_0_1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1" name="Google Shape;3431;g165058f10a4_0_1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2" name="Google Shape;3432;g165058f10a4_0_14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17297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8d86ff3bbe_0_1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8d86ff3bbe_0_15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1628073446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1628073446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6" name="Google Shape;3726;g8d86ff3bbe_0_1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7" name="Google Shape;3727;g8d86ff3bbe_0_1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lack-redir.net/link?url=https%3A%2F%2Fstories.freepik.com%2F" TargetMode="External"/><Relationship Id="rId4" Type="http://schemas.openxmlformats.org/officeDocument/2006/relationships/hyperlink" Target="https://slack-redir.net/link?url=https%3A%2F%2Fwww.freepik.com%2F" TargetMode="Externa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3769625" y="0"/>
            <a:ext cx="5374339" cy="4746796"/>
          </a:xfrm>
          <a:custGeom>
            <a:avLst/>
            <a:gdLst/>
            <a:ahLst/>
            <a:cxnLst/>
            <a:rect l="l" t="t" r="r" b="b"/>
            <a:pathLst>
              <a:path w="176309" h="155722" extrusionOk="0">
                <a:moveTo>
                  <a:pt x="63247" y="0"/>
                </a:moveTo>
                <a:cubicBezTo>
                  <a:pt x="63247" y="0"/>
                  <a:pt x="80642" y="24848"/>
                  <a:pt x="37077" y="41672"/>
                </a:cubicBezTo>
                <a:cubicBezTo>
                  <a:pt x="1" y="55983"/>
                  <a:pt x="5335" y="88511"/>
                  <a:pt x="27957" y="97286"/>
                </a:cubicBezTo>
                <a:cubicBezTo>
                  <a:pt x="27849" y="97834"/>
                  <a:pt x="27742" y="98381"/>
                  <a:pt x="27659" y="98929"/>
                </a:cubicBezTo>
                <a:cubicBezTo>
                  <a:pt x="23670" y="124623"/>
                  <a:pt x="47626" y="125194"/>
                  <a:pt x="58960" y="130445"/>
                </a:cubicBezTo>
                <a:cubicBezTo>
                  <a:pt x="60782" y="131290"/>
                  <a:pt x="62425" y="132326"/>
                  <a:pt x="63997" y="133457"/>
                </a:cubicBezTo>
                <a:cubicBezTo>
                  <a:pt x="65985" y="140732"/>
                  <a:pt x="70795" y="147709"/>
                  <a:pt x="78010" y="151757"/>
                </a:cubicBezTo>
                <a:cubicBezTo>
                  <a:pt x="81701" y="153840"/>
                  <a:pt x="86071" y="154971"/>
                  <a:pt x="89976" y="155341"/>
                </a:cubicBezTo>
                <a:cubicBezTo>
                  <a:pt x="92794" y="155602"/>
                  <a:pt x="95482" y="155722"/>
                  <a:pt x="98053" y="155722"/>
                </a:cubicBezTo>
                <a:cubicBezTo>
                  <a:pt x="124611" y="155722"/>
                  <a:pt x="138682" y="142939"/>
                  <a:pt x="155020" y="141756"/>
                </a:cubicBezTo>
                <a:cubicBezTo>
                  <a:pt x="155811" y="141699"/>
                  <a:pt x="156608" y="141669"/>
                  <a:pt x="157412" y="141669"/>
                </a:cubicBezTo>
                <a:cubicBezTo>
                  <a:pt x="163153" y="141669"/>
                  <a:pt x="169259" y="143194"/>
                  <a:pt x="176308" y="147256"/>
                </a:cubicBezTo>
                <a:lnTo>
                  <a:pt x="17630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rot="10800000">
            <a:off x="-10703" y="2348879"/>
            <a:ext cx="3274652" cy="2797621"/>
          </a:xfrm>
          <a:custGeom>
            <a:avLst/>
            <a:gdLst/>
            <a:ahLst/>
            <a:cxnLst/>
            <a:rect l="l" t="t" r="r" b="b"/>
            <a:pathLst>
              <a:path w="545094" h="465688" extrusionOk="0">
                <a:moveTo>
                  <a:pt x="207028" y="1"/>
                </a:moveTo>
                <a:cubicBezTo>
                  <a:pt x="207028" y="1"/>
                  <a:pt x="259058" y="74319"/>
                  <a:pt x="128756" y="124647"/>
                </a:cubicBezTo>
                <a:cubicBezTo>
                  <a:pt x="1" y="174354"/>
                  <a:pt x="42285" y="297550"/>
                  <a:pt x="138002" y="297550"/>
                </a:cubicBezTo>
                <a:cubicBezTo>
                  <a:pt x="146029" y="297550"/>
                  <a:pt x="154432" y="296683"/>
                  <a:pt x="163141" y="294834"/>
                </a:cubicBezTo>
                <a:cubicBezTo>
                  <a:pt x="173520" y="292632"/>
                  <a:pt x="182326" y="291602"/>
                  <a:pt x="189704" y="291602"/>
                </a:cubicBezTo>
                <a:cubicBezTo>
                  <a:pt x="225753" y="291602"/>
                  <a:pt x="227678" y="316202"/>
                  <a:pt x="212112" y="348817"/>
                </a:cubicBezTo>
                <a:cubicBezTo>
                  <a:pt x="196610" y="381274"/>
                  <a:pt x="212112" y="431899"/>
                  <a:pt x="251176" y="453854"/>
                </a:cubicBezTo>
                <a:cubicBezTo>
                  <a:pt x="262225" y="460057"/>
                  <a:pt x="275286" y="463462"/>
                  <a:pt x="286978" y="464546"/>
                </a:cubicBezTo>
                <a:cubicBezTo>
                  <a:pt x="295411" y="465329"/>
                  <a:pt x="303454" y="465688"/>
                  <a:pt x="311146" y="465688"/>
                </a:cubicBezTo>
                <a:cubicBezTo>
                  <a:pt x="390544" y="465688"/>
                  <a:pt x="432621" y="427483"/>
                  <a:pt x="481467" y="423934"/>
                </a:cubicBezTo>
                <a:cubicBezTo>
                  <a:pt x="483856" y="423759"/>
                  <a:pt x="486261" y="423668"/>
                  <a:pt x="488687" y="423668"/>
                </a:cubicBezTo>
                <a:cubicBezTo>
                  <a:pt x="505818" y="423668"/>
                  <a:pt x="524017" y="428226"/>
                  <a:pt x="545094" y="440376"/>
                </a:cubicBezTo>
                <a:lnTo>
                  <a:pt x="5450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810000" y="1682500"/>
            <a:ext cx="44874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810000" y="3602728"/>
            <a:ext cx="3988500" cy="4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717525" y="548746"/>
            <a:ext cx="46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717450" y="1481774"/>
            <a:ext cx="7709100" cy="31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5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6477575" y="-399350"/>
            <a:ext cx="3025272" cy="2584568"/>
          </a:xfrm>
          <a:custGeom>
            <a:avLst/>
            <a:gdLst/>
            <a:ahLst/>
            <a:cxnLst/>
            <a:rect l="l" t="t" r="r" b="b"/>
            <a:pathLst>
              <a:path w="545094" h="465688" extrusionOk="0">
                <a:moveTo>
                  <a:pt x="207028" y="1"/>
                </a:moveTo>
                <a:cubicBezTo>
                  <a:pt x="207028" y="1"/>
                  <a:pt x="259058" y="74319"/>
                  <a:pt x="128756" y="124647"/>
                </a:cubicBezTo>
                <a:cubicBezTo>
                  <a:pt x="1" y="174354"/>
                  <a:pt x="42285" y="297550"/>
                  <a:pt x="138002" y="297550"/>
                </a:cubicBezTo>
                <a:cubicBezTo>
                  <a:pt x="146029" y="297550"/>
                  <a:pt x="154432" y="296683"/>
                  <a:pt x="163141" y="294834"/>
                </a:cubicBezTo>
                <a:cubicBezTo>
                  <a:pt x="173520" y="292632"/>
                  <a:pt x="182326" y="291602"/>
                  <a:pt x="189704" y="291602"/>
                </a:cubicBezTo>
                <a:cubicBezTo>
                  <a:pt x="225753" y="291602"/>
                  <a:pt x="227678" y="316202"/>
                  <a:pt x="212112" y="348817"/>
                </a:cubicBezTo>
                <a:cubicBezTo>
                  <a:pt x="196610" y="381274"/>
                  <a:pt x="212112" y="431899"/>
                  <a:pt x="251176" y="453854"/>
                </a:cubicBezTo>
                <a:cubicBezTo>
                  <a:pt x="262225" y="460057"/>
                  <a:pt x="275286" y="463462"/>
                  <a:pt x="286978" y="464546"/>
                </a:cubicBezTo>
                <a:cubicBezTo>
                  <a:pt x="295411" y="465329"/>
                  <a:pt x="303454" y="465688"/>
                  <a:pt x="311146" y="465688"/>
                </a:cubicBezTo>
                <a:cubicBezTo>
                  <a:pt x="390544" y="465688"/>
                  <a:pt x="432621" y="427483"/>
                  <a:pt x="481467" y="423934"/>
                </a:cubicBezTo>
                <a:cubicBezTo>
                  <a:pt x="483856" y="423759"/>
                  <a:pt x="486261" y="423668"/>
                  <a:pt x="488687" y="423668"/>
                </a:cubicBezTo>
                <a:cubicBezTo>
                  <a:pt x="505818" y="423668"/>
                  <a:pt x="524017" y="428226"/>
                  <a:pt x="545094" y="440376"/>
                </a:cubicBezTo>
                <a:lnTo>
                  <a:pt x="5450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7"/>
          <p:cNvGrpSpPr/>
          <p:nvPr/>
        </p:nvGrpSpPr>
        <p:grpSpPr>
          <a:xfrm>
            <a:off x="1663491" y="213118"/>
            <a:ext cx="5817010" cy="4856568"/>
            <a:chOff x="341100" y="783750"/>
            <a:chExt cx="6212100" cy="5186425"/>
          </a:xfrm>
        </p:grpSpPr>
        <p:sp>
          <p:nvSpPr>
            <p:cNvPr id="39" name="Google Shape;39;p7"/>
            <p:cNvSpPr/>
            <p:nvPr/>
          </p:nvSpPr>
          <p:spPr>
            <a:xfrm>
              <a:off x="341100" y="783750"/>
              <a:ext cx="6212100" cy="4828500"/>
            </a:xfrm>
            <a:custGeom>
              <a:avLst/>
              <a:gdLst/>
              <a:ahLst/>
              <a:cxnLst/>
              <a:rect l="l" t="t" r="r" b="b"/>
              <a:pathLst>
                <a:path w="248484" h="193140" extrusionOk="0">
                  <a:moveTo>
                    <a:pt x="193048" y="0"/>
                  </a:moveTo>
                  <a:cubicBezTo>
                    <a:pt x="172800" y="0"/>
                    <a:pt x="152013" y="12189"/>
                    <a:pt x="136422" y="15876"/>
                  </a:cubicBezTo>
                  <a:cubicBezTo>
                    <a:pt x="130552" y="17264"/>
                    <a:pt x="124754" y="17623"/>
                    <a:pt x="118977" y="17623"/>
                  </a:cubicBezTo>
                  <a:cubicBezTo>
                    <a:pt x="112798" y="17623"/>
                    <a:pt x="106643" y="17212"/>
                    <a:pt x="100452" y="17212"/>
                  </a:cubicBezTo>
                  <a:cubicBezTo>
                    <a:pt x="88065" y="17212"/>
                    <a:pt x="75531" y="18856"/>
                    <a:pt x="62354" y="28723"/>
                  </a:cubicBezTo>
                  <a:cubicBezTo>
                    <a:pt x="42042" y="43915"/>
                    <a:pt x="42137" y="61369"/>
                    <a:pt x="36196" y="73681"/>
                  </a:cubicBezTo>
                  <a:cubicBezTo>
                    <a:pt x="28611" y="89397"/>
                    <a:pt x="12728" y="100148"/>
                    <a:pt x="5787" y="116722"/>
                  </a:cubicBezTo>
                  <a:cubicBezTo>
                    <a:pt x="1132" y="127830"/>
                    <a:pt x="1" y="141379"/>
                    <a:pt x="4751" y="152654"/>
                  </a:cubicBezTo>
                  <a:cubicBezTo>
                    <a:pt x="13609" y="173705"/>
                    <a:pt x="35553" y="169133"/>
                    <a:pt x="63866" y="182265"/>
                  </a:cubicBezTo>
                  <a:cubicBezTo>
                    <a:pt x="78187" y="188911"/>
                    <a:pt x="85640" y="189269"/>
                    <a:pt x="95118" y="189269"/>
                  </a:cubicBezTo>
                  <a:cubicBezTo>
                    <a:pt x="96264" y="189269"/>
                    <a:pt x="97440" y="189264"/>
                    <a:pt x="98661" y="189264"/>
                  </a:cubicBezTo>
                  <a:cubicBezTo>
                    <a:pt x="106249" y="189264"/>
                    <a:pt x="115586" y="189466"/>
                    <a:pt x="130445" y="192386"/>
                  </a:cubicBezTo>
                  <a:cubicBezTo>
                    <a:pt x="131160" y="192646"/>
                    <a:pt x="135644" y="193140"/>
                    <a:pt x="141946" y="193140"/>
                  </a:cubicBezTo>
                  <a:cubicBezTo>
                    <a:pt x="152657" y="193140"/>
                    <a:pt x="168620" y="191713"/>
                    <a:pt x="180261" y="185289"/>
                  </a:cubicBezTo>
                  <a:cubicBezTo>
                    <a:pt x="214789" y="166216"/>
                    <a:pt x="207122" y="145987"/>
                    <a:pt x="214277" y="126187"/>
                  </a:cubicBezTo>
                  <a:cubicBezTo>
                    <a:pt x="218433" y="114721"/>
                    <a:pt x="227339" y="105994"/>
                    <a:pt x="234077" y="96076"/>
                  </a:cubicBezTo>
                  <a:cubicBezTo>
                    <a:pt x="248484" y="74883"/>
                    <a:pt x="246377" y="48987"/>
                    <a:pt x="234506" y="27913"/>
                  </a:cubicBezTo>
                  <a:cubicBezTo>
                    <a:pt x="222493" y="6573"/>
                    <a:pt x="207916" y="0"/>
                    <a:pt x="1930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7"/>
            <p:cNvSpPr/>
            <p:nvPr/>
          </p:nvSpPr>
          <p:spPr>
            <a:xfrm>
              <a:off x="524750" y="855925"/>
              <a:ext cx="5839450" cy="4648425"/>
            </a:xfrm>
            <a:custGeom>
              <a:avLst/>
              <a:gdLst/>
              <a:ahLst/>
              <a:cxnLst/>
              <a:rect l="l" t="t" r="r" b="b"/>
              <a:pathLst>
                <a:path w="233578" h="185937" extrusionOk="0">
                  <a:moveTo>
                    <a:pt x="121779" y="0"/>
                  </a:moveTo>
                  <a:cubicBezTo>
                    <a:pt x="109175" y="0"/>
                    <a:pt x="96563" y="3745"/>
                    <a:pt x="85785" y="11250"/>
                  </a:cubicBezTo>
                  <a:cubicBezTo>
                    <a:pt x="76082" y="18013"/>
                    <a:pt x="74105" y="21668"/>
                    <a:pt x="58091" y="27753"/>
                  </a:cubicBezTo>
                  <a:cubicBezTo>
                    <a:pt x="39827" y="34694"/>
                    <a:pt x="14943" y="36361"/>
                    <a:pt x="6359" y="57578"/>
                  </a:cubicBezTo>
                  <a:cubicBezTo>
                    <a:pt x="1" y="73294"/>
                    <a:pt x="2644" y="100107"/>
                    <a:pt x="15038" y="121228"/>
                  </a:cubicBezTo>
                  <a:cubicBezTo>
                    <a:pt x="26290" y="140409"/>
                    <a:pt x="41982" y="141814"/>
                    <a:pt x="54067" y="146589"/>
                  </a:cubicBezTo>
                  <a:cubicBezTo>
                    <a:pt x="70891" y="153232"/>
                    <a:pt x="82225" y="165662"/>
                    <a:pt x="99561" y="173735"/>
                  </a:cubicBezTo>
                  <a:cubicBezTo>
                    <a:pt x="114733" y="180786"/>
                    <a:pt x="135375" y="185937"/>
                    <a:pt x="155204" y="185937"/>
                  </a:cubicBezTo>
                  <a:cubicBezTo>
                    <a:pt x="170496" y="185937"/>
                    <a:pt x="185305" y="182874"/>
                    <a:pt x="196752" y="175259"/>
                  </a:cubicBezTo>
                  <a:cubicBezTo>
                    <a:pt x="233578" y="150780"/>
                    <a:pt x="213194" y="117061"/>
                    <a:pt x="201347" y="87891"/>
                  </a:cubicBezTo>
                  <a:cubicBezTo>
                    <a:pt x="186560" y="51517"/>
                    <a:pt x="181512" y="36944"/>
                    <a:pt x="171296" y="24014"/>
                  </a:cubicBezTo>
                  <a:cubicBezTo>
                    <a:pt x="158656" y="8021"/>
                    <a:pt x="140226" y="0"/>
                    <a:pt x="121779" y="0"/>
                  </a:cubicBezTo>
                  <a:close/>
                </a:path>
              </a:pathLst>
            </a:custGeom>
            <a:solidFill>
              <a:schemeClr val="lt1">
                <a:alpha val="446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7"/>
            <p:cNvSpPr/>
            <p:nvPr/>
          </p:nvSpPr>
          <p:spPr>
            <a:xfrm>
              <a:off x="2342372" y="4406727"/>
              <a:ext cx="954900" cy="1456225"/>
            </a:xfrm>
            <a:custGeom>
              <a:avLst/>
              <a:gdLst/>
              <a:ahLst/>
              <a:cxnLst/>
              <a:rect l="l" t="t" r="r" b="b"/>
              <a:pathLst>
                <a:path w="38196" h="58249" extrusionOk="0">
                  <a:moveTo>
                    <a:pt x="34903" y="0"/>
                  </a:moveTo>
                  <a:cubicBezTo>
                    <a:pt x="34867" y="0"/>
                    <a:pt x="34830" y="5"/>
                    <a:pt x="34790" y="15"/>
                  </a:cubicBezTo>
                  <a:cubicBezTo>
                    <a:pt x="28206" y="1801"/>
                    <a:pt x="22396" y="5385"/>
                    <a:pt x="17002" y="9468"/>
                  </a:cubicBezTo>
                  <a:cubicBezTo>
                    <a:pt x="11918" y="13326"/>
                    <a:pt x="6870" y="17434"/>
                    <a:pt x="3929" y="23232"/>
                  </a:cubicBezTo>
                  <a:cubicBezTo>
                    <a:pt x="1143" y="28733"/>
                    <a:pt x="179" y="34983"/>
                    <a:pt x="83" y="41103"/>
                  </a:cubicBezTo>
                  <a:cubicBezTo>
                    <a:pt x="0" y="46771"/>
                    <a:pt x="310" y="52998"/>
                    <a:pt x="4120" y="57534"/>
                  </a:cubicBezTo>
                  <a:cubicBezTo>
                    <a:pt x="4191" y="57635"/>
                    <a:pt x="4287" y="57668"/>
                    <a:pt x="4373" y="57668"/>
                  </a:cubicBezTo>
                  <a:cubicBezTo>
                    <a:pt x="4388" y="57668"/>
                    <a:pt x="4403" y="57667"/>
                    <a:pt x="4417" y="57665"/>
                  </a:cubicBezTo>
                  <a:lnTo>
                    <a:pt x="4417" y="57665"/>
                  </a:lnTo>
                  <a:cubicBezTo>
                    <a:pt x="4322" y="57903"/>
                    <a:pt x="4429" y="58248"/>
                    <a:pt x="4774" y="58248"/>
                  </a:cubicBezTo>
                  <a:cubicBezTo>
                    <a:pt x="16324" y="58213"/>
                    <a:pt x="26372" y="48259"/>
                    <a:pt x="31444" y="38674"/>
                  </a:cubicBezTo>
                  <a:cubicBezTo>
                    <a:pt x="37648" y="26983"/>
                    <a:pt x="38195" y="13278"/>
                    <a:pt x="35874" y="467"/>
                  </a:cubicBezTo>
                  <a:cubicBezTo>
                    <a:pt x="35836" y="265"/>
                    <a:pt x="35686" y="176"/>
                    <a:pt x="35526" y="176"/>
                  </a:cubicBezTo>
                  <a:cubicBezTo>
                    <a:pt x="35432" y="176"/>
                    <a:pt x="35334" y="207"/>
                    <a:pt x="35254" y="265"/>
                  </a:cubicBezTo>
                  <a:cubicBezTo>
                    <a:pt x="35205" y="116"/>
                    <a:pt x="35081" y="0"/>
                    <a:pt x="349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7"/>
            <p:cNvSpPr/>
            <p:nvPr/>
          </p:nvSpPr>
          <p:spPr>
            <a:xfrm>
              <a:off x="2410222" y="4669852"/>
              <a:ext cx="727175" cy="1249700"/>
            </a:xfrm>
            <a:custGeom>
              <a:avLst/>
              <a:gdLst/>
              <a:ahLst/>
              <a:cxnLst/>
              <a:rect l="l" t="t" r="r" b="b"/>
              <a:pathLst>
                <a:path w="29087" h="49988" extrusionOk="0">
                  <a:moveTo>
                    <a:pt x="21381" y="0"/>
                  </a:moveTo>
                  <a:cubicBezTo>
                    <a:pt x="21179" y="0"/>
                    <a:pt x="20962" y="128"/>
                    <a:pt x="20932" y="384"/>
                  </a:cubicBezTo>
                  <a:cubicBezTo>
                    <a:pt x="20491" y="4468"/>
                    <a:pt x="20277" y="13386"/>
                    <a:pt x="20325" y="13540"/>
                  </a:cubicBezTo>
                  <a:cubicBezTo>
                    <a:pt x="17836" y="17624"/>
                    <a:pt x="15348" y="21696"/>
                    <a:pt x="12871" y="25780"/>
                  </a:cubicBezTo>
                  <a:cubicBezTo>
                    <a:pt x="12657" y="26137"/>
                    <a:pt x="12443" y="26494"/>
                    <a:pt x="12228" y="26852"/>
                  </a:cubicBezTo>
                  <a:cubicBezTo>
                    <a:pt x="10454" y="22565"/>
                    <a:pt x="9609" y="18065"/>
                    <a:pt x="9728" y="13433"/>
                  </a:cubicBezTo>
                  <a:cubicBezTo>
                    <a:pt x="9740" y="13171"/>
                    <a:pt x="9544" y="13040"/>
                    <a:pt x="9343" y="13040"/>
                  </a:cubicBezTo>
                  <a:cubicBezTo>
                    <a:pt x="9142" y="13040"/>
                    <a:pt x="8936" y="13171"/>
                    <a:pt x="8930" y="13433"/>
                  </a:cubicBezTo>
                  <a:cubicBezTo>
                    <a:pt x="8799" y="18196"/>
                    <a:pt x="9669" y="22839"/>
                    <a:pt x="11526" y="27245"/>
                  </a:cubicBezTo>
                  <a:cubicBezTo>
                    <a:pt x="11585" y="27387"/>
                    <a:pt x="11716" y="27471"/>
                    <a:pt x="11847" y="27495"/>
                  </a:cubicBezTo>
                  <a:cubicBezTo>
                    <a:pt x="8859" y="32483"/>
                    <a:pt x="6001" y="37567"/>
                    <a:pt x="3692" y="42889"/>
                  </a:cubicBezTo>
                  <a:cubicBezTo>
                    <a:pt x="1668" y="38996"/>
                    <a:pt x="834" y="34745"/>
                    <a:pt x="1227" y="30364"/>
                  </a:cubicBezTo>
                  <a:cubicBezTo>
                    <a:pt x="1251" y="30108"/>
                    <a:pt x="1063" y="29980"/>
                    <a:pt x="864" y="29980"/>
                  </a:cubicBezTo>
                  <a:cubicBezTo>
                    <a:pt x="664" y="29980"/>
                    <a:pt x="453" y="30108"/>
                    <a:pt x="429" y="30364"/>
                  </a:cubicBezTo>
                  <a:cubicBezTo>
                    <a:pt x="1" y="35019"/>
                    <a:pt x="953" y="39556"/>
                    <a:pt x="3180" y="43675"/>
                  </a:cubicBezTo>
                  <a:cubicBezTo>
                    <a:pt x="3215" y="43723"/>
                    <a:pt x="3251" y="43770"/>
                    <a:pt x="3299" y="43806"/>
                  </a:cubicBezTo>
                  <a:cubicBezTo>
                    <a:pt x="2513" y="45663"/>
                    <a:pt x="1799" y="47557"/>
                    <a:pt x="1167" y="49497"/>
                  </a:cubicBezTo>
                  <a:cubicBezTo>
                    <a:pt x="1074" y="49793"/>
                    <a:pt x="1320" y="49988"/>
                    <a:pt x="1563" y="49988"/>
                  </a:cubicBezTo>
                  <a:cubicBezTo>
                    <a:pt x="1722" y="49988"/>
                    <a:pt x="1880" y="49904"/>
                    <a:pt x="1941" y="49712"/>
                  </a:cubicBezTo>
                  <a:cubicBezTo>
                    <a:pt x="3323" y="45449"/>
                    <a:pt x="5132" y="41389"/>
                    <a:pt x="7168" y="37436"/>
                  </a:cubicBezTo>
                  <a:cubicBezTo>
                    <a:pt x="7216" y="37532"/>
                    <a:pt x="7287" y="37603"/>
                    <a:pt x="7430" y="37627"/>
                  </a:cubicBezTo>
                  <a:cubicBezTo>
                    <a:pt x="8398" y="37795"/>
                    <a:pt x="9366" y="37879"/>
                    <a:pt x="10324" y="37879"/>
                  </a:cubicBezTo>
                  <a:cubicBezTo>
                    <a:pt x="13834" y="37879"/>
                    <a:pt x="17225" y="36758"/>
                    <a:pt x="20087" y="34579"/>
                  </a:cubicBezTo>
                  <a:cubicBezTo>
                    <a:pt x="20431" y="34323"/>
                    <a:pt x="20214" y="33799"/>
                    <a:pt x="19894" y="33799"/>
                  </a:cubicBezTo>
                  <a:cubicBezTo>
                    <a:pt x="19826" y="33799"/>
                    <a:pt x="19754" y="33822"/>
                    <a:pt x="19682" y="33876"/>
                  </a:cubicBezTo>
                  <a:cubicBezTo>
                    <a:pt x="16937" y="35970"/>
                    <a:pt x="13691" y="37085"/>
                    <a:pt x="10318" y="37085"/>
                  </a:cubicBezTo>
                  <a:cubicBezTo>
                    <a:pt x="9433" y="37085"/>
                    <a:pt x="8540" y="37009"/>
                    <a:pt x="7644" y="36853"/>
                  </a:cubicBezTo>
                  <a:cubicBezTo>
                    <a:pt x="7615" y="36847"/>
                    <a:pt x="7585" y="36844"/>
                    <a:pt x="7557" y="36844"/>
                  </a:cubicBezTo>
                  <a:cubicBezTo>
                    <a:pt x="7528" y="36844"/>
                    <a:pt x="7502" y="36847"/>
                    <a:pt x="7478" y="36853"/>
                  </a:cubicBezTo>
                  <a:cubicBezTo>
                    <a:pt x="9478" y="33019"/>
                    <a:pt x="11693" y="29281"/>
                    <a:pt x="13943" y="25578"/>
                  </a:cubicBezTo>
                  <a:cubicBezTo>
                    <a:pt x="14872" y="24042"/>
                    <a:pt x="15812" y="22518"/>
                    <a:pt x="16741" y="20982"/>
                  </a:cubicBezTo>
                  <a:cubicBezTo>
                    <a:pt x="16788" y="21006"/>
                    <a:pt x="16848" y="21018"/>
                    <a:pt x="16919" y="21018"/>
                  </a:cubicBezTo>
                  <a:cubicBezTo>
                    <a:pt x="20956" y="20768"/>
                    <a:pt x="24861" y="19946"/>
                    <a:pt x="28659" y="18553"/>
                  </a:cubicBezTo>
                  <a:cubicBezTo>
                    <a:pt x="29087" y="18393"/>
                    <a:pt x="28967" y="17753"/>
                    <a:pt x="28585" y="17753"/>
                  </a:cubicBezTo>
                  <a:cubicBezTo>
                    <a:pt x="28542" y="17753"/>
                    <a:pt x="28495" y="17761"/>
                    <a:pt x="28445" y="17779"/>
                  </a:cubicBezTo>
                  <a:cubicBezTo>
                    <a:pt x="24813" y="19113"/>
                    <a:pt x="21087" y="19910"/>
                    <a:pt x="17229" y="20184"/>
                  </a:cubicBezTo>
                  <a:cubicBezTo>
                    <a:pt x="21075" y="13874"/>
                    <a:pt x="24944" y="7564"/>
                    <a:pt x="28790" y="1265"/>
                  </a:cubicBezTo>
                  <a:cubicBezTo>
                    <a:pt x="28979" y="953"/>
                    <a:pt x="28702" y="663"/>
                    <a:pt x="28427" y="663"/>
                  </a:cubicBezTo>
                  <a:cubicBezTo>
                    <a:pt x="28303" y="663"/>
                    <a:pt x="28180" y="721"/>
                    <a:pt x="28099" y="860"/>
                  </a:cubicBezTo>
                  <a:cubicBezTo>
                    <a:pt x="25790" y="4635"/>
                    <a:pt x="23468" y="8409"/>
                    <a:pt x="21158" y="12183"/>
                  </a:cubicBezTo>
                  <a:cubicBezTo>
                    <a:pt x="21134" y="8242"/>
                    <a:pt x="21313" y="4313"/>
                    <a:pt x="21741" y="384"/>
                  </a:cubicBezTo>
                  <a:cubicBezTo>
                    <a:pt x="21771" y="128"/>
                    <a:pt x="21584" y="0"/>
                    <a:pt x="213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7"/>
            <p:cNvSpPr/>
            <p:nvPr/>
          </p:nvSpPr>
          <p:spPr>
            <a:xfrm>
              <a:off x="1167700" y="4550275"/>
              <a:ext cx="1247500" cy="1225725"/>
            </a:xfrm>
            <a:custGeom>
              <a:avLst/>
              <a:gdLst/>
              <a:ahLst/>
              <a:cxnLst/>
              <a:rect l="l" t="t" r="r" b="b"/>
              <a:pathLst>
                <a:path w="49900" h="49029" extrusionOk="0">
                  <a:moveTo>
                    <a:pt x="1057" y="0"/>
                  </a:moveTo>
                  <a:cubicBezTo>
                    <a:pt x="781" y="0"/>
                    <a:pt x="673" y="296"/>
                    <a:pt x="750" y="529"/>
                  </a:cubicBezTo>
                  <a:cubicBezTo>
                    <a:pt x="560" y="529"/>
                    <a:pt x="369" y="648"/>
                    <a:pt x="357" y="886"/>
                  </a:cubicBezTo>
                  <a:cubicBezTo>
                    <a:pt x="0" y="7708"/>
                    <a:pt x="1596" y="14340"/>
                    <a:pt x="3798" y="20746"/>
                  </a:cubicBezTo>
                  <a:cubicBezTo>
                    <a:pt x="5870" y="26770"/>
                    <a:pt x="8204" y="32854"/>
                    <a:pt x="12788" y="37450"/>
                  </a:cubicBezTo>
                  <a:cubicBezTo>
                    <a:pt x="17157" y="41820"/>
                    <a:pt x="22789" y="44689"/>
                    <a:pt x="28575" y="46678"/>
                  </a:cubicBezTo>
                  <a:cubicBezTo>
                    <a:pt x="32108" y="47894"/>
                    <a:pt x="35925" y="49028"/>
                    <a:pt x="39693" y="49028"/>
                  </a:cubicBezTo>
                  <a:cubicBezTo>
                    <a:pt x="41639" y="49028"/>
                    <a:pt x="43573" y="48726"/>
                    <a:pt x="45446" y="47975"/>
                  </a:cubicBezTo>
                  <a:cubicBezTo>
                    <a:pt x="45589" y="47916"/>
                    <a:pt x="45649" y="47821"/>
                    <a:pt x="45661" y="47725"/>
                  </a:cubicBezTo>
                  <a:cubicBezTo>
                    <a:pt x="45745" y="47795"/>
                    <a:pt x="45857" y="47836"/>
                    <a:pt x="45967" y="47836"/>
                  </a:cubicBezTo>
                  <a:cubicBezTo>
                    <a:pt x="46118" y="47836"/>
                    <a:pt x="46265" y="47757"/>
                    <a:pt x="46327" y="47571"/>
                  </a:cubicBezTo>
                  <a:cubicBezTo>
                    <a:pt x="49899" y="36581"/>
                    <a:pt x="43565" y="23937"/>
                    <a:pt x="36052" y="16126"/>
                  </a:cubicBezTo>
                  <a:cubicBezTo>
                    <a:pt x="26873" y="6589"/>
                    <a:pt x="14014" y="1791"/>
                    <a:pt x="1119" y="5"/>
                  </a:cubicBezTo>
                  <a:cubicBezTo>
                    <a:pt x="1098" y="2"/>
                    <a:pt x="1077" y="0"/>
                    <a:pt x="10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7"/>
            <p:cNvSpPr/>
            <p:nvPr/>
          </p:nvSpPr>
          <p:spPr>
            <a:xfrm>
              <a:off x="1338200" y="4738950"/>
              <a:ext cx="1042675" cy="1037425"/>
            </a:xfrm>
            <a:custGeom>
              <a:avLst/>
              <a:gdLst/>
              <a:ahLst/>
              <a:cxnLst/>
              <a:rect l="l" t="t" r="r" b="b"/>
              <a:pathLst>
                <a:path w="41707" h="41497" extrusionOk="0">
                  <a:moveTo>
                    <a:pt x="3415" y="0"/>
                  </a:moveTo>
                  <a:cubicBezTo>
                    <a:pt x="3118" y="0"/>
                    <a:pt x="2838" y="377"/>
                    <a:pt x="3098" y="673"/>
                  </a:cubicBezTo>
                  <a:cubicBezTo>
                    <a:pt x="5968" y="4043"/>
                    <a:pt x="8825" y="7424"/>
                    <a:pt x="11694" y="10794"/>
                  </a:cubicBezTo>
                  <a:cubicBezTo>
                    <a:pt x="7944" y="9591"/>
                    <a:pt x="4265" y="8186"/>
                    <a:pt x="669" y="6567"/>
                  </a:cubicBezTo>
                  <a:cubicBezTo>
                    <a:pt x="612" y="6541"/>
                    <a:pt x="557" y="6529"/>
                    <a:pt x="507" y="6529"/>
                  </a:cubicBezTo>
                  <a:cubicBezTo>
                    <a:pt x="143" y="6529"/>
                    <a:pt x="1" y="7141"/>
                    <a:pt x="419" y="7329"/>
                  </a:cubicBezTo>
                  <a:cubicBezTo>
                    <a:pt x="4158" y="9020"/>
                    <a:pt x="12564" y="12008"/>
                    <a:pt x="12730" y="12008"/>
                  </a:cubicBezTo>
                  <a:cubicBezTo>
                    <a:pt x="15826" y="15651"/>
                    <a:pt x="18922" y="19283"/>
                    <a:pt x="22029" y="22914"/>
                  </a:cubicBezTo>
                  <a:cubicBezTo>
                    <a:pt x="22303" y="23224"/>
                    <a:pt x="22577" y="23533"/>
                    <a:pt x="22851" y="23855"/>
                  </a:cubicBezTo>
                  <a:cubicBezTo>
                    <a:pt x="22003" y="23918"/>
                    <a:pt x="21159" y="23950"/>
                    <a:pt x="20319" y="23950"/>
                  </a:cubicBezTo>
                  <a:cubicBezTo>
                    <a:pt x="16565" y="23950"/>
                    <a:pt x="12884" y="23317"/>
                    <a:pt x="9313" y="22033"/>
                  </a:cubicBezTo>
                  <a:cubicBezTo>
                    <a:pt x="9266" y="22017"/>
                    <a:pt x="9220" y="22010"/>
                    <a:pt x="9178" y="22010"/>
                  </a:cubicBezTo>
                  <a:cubicBezTo>
                    <a:pt x="8783" y="22010"/>
                    <a:pt x="8623" y="22646"/>
                    <a:pt x="9063" y="22807"/>
                  </a:cubicBezTo>
                  <a:cubicBezTo>
                    <a:pt x="12688" y="24102"/>
                    <a:pt x="16421" y="24755"/>
                    <a:pt x="20225" y="24755"/>
                  </a:cubicBezTo>
                  <a:cubicBezTo>
                    <a:pt x="21144" y="24755"/>
                    <a:pt x="22067" y="24717"/>
                    <a:pt x="22993" y="24641"/>
                  </a:cubicBezTo>
                  <a:cubicBezTo>
                    <a:pt x="23160" y="24629"/>
                    <a:pt x="23267" y="24534"/>
                    <a:pt x="23339" y="24414"/>
                  </a:cubicBezTo>
                  <a:cubicBezTo>
                    <a:pt x="27149" y="28820"/>
                    <a:pt x="31090" y="33106"/>
                    <a:pt x="35424" y="36964"/>
                  </a:cubicBezTo>
                  <a:cubicBezTo>
                    <a:pt x="34186" y="37165"/>
                    <a:pt x="32949" y="37265"/>
                    <a:pt x="31719" y="37265"/>
                  </a:cubicBezTo>
                  <a:cubicBezTo>
                    <a:pt x="28655" y="37265"/>
                    <a:pt x="25636" y="36641"/>
                    <a:pt x="22755" y="35392"/>
                  </a:cubicBezTo>
                  <a:cubicBezTo>
                    <a:pt x="22701" y="35369"/>
                    <a:pt x="22650" y="35359"/>
                    <a:pt x="22602" y="35359"/>
                  </a:cubicBezTo>
                  <a:cubicBezTo>
                    <a:pt x="22232" y="35359"/>
                    <a:pt x="22083" y="35987"/>
                    <a:pt x="22505" y="36166"/>
                  </a:cubicBezTo>
                  <a:cubicBezTo>
                    <a:pt x="25470" y="37439"/>
                    <a:pt x="28583" y="38077"/>
                    <a:pt x="31737" y="38077"/>
                  </a:cubicBezTo>
                  <a:cubicBezTo>
                    <a:pt x="33155" y="38077"/>
                    <a:pt x="34582" y="37948"/>
                    <a:pt x="36007" y="37690"/>
                  </a:cubicBezTo>
                  <a:cubicBezTo>
                    <a:pt x="36078" y="37678"/>
                    <a:pt x="36126" y="37654"/>
                    <a:pt x="36174" y="37630"/>
                  </a:cubicBezTo>
                  <a:cubicBezTo>
                    <a:pt x="37698" y="38952"/>
                    <a:pt x="39269" y="40226"/>
                    <a:pt x="40912" y="41417"/>
                  </a:cubicBezTo>
                  <a:cubicBezTo>
                    <a:pt x="40988" y="41473"/>
                    <a:pt x="41064" y="41497"/>
                    <a:pt x="41137" y="41497"/>
                  </a:cubicBezTo>
                  <a:cubicBezTo>
                    <a:pt x="41464" y="41497"/>
                    <a:pt x="41706" y="41003"/>
                    <a:pt x="41365" y="40750"/>
                  </a:cubicBezTo>
                  <a:cubicBezTo>
                    <a:pt x="37745" y="38107"/>
                    <a:pt x="34447" y="35130"/>
                    <a:pt x="31328" y="31951"/>
                  </a:cubicBezTo>
                  <a:cubicBezTo>
                    <a:pt x="31423" y="31951"/>
                    <a:pt x="31530" y="31892"/>
                    <a:pt x="31590" y="31773"/>
                  </a:cubicBezTo>
                  <a:cubicBezTo>
                    <a:pt x="33745" y="27724"/>
                    <a:pt x="34150" y="23129"/>
                    <a:pt x="32638" y="18795"/>
                  </a:cubicBezTo>
                  <a:cubicBezTo>
                    <a:pt x="32568" y="18591"/>
                    <a:pt x="32389" y="18501"/>
                    <a:pt x="32216" y="18501"/>
                  </a:cubicBezTo>
                  <a:cubicBezTo>
                    <a:pt x="31975" y="18501"/>
                    <a:pt x="31748" y="18677"/>
                    <a:pt x="31852" y="18961"/>
                  </a:cubicBezTo>
                  <a:cubicBezTo>
                    <a:pt x="33280" y="23081"/>
                    <a:pt x="32971" y="27474"/>
                    <a:pt x="30923" y="31320"/>
                  </a:cubicBezTo>
                  <a:cubicBezTo>
                    <a:pt x="30887" y="31380"/>
                    <a:pt x="30875" y="31439"/>
                    <a:pt x="30875" y="31487"/>
                  </a:cubicBezTo>
                  <a:cubicBezTo>
                    <a:pt x="27851" y="28391"/>
                    <a:pt x="24982" y="25117"/>
                    <a:pt x="22172" y="21831"/>
                  </a:cubicBezTo>
                  <a:cubicBezTo>
                    <a:pt x="21005" y="20462"/>
                    <a:pt x="19838" y="19092"/>
                    <a:pt x="18683" y="17735"/>
                  </a:cubicBezTo>
                  <a:cubicBezTo>
                    <a:pt x="18719" y="17687"/>
                    <a:pt x="18743" y="17640"/>
                    <a:pt x="18767" y="17568"/>
                  </a:cubicBezTo>
                  <a:cubicBezTo>
                    <a:pt x="19779" y="13663"/>
                    <a:pt x="20231" y="9698"/>
                    <a:pt x="20088" y="5662"/>
                  </a:cubicBezTo>
                  <a:cubicBezTo>
                    <a:pt x="20076" y="5390"/>
                    <a:pt x="19854" y="5249"/>
                    <a:pt x="19646" y="5249"/>
                  </a:cubicBezTo>
                  <a:cubicBezTo>
                    <a:pt x="19454" y="5249"/>
                    <a:pt x="19273" y="5369"/>
                    <a:pt x="19279" y="5615"/>
                  </a:cubicBezTo>
                  <a:cubicBezTo>
                    <a:pt x="19422" y="9484"/>
                    <a:pt x="19017" y="13270"/>
                    <a:pt x="18064" y="17021"/>
                  </a:cubicBezTo>
                  <a:cubicBezTo>
                    <a:pt x="13278" y="11401"/>
                    <a:pt x="8492" y="5769"/>
                    <a:pt x="3693" y="138"/>
                  </a:cubicBezTo>
                  <a:cubicBezTo>
                    <a:pt x="3611" y="41"/>
                    <a:pt x="3512" y="0"/>
                    <a:pt x="3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7"/>
            <p:cNvSpPr/>
            <p:nvPr/>
          </p:nvSpPr>
          <p:spPr>
            <a:xfrm>
              <a:off x="4343975" y="4619350"/>
              <a:ext cx="1461525" cy="1350825"/>
            </a:xfrm>
            <a:custGeom>
              <a:avLst/>
              <a:gdLst/>
              <a:ahLst/>
              <a:cxnLst/>
              <a:rect l="l" t="t" r="r" b="b"/>
              <a:pathLst>
                <a:path w="58461" h="54033" extrusionOk="0">
                  <a:moveTo>
                    <a:pt x="47321" y="1"/>
                  </a:moveTo>
                  <a:cubicBezTo>
                    <a:pt x="40441" y="1"/>
                    <a:pt x="37679" y="10881"/>
                    <a:pt x="33040" y="10881"/>
                  </a:cubicBezTo>
                  <a:cubicBezTo>
                    <a:pt x="32537" y="10881"/>
                    <a:pt x="32012" y="10754"/>
                    <a:pt x="31457" y="10470"/>
                  </a:cubicBezTo>
                  <a:cubicBezTo>
                    <a:pt x="28833" y="9132"/>
                    <a:pt x="29046" y="767"/>
                    <a:pt x="24301" y="767"/>
                  </a:cubicBezTo>
                  <a:cubicBezTo>
                    <a:pt x="23556" y="767"/>
                    <a:pt x="22689" y="973"/>
                    <a:pt x="21670" y="1445"/>
                  </a:cubicBezTo>
                  <a:cubicBezTo>
                    <a:pt x="14944" y="4554"/>
                    <a:pt x="18014" y="15188"/>
                    <a:pt x="14423" y="15188"/>
                  </a:cubicBezTo>
                  <a:cubicBezTo>
                    <a:pt x="14149" y="15188"/>
                    <a:pt x="13837" y="15126"/>
                    <a:pt x="13479" y="14994"/>
                  </a:cubicBezTo>
                  <a:cubicBezTo>
                    <a:pt x="13466" y="14995"/>
                    <a:pt x="13454" y="14995"/>
                    <a:pt x="13442" y="14995"/>
                  </a:cubicBezTo>
                  <a:cubicBezTo>
                    <a:pt x="13056" y="14995"/>
                    <a:pt x="12597" y="14648"/>
                    <a:pt x="12193" y="14601"/>
                  </a:cubicBezTo>
                  <a:cubicBezTo>
                    <a:pt x="11921" y="14565"/>
                    <a:pt x="11656" y="14547"/>
                    <a:pt x="11398" y="14547"/>
                  </a:cubicBezTo>
                  <a:cubicBezTo>
                    <a:pt x="5868" y="14547"/>
                    <a:pt x="3575" y="22683"/>
                    <a:pt x="2596" y="26960"/>
                  </a:cubicBezTo>
                  <a:cubicBezTo>
                    <a:pt x="1" y="38140"/>
                    <a:pt x="3632" y="48629"/>
                    <a:pt x="3704" y="48677"/>
                  </a:cubicBezTo>
                  <a:cubicBezTo>
                    <a:pt x="8356" y="51599"/>
                    <a:pt x="14802" y="54033"/>
                    <a:pt x="20602" y="54033"/>
                  </a:cubicBezTo>
                  <a:cubicBezTo>
                    <a:pt x="22862" y="54033"/>
                    <a:pt x="25025" y="53663"/>
                    <a:pt x="26945" y="52809"/>
                  </a:cubicBezTo>
                  <a:cubicBezTo>
                    <a:pt x="34374" y="49499"/>
                    <a:pt x="30564" y="43272"/>
                    <a:pt x="30445" y="42355"/>
                  </a:cubicBezTo>
                  <a:cubicBezTo>
                    <a:pt x="30087" y="39653"/>
                    <a:pt x="31775" y="39051"/>
                    <a:pt x="33805" y="39051"/>
                  </a:cubicBezTo>
                  <a:cubicBezTo>
                    <a:pt x="35353" y="39051"/>
                    <a:pt x="37101" y="39402"/>
                    <a:pt x="38291" y="39438"/>
                  </a:cubicBezTo>
                  <a:cubicBezTo>
                    <a:pt x="38426" y="39442"/>
                    <a:pt x="38560" y="39444"/>
                    <a:pt x="38694" y="39444"/>
                  </a:cubicBezTo>
                  <a:cubicBezTo>
                    <a:pt x="43697" y="39444"/>
                    <a:pt x="48722" y="36430"/>
                    <a:pt x="47864" y="30830"/>
                  </a:cubicBezTo>
                  <a:cubicBezTo>
                    <a:pt x="47185" y="26484"/>
                    <a:pt x="43578" y="24353"/>
                    <a:pt x="49531" y="18495"/>
                  </a:cubicBezTo>
                  <a:cubicBezTo>
                    <a:pt x="58461" y="9708"/>
                    <a:pt x="54186" y="695"/>
                    <a:pt x="48043" y="40"/>
                  </a:cubicBezTo>
                  <a:cubicBezTo>
                    <a:pt x="47797" y="14"/>
                    <a:pt x="47556" y="1"/>
                    <a:pt x="473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7"/>
            <p:cNvSpPr/>
            <p:nvPr/>
          </p:nvSpPr>
          <p:spPr>
            <a:xfrm>
              <a:off x="4433000" y="4738825"/>
              <a:ext cx="1064425" cy="1104000"/>
            </a:xfrm>
            <a:custGeom>
              <a:avLst/>
              <a:gdLst/>
              <a:ahLst/>
              <a:cxnLst/>
              <a:rect l="l" t="t" r="r" b="b"/>
              <a:pathLst>
                <a:path w="42577" h="44160" extrusionOk="0">
                  <a:moveTo>
                    <a:pt x="20562" y="1"/>
                  </a:moveTo>
                  <a:cubicBezTo>
                    <a:pt x="20402" y="1"/>
                    <a:pt x="20242" y="87"/>
                    <a:pt x="20181" y="286"/>
                  </a:cubicBezTo>
                  <a:cubicBezTo>
                    <a:pt x="19014" y="4024"/>
                    <a:pt x="18645" y="7906"/>
                    <a:pt x="18645" y="11823"/>
                  </a:cubicBezTo>
                  <a:cubicBezTo>
                    <a:pt x="18645" y="16121"/>
                    <a:pt x="19026" y="20431"/>
                    <a:pt x="17776" y="24622"/>
                  </a:cubicBezTo>
                  <a:cubicBezTo>
                    <a:pt x="17752" y="24705"/>
                    <a:pt x="17752" y="24789"/>
                    <a:pt x="17776" y="24848"/>
                  </a:cubicBezTo>
                  <a:cubicBezTo>
                    <a:pt x="12656" y="28956"/>
                    <a:pt x="7822" y="33397"/>
                    <a:pt x="3762" y="38528"/>
                  </a:cubicBezTo>
                  <a:cubicBezTo>
                    <a:pt x="4298" y="35540"/>
                    <a:pt x="3631" y="32516"/>
                    <a:pt x="3465" y="29492"/>
                  </a:cubicBezTo>
                  <a:cubicBezTo>
                    <a:pt x="3262" y="25693"/>
                    <a:pt x="3607" y="21931"/>
                    <a:pt x="5060" y="18395"/>
                  </a:cubicBezTo>
                  <a:cubicBezTo>
                    <a:pt x="5175" y="18100"/>
                    <a:pt x="4939" y="17910"/>
                    <a:pt x="4689" y="17910"/>
                  </a:cubicBezTo>
                  <a:cubicBezTo>
                    <a:pt x="4524" y="17910"/>
                    <a:pt x="4354" y="17992"/>
                    <a:pt x="4274" y="18181"/>
                  </a:cubicBezTo>
                  <a:cubicBezTo>
                    <a:pt x="2988" y="21348"/>
                    <a:pt x="2548" y="24693"/>
                    <a:pt x="2607" y="28098"/>
                  </a:cubicBezTo>
                  <a:cubicBezTo>
                    <a:pt x="2679" y="31885"/>
                    <a:pt x="3822" y="35814"/>
                    <a:pt x="2703" y="39517"/>
                  </a:cubicBezTo>
                  <a:cubicBezTo>
                    <a:pt x="2667" y="39659"/>
                    <a:pt x="2691" y="39767"/>
                    <a:pt x="2762" y="39862"/>
                  </a:cubicBezTo>
                  <a:cubicBezTo>
                    <a:pt x="1869" y="41064"/>
                    <a:pt x="1000" y="42291"/>
                    <a:pt x="190" y="43565"/>
                  </a:cubicBezTo>
                  <a:cubicBezTo>
                    <a:pt x="0" y="43871"/>
                    <a:pt x="281" y="44160"/>
                    <a:pt x="562" y="44160"/>
                  </a:cubicBezTo>
                  <a:cubicBezTo>
                    <a:pt x="686" y="44160"/>
                    <a:pt x="809" y="44104"/>
                    <a:pt x="893" y="43969"/>
                  </a:cubicBezTo>
                  <a:cubicBezTo>
                    <a:pt x="1988" y="42219"/>
                    <a:pt x="3203" y="40540"/>
                    <a:pt x="4477" y="38933"/>
                  </a:cubicBezTo>
                  <a:cubicBezTo>
                    <a:pt x="4665" y="38923"/>
                    <a:pt x="4852" y="38919"/>
                    <a:pt x="5039" y="38919"/>
                  </a:cubicBezTo>
                  <a:cubicBezTo>
                    <a:pt x="8447" y="38919"/>
                    <a:pt x="11650" y="40492"/>
                    <a:pt x="15025" y="40910"/>
                  </a:cubicBezTo>
                  <a:cubicBezTo>
                    <a:pt x="15977" y="41029"/>
                    <a:pt x="16929" y="41086"/>
                    <a:pt x="17878" y="41086"/>
                  </a:cubicBezTo>
                  <a:cubicBezTo>
                    <a:pt x="19862" y="41086"/>
                    <a:pt x="21836" y="40837"/>
                    <a:pt x="23777" y="40386"/>
                  </a:cubicBezTo>
                  <a:cubicBezTo>
                    <a:pt x="24256" y="40274"/>
                    <a:pt x="24099" y="39590"/>
                    <a:pt x="23657" y="39590"/>
                  </a:cubicBezTo>
                  <a:cubicBezTo>
                    <a:pt x="23627" y="39590"/>
                    <a:pt x="23595" y="39593"/>
                    <a:pt x="23562" y="39600"/>
                  </a:cubicBezTo>
                  <a:cubicBezTo>
                    <a:pt x="21684" y="40042"/>
                    <a:pt x="19777" y="40275"/>
                    <a:pt x="17868" y="40275"/>
                  </a:cubicBezTo>
                  <a:cubicBezTo>
                    <a:pt x="16281" y="40275"/>
                    <a:pt x="14694" y="40114"/>
                    <a:pt x="13120" y="39778"/>
                  </a:cubicBezTo>
                  <a:cubicBezTo>
                    <a:pt x="10418" y="39207"/>
                    <a:pt x="7882" y="38147"/>
                    <a:pt x="5119" y="38124"/>
                  </a:cubicBezTo>
                  <a:cubicBezTo>
                    <a:pt x="9632" y="32647"/>
                    <a:pt x="15037" y="27991"/>
                    <a:pt x="20657" y="23622"/>
                  </a:cubicBezTo>
                  <a:cubicBezTo>
                    <a:pt x="20693" y="23634"/>
                    <a:pt x="20717" y="23657"/>
                    <a:pt x="20764" y="23669"/>
                  </a:cubicBezTo>
                  <a:cubicBezTo>
                    <a:pt x="23741" y="24158"/>
                    <a:pt x="26479" y="25479"/>
                    <a:pt x="29503" y="25872"/>
                  </a:cubicBezTo>
                  <a:cubicBezTo>
                    <a:pt x="30510" y="26003"/>
                    <a:pt x="31519" y="26065"/>
                    <a:pt x="32526" y="26065"/>
                  </a:cubicBezTo>
                  <a:cubicBezTo>
                    <a:pt x="34258" y="26065"/>
                    <a:pt x="35986" y="25882"/>
                    <a:pt x="37695" y="25551"/>
                  </a:cubicBezTo>
                  <a:cubicBezTo>
                    <a:pt x="38177" y="25461"/>
                    <a:pt x="38015" y="24769"/>
                    <a:pt x="37566" y="24769"/>
                  </a:cubicBezTo>
                  <a:cubicBezTo>
                    <a:pt x="37539" y="24769"/>
                    <a:pt x="37510" y="24771"/>
                    <a:pt x="37481" y="24777"/>
                  </a:cubicBezTo>
                  <a:cubicBezTo>
                    <a:pt x="35839" y="25091"/>
                    <a:pt x="34184" y="25260"/>
                    <a:pt x="32529" y="25260"/>
                  </a:cubicBezTo>
                  <a:cubicBezTo>
                    <a:pt x="31109" y="25260"/>
                    <a:pt x="29689" y="25136"/>
                    <a:pt x="28277" y="24872"/>
                  </a:cubicBezTo>
                  <a:cubicBezTo>
                    <a:pt x="25955" y="24431"/>
                    <a:pt x="23788" y="23455"/>
                    <a:pt x="21479" y="22991"/>
                  </a:cubicBezTo>
                  <a:cubicBezTo>
                    <a:pt x="21872" y="22693"/>
                    <a:pt x="22253" y="22395"/>
                    <a:pt x="22645" y="22098"/>
                  </a:cubicBezTo>
                  <a:cubicBezTo>
                    <a:pt x="29956" y="16538"/>
                    <a:pt x="37481" y="10965"/>
                    <a:pt x="42386" y="3036"/>
                  </a:cubicBezTo>
                  <a:cubicBezTo>
                    <a:pt x="42576" y="2730"/>
                    <a:pt x="42301" y="2441"/>
                    <a:pt x="42023" y="2441"/>
                  </a:cubicBezTo>
                  <a:cubicBezTo>
                    <a:pt x="41901" y="2441"/>
                    <a:pt x="41779" y="2497"/>
                    <a:pt x="41695" y="2631"/>
                  </a:cubicBezTo>
                  <a:cubicBezTo>
                    <a:pt x="36385" y="11192"/>
                    <a:pt x="27991" y="16954"/>
                    <a:pt x="20145" y="22991"/>
                  </a:cubicBezTo>
                  <a:cubicBezTo>
                    <a:pt x="19681" y="23360"/>
                    <a:pt x="19216" y="23717"/>
                    <a:pt x="18740" y="24086"/>
                  </a:cubicBezTo>
                  <a:cubicBezTo>
                    <a:pt x="19645" y="20538"/>
                    <a:pt x="19514" y="16919"/>
                    <a:pt x="19467" y="13263"/>
                  </a:cubicBezTo>
                  <a:cubicBezTo>
                    <a:pt x="19395" y="8941"/>
                    <a:pt x="19669" y="4655"/>
                    <a:pt x="20955" y="500"/>
                  </a:cubicBezTo>
                  <a:cubicBezTo>
                    <a:pt x="21048" y="199"/>
                    <a:pt x="20804" y="1"/>
                    <a:pt x="205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2672700" y="1304100"/>
            <a:ext cx="3798900" cy="72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ubTitle" idx="1"/>
          </p:nvPr>
        </p:nvSpPr>
        <p:spPr>
          <a:xfrm>
            <a:off x="2785275" y="2083550"/>
            <a:ext cx="3573600" cy="14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0">
    <p:bg>
      <p:bgPr>
        <a:solidFill>
          <a:schemeClr val="dk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/>
          <p:nvPr/>
        </p:nvSpPr>
        <p:spPr>
          <a:xfrm flipH="1">
            <a:off x="4420751" y="2753749"/>
            <a:ext cx="4769720" cy="2389758"/>
          </a:xfrm>
          <a:custGeom>
            <a:avLst/>
            <a:gdLst/>
            <a:ahLst/>
            <a:cxnLst/>
            <a:rect l="l" t="t" r="r" b="b"/>
            <a:pathLst>
              <a:path w="225946" h="113205" extrusionOk="0">
                <a:moveTo>
                  <a:pt x="62499" y="1"/>
                </a:moveTo>
                <a:cubicBezTo>
                  <a:pt x="59883" y="1"/>
                  <a:pt x="57255" y="334"/>
                  <a:pt x="54710" y="1008"/>
                </a:cubicBezTo>
                <a:cubicBezTo>
                  <a:pt x="48019" y="2794"/>
                  <a:pt x="42649" y="6628"/>
                  <a:pt x="39791" y="11712"/>
                </a:cubicBezTo>
                <a:cubicBezTo>
                  <a:pt x="36672" y="17272"/>
                  <a:pt x="35588" y="24499"/>
                  <a:pt x="28540" y="28059"/>
                </a:cubicBezTo>
                <a:cubicBezTo>
                  <a:pt x="26790" y="28940"/>
                  <a:pt x="24873" y="29250"/>
                  <a:pt x="22908" y="29678"/>
                </a:cubicBezTo>
                <a:cubicBezTo>
                  <a:pt x="21075" y="30083"/>
                  <a:pt x="19539" y="30774"/>
                  <a:pt x="18229" y="31869"/>
                </a:cubicBezTo>
                <a:cubicBezTo>
                  <a:pt x="15634" y="34048"/>
                  <a:pt x="13788" y="36953"/>
                  <a:pt x="12371" y="39691"/>
                </a:cubicBezTo>
                <a:cubicBezTo>
                  <a:pt x="10811" y="42715"/>
                  <a:pt x="9811" y="45906"/>
                  <a:pt x="9407" y="49157"/>
                </a:cubicBezTo>
                <a:cubicBezTo>
                  <a:pt x="8978" y="52514"/>
                  <a:pt x="9526" y="55765"/>
                  <a:pt x="9799" y="59122"/>
                </a:cubicBezTo>
                <a:cubicBezTo>
                  <a:pt x="9942" y="60956"/>
                  <a:pt x="9907" y="62813"/>
                  <a:pt x="9145" y="64563"/>
                </a:cubicBezTo>
                <a:cubicBezTo>
                  <a:pt x="8454" y="66159"/>
                  <a:pt x="7156" y="67528"/>
                  <a:pt x="5858" y="68850"/>
                </a:cubicBezTo>
                <a:cubicBezTo>
                  <a:pt x="3608" y="71124"/>
                  <a:pt x="2644" y="74053"/>
                  <a:pt x="1739" y="76886"/>
                </a:cubicBezTo>
                <a:cubicBezTo>
                  <a:pt x="1" y="82375"/>
                  <a:pt x="822" y="87769"/>
                  <a:pt x="5025" y="92293"/>
                </a:cubicBezTo>
                <a:cubicBezTo>
                  <a:pt x="9359" y="96948"/>
                  <a:pt x="15860" y="100080"/>
                  <a:pt x="22753" y="101830"/>
                </a:cubicBezTo>
                <a:cubicBezTo>
                  <a:pt x="28327" y="103249"/>
                  <a:pt x="34155" y="103754"/>
                  <a:pt x="39991" y="103754"/>
                </a:cubicBezTo>
                <a:cubicBezTo>
                  <a:pt x="42970" y="103754"/>
                  <a:pt x="45950" y="103623"/>
                  <a:pt x="48900" y="103413"/>
                </a:cubicBezTo>
                <a:cubicBezTo>
                  <a:pt x="53579" y="103092"/>
                  <a:pt x="58222" y="102437"/>
                  <a:pt x="62913" y="102175"/>
                </a:cubicBezTo>
                <a:cubicBezTo>
                  <a:pt x="63658" y="102135"/>
                  <a:pt x="64397" y="102114"/>
                  <a:pt x="65129" y="102114"/>
                </a:cubicBezTo>
                <a:cubicBezTo>
                  <a:pt x="68914" y="102114"/>
                  <a:pt x="72542" y="102654"/>
                  <a:pt x="76153" y="103711"/>
                </a:cubicBezTo>
                <a:cubicBezTo>
                  <a:pt x="80213" y="104902"/>
                  <a:pt x="84083" y="106461"/>
                  <a:pt x="88166" y="107592"/>
                </a:cubicBezTo>
                <a:cubicBezTo>
                  <a:pt x="90798" y="108319"/>
                  <a:pt x="93500" y="108890"/>
                  <a:pt x="96227" y="109331"/>
                </a:cubicBezTo>
                <a:cubicBezTo>
                  <a:pt x="101001" y="110283"/>
                  <a:pt x="106085" y="110676"/>
                  <a:pt x="110574" y="111283"/>
                </a:cubicBezTo>
                <a:cubicBezTo>
                  <a:pt x="113741" y="111712"/>
                  <a:pt x="116765" y="112534"/>
                  <a:pt x="119908" y="113022"/>
                </a:cubicBezTo>
                <a:cubicBezTo>
                  <a:pt x="120759" y="113151"/>
                  <a:pt x="121581" y="113204"/>
                  <a:pt x="122390" y="113204"/>
                </a:cubicBezTo>
                <a:cubicBezTo>
                  <a:pt x="124492" y="113204"/>
                  <a:pt x="126501" y="112842"/>
                  <a:pt x="128660" y="112498"/>
                </a:cubicBezTo>
                <a:cubicBezTo>
                  <a:pt x="130320" y="112230"/>
                  <a:pt x="131984" y="112138"/>
                  <a:pt x="133653" y="112138"/>
                </a:cubicBezTo>
                <a:cubicBezTo>
                  <a:pt x="135321" y="112138"/>
                  <a:pt x="136994" y="112230"/>
                  <a:pt x="138673" y="112331"/>
                </a:cubicBezTo>
                <a:cubicBezTo>
                  <a:pt x="141764" y="112515"/>
                  <a:pt x="144846" y="112620"/>
                  <a:pt x="147945" y="112620"/>
                </a:cubicBezTo>
                <a:cubicBezTo>
                  <a:pt x="148259" y="112620"/>
                  <a:pt x="148574" y="112619"/>
                  <a:pt x="148888" y="112617"/>
                </a:cubicBezTo>
                <a:cubicBezTo>
                  <a:pt x="162152" y="112522"/>
                  <a:pt x="175273" y="110831"/>
                  <a:pt x="188488" y="110069"/>
                </a:cubicBezTo>
                <a:cubicBezTo>
                  <a:pt x="199526" y="109438"/>
                  <a:pt x="212682" y="110081"/>
                  <a:pt x="221040" y="103235"/>
                </a:cubicBezTo>
                <a:cubicBezTo>
                  <a:pt x="224219" y="100627"/>
                  <a:pt x="225946" y="97151"/>
                  <a:pt x="225350" y="93531"/>
                </a:cubicBezTo>
                <a:cubicBezTo>
                  <a:pt x="224803" y="90138"/>
                  <a:pt x="222243" y="87197"/>
                  <a:pt x="218087" y="86007"/>
                </a:cubicBezTo>
                <a:cubicBezTo>
                  <a:pt x="212908" y="84518"/>
                  <a:pt x="207181" y="85637"/>
                  <a:pt x="201943" y="84316"/>
                </a:cubicBezTo>
                <a:cubicBezTo>
                  <a:pt x="197144" y="83101"/>
                  <a:pt x="193418" y="80244"/>
                  <a:pt x="189429" y="77958"/>
                </a:cubicBezTo>
                <a:cubicBezTo>
                  <a:pt x="187453" y="76815"/>
                  <a:pt x="185357" y="75779"/>
                  <a:pt x="183047" y="75124"/>
                </a:cubicBezTo>
                <a:cubicBezTo>
                  <a:pt x="181018" y="74552"/>
                  <a:pt x="178881" y="74329"/>
                  <a:pt x="176737" y="74329"/>
                </a:cubicBezTo>
                <a:cubicBezTo>
                  <a:pt x="176026" y="74329"/>
                  <a:pt x="175314" y="74353"/>
                  <a:pt x="174606" y="74398"/>
                </a:cubicBezTo>
                <a:cubicBezTo>
                  <a:pt x="168947" y="74749"/>
                  <a:pt x="163483" y="76316"/>
                  <a:pt x="157786" y="76316"/>
                </a:cubicBezTo>
                <a:cubicBezTo>
                  <a:pt x="157682" y="76316"/>
                  <a:pt x="157577" y="76316"/>
                  <a:pt x="157473" y="76315"/>
                </a:cubicBezTo>
                <a:cubicBezTo>
                  <a:pt x="152663" y="76267"/>
                  <a:pt x="147317" y="75124"/>
                  <a:pt x="144816" y="71600"/>
                </a:cubicBezTo>
                <a:cubicBezTo>
                  <a:pt x="143388" y="69576"/>
                  <a:pt x="143149" y="67207"/>
                  <a:pt x="142661" y="64956"/>
                </a:cubicBezTo>
                <a:cubicBezTo>
                  <a:pt x="142245" y="62968"/>
                  <a:pt x="141518" y="61075"/>
                  <a:pt x="140209" y="59337"/>
                </a:cubicBezTo>
                <a:cubicBezTo>
                  <a:pt x="137863" y="56205"/>
                  <a:pt x="134089" y="53753"/>
                  <a:pt x="129743" y="52514"/>
                </a:cubicBezTo>
                <a:cubicBezTo>
                  <a:pt x="127656" y="51919"/>
                  <a:pt x="125480" y="51649"/>
                  <a:pt x="123261" y="51649"/>
                </a:cubicBezTo>
                <a:cubicBezTo>
                  <a:pt x="123037" y="51649"/>
                  <a:pt x="122812" y="51652"/>
                  <a:pt x="122587" y="51657"/>
                </a:cubicBezTo>
                <a:cubicBezTo>
                  <a:pt x="122123" y="51669"/>
                  <a:pt x="121659" y="51693"/>
                  <a:pt x="121182" y="51728"/>
                </a:cubicBezTo>
                <a:cubicBezTo>
                  <a:pt x="116479" y="50609"/>
                  <a:pt x="111503" y="50002"/>
                  <a:pt x="107121" y="48192"/>
                </a:cubicBezTo>
                <a:cubicBezTo>
                  <a:pt x="99501" y="45049"/>
                  <a:pt x="96298" y="38441"/>
                  <a:pt x="94560" y="32178"/>
                </a:cubicBezTo>
                <a:cubicBezTo>
                  <a:pt x="93584" y="28678"/>
                  <a:pt x="92929" y="25106"/>
                  <a:pt x="91726" y="21641"/>
                </a:cubicBezTo>
                <a:cubicBezTo>
                  <a:pt x="90810" y="19034"/>
                  <a:pt x="89548" y="16486"/>
                  <a:pt x="87952" y="14081"/>
                </a:cubicBezTo>
                <a:cubicBezTo>
                  <a:pt x="84809" y="9330"/>
                  <a:pt x="80237" y="4973"/>
                  <a:pt x="74200" y="2365"/>
                </a:cubicBezTo>
                <a:cubicBezTo>
                  <a:pt x="70558" y="797"/>
                  <a:pt x="66542" y="1"/>
                  <a:pt x="62499" y="1"/>
                </a:cubicBezTo>
                <a:close/>
              </a:path>
            </a:pathLst>
          </a:custGeom>
          <a:solidFill>
            <a:schemeClr val="lt1">
              <a:alpha val="31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" name="Google Shape;82;p13"/>
          <p:cNvGrpSpPr/>
          <p:nvPr/>
        </p:nvGrpSpPr>
        <p:grpSpPr>
          <a:xfrm rot="-1314983">
            <a:off x="8216103" y="3311234"/>
            <a:ext cx="972293" cy="928258"/>
            <a:chOff x="-1855532" y="1600966"/>
            <a:chExt cx="890361" cy="822923"/>
          </a:xfrm>
        </p:grpSpPr>
        <p:sp>
          <p:nvSpPr>
            <p:cNvPr id="83" name="Google Shape;83;p13"/>
            <p:cNvSpPr/>
            <p:nvPr/>
          </p:nvSpPr>
          <p:spPr>
            <a:xfrm>
              <a:off x="-1855532" y="1600966"/>
              <a:ext cx="890361" cy="822923"/>
            </a:xfrm>
            <a:custGeom>
              <a:avLst/>
              <a:gdLst/>
              <a:ahLst/>
              <a:cxnLst/>
              <a:rect l="l" t="t" r="r" b="b"/>
              <a:pathLst>
                <a:path w="58461" h="54033" extrusionOk="0">
                  <a:moveTo>
                    <a:pt x="47321" y="1"/>
                  </a:moveTo>
                  <a:cubicBezTo>
                    <a:pt x="40441" y="1"/>
                    <a:pt x="37679" y="10881"/>
                    <a:pt x="33040" y="10881"/>
                  </a:cubicBezTo>
                  <a:cubicBezTo>
                    <a:pt x="32537" y="10881"/>
                    <a:pt x="32012" y="10754"/>
                    <a:pt x="31457" y="10470"/>
                  </a:cubicBezTo>
                  <a:cubicBezTo>
                    <a:pt x="28833" y="9132"/>
                    <a:pt x="29046" y="767"/>
                    <a:pt x="24301" y="767"/>
                  </a:cubicBezTo>
                  <a:cubicBezTo>
                    <a:pt x="23556" y="767"/>
                    <a:pt x="22689" y="973"/>
                    <a:pt x="21670" y="1445"/>
                  </a:cubicBezTo>
                  <a:cubicBezTo>
                    <a:pt x="14944" y="4554"/>
                    <a:pt x="18014" y="15188"/>
                    <a:pt x="14423" y="15188"/>
                  </a:cubicBezTo>
                  <a:cubicBezTo>
                    <a:pt x="14149" y="15188"/>
                    <a:pt x="13837" y="15126"/>
                    <a:pt x="13479" y="14994"/>
                  </a:cubicBezTo>
                  <a:cubicBezTo>
                    <a:pt x="13466" y="14995"/>
                    <a:pt x="13454" y="14995"/>
                    <a:pt x="13442" y="14995"/>
                  </a:cubicBezTo>
                  <a:cubicBezTo>
                    <a:pt x="13056" y="14995"/>
                    <a:pt x="12597" y="14648"/>
                    <a:pt x="12193" y="14601"/>
                  </a:cubicBezTo>
                  <a:cubicBezTo>
                    <a:pt x="11921" y="14565"/>
                    <a:pt x="11656" y="14547"/>
                    <a:pt x="11398" y="14547"/>
                  </a:cubicBezTo>
                  <a:cubicBezTo>
                    <a:pt x="5868" y="14547"/>
                    <a:pt x="3575" y="22683"/>
                    <a:pt x="2596" y="26960"/>
                  </a:cubicBezTo>
                  <a:cubicBezTo>
                    <a:pt x="1" y="38140"/>
                    <a:pt x="3632" y="48629"/>
                    <a:pt x="3704" y="48677"/>
                  </a:cubicBezTo>
                  <a:cubicBezTo>
                    <a:pt x="8356" y="51599"/>
                    <a:pt x="14802" y="54033"/>
                    <a:pt x="20602" y="54033"/>
                  </a:cubicBezTo>
                  <a:cubicBezTo>
                    <a:pt x="22862" y="54033"/>
                    <a:pt x="25025" y="53663"/>
                    <a:pt x="26945" y="52809"/>
                  </a:cubicBezTo>
                  <a:cubicBezTo>
                    <a:pt x="34374" y="49499"/>
                    <a:pt x="30564" y="43272"/>
                    <a:pt x="30445" y="42355"/>
                  </a:cubicBezTo>
                  <a:cubicBezTo>
                    <a:pt x="30087" y="39653"/>
                    <a:pt x="31775" y="39051"/>
                    <a:pt x="33805" y="39051"/>
                  </a:cubicBezTo>
                  <a:cubicBezTo>
                    <a:pt x="35353" y="39051"/>
                    <a:pt x="37101" y="39402"/>
                    <a:pt x="38291" y="39438"/>
                  </a:cubicBezTo>
                  <a:cubicBezTo>
                    <a:pt x="38426" y="39442"/>
                    <a:pt x="38560" y="39444"/>
                    <a:pt x="38694" y="39444"/>
                  </a:cubicBezTo>
                  <a:cubicBezTo>
                    <a:pt x="43697" y="39444"/>
                    <a:pt x="48722" y="36430"/>
                    <a:pt x="47864" y="30830"/>
                  </a:cubicBezTo>
                  <a:cubicBezTo>
                    <a:pt x="47185" y="26484"/>
                    <a:pt x="43578" y="24353"/>
                    <a:pt x="49531" y="18495"/>
                  </a:cubicBezTo>
                  <a:cubicBezTo>
                    <a:pt x="58461" y="9708"/>
                    <a:pt x="54186" y="695"/>
                    <a:pt x="48043" y="40"/>
                  </a:cubicBezTo>
                  <a:cubicBezTo>
                    <a:pt x="47797" y="14"/>
                    <a:pt x="47556" y="1"/>
                    <a:pt x="473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-1801299" y="1673750"/>
              <a:ext cx="648448" cy="672557"/>
            </a:xfrm>
            <a:custGeom>
              <a:avLst/>
              <a:gdLst/>
              <a:ahLst/>
              <a:cxnLst/>
              <a:rect l="l" t="t" r="r" b="b"/>
              <a:pathLst>
                <a:path w="42577" h="44160" extrusionOk="0">
                  <a:moveTo>
                    <a:pt x="20562" y="1"/>
                  </a:moveTo>
                  <a:cubicBezTo>
                    <a:pt x="20402" y="1"/>
                    <a:pt x="20242" y="87"/>
                    <a:pt x="20181" y="286"/>
                  </a:cubicBezTo>
                  <a:cubicBezTo>
                    <a:pt x="19014" y="4024"/>
                    <a:pt x="18645" y="7906"/>
                    <a:pt x="18645" y="11823"/>
                  </a:cubicBezTo>
                  <a:cubicBezTo>
                    <a:pt x="18645" y="16121"/>
                    <a:pt x="19026" y="20431"/>
                    <a:pt x="17776" y="24622"/>
                  </a:cubicBezTo>
                  <a:cubicBezTo>
                    <a:pt x="17752" y="24705"/>
                    <a:pt x="17752" y="24789"/>
                    <a:pt x="17776" y="24848"/>
                  </a:cubicBezTo>
                  <a:cubicBezTo>
                    <a:pt x="12656" y="28956"/>
                    <a:pt x="7822" y="33397"/>
                    <a:pt x="3762" y="38528"/>
                  </a:cubicBezTo>
                  <a:cubicBezTo>
                    <a:pt x="4298" y="35540"/>
                    <a:pt x="3631" y="32516"/>
                    <a:pt x="3465" y="29492"/>
                  </a:cubicBezTo>
                  <a:cubicBezTo>
                    <a:pt x="3262" y="25693"/>
                    <a:pt x="3607" y="21931"/>
                    <a:pt x="5060" y="18395"/>
                  </a:cubicBezTo>
                  <a:cubicBezTo>
                    <a:pt x="5175" y="18100"/>
                    <a:pt x="4939" y="17910"/>
                    <a:pt x="4689" y="17910"/>
                  </a:cubicBezTo>
                  <a:cubicBezTo>
                    <a:pt x="4524" y="17910"/>
                    <a:pt x="4354" y="17992"/>
                    <a:pt x="4274" y="18181"/>
                  </a:cubicBezTo>
                  <a:cubicBezTo>
                    <a:pt x="2988" y="21348"/>
                    <a:pt x="2548" y="24693"/>
                    <a:pt x="2607" y="28098"/>
                  </a:cubicBezTo>
                  <a:cubicBezTo>
                    <a:pt x="2679" y="31885"/>
                    <a:pt x="3822" y="35814"/>
                    <a:pt x="2703" y="39517"/>
                  </a:cubicBezTo>
                  <a:cubicBezTo>
                    <a:pt x="2667" y="39659"/>
                    <a:pt x="2691" y="39767"/>
                    <a:pt x="2762" y="39862"/>
                  </a:cubicBezTo>
                  <a:cubicBezTo>
                    <a:pt x="1869" y="41064"/>
                    <a:pt x="1000" y="42291"/>
                    <a:pt x="190" y="43565"/>
                  </a:cubicBezTo>
                  <a:cubicBezTo>
                    <a:pt x="0" y="43871"/>
                    <a:pt x="281" y="44160"/>
                    <a:pt x="562" y="44160"/>
                  </a:cubicBezTo>
                  <a:cubicBezTo>
                    <a:pt x="686" y="44160"/>
                    <a:pt x="809" y="44104"/>
                    <a:pt x="893" y="43969"/>
                  </a:cubicBezTo>
                  <a:cubicBezTo>
                    <a:pt x="1988" y="42219"/>
                    <a:pt x="3203" y="40540"/>
                    <a:pt x="4477" y="38933"/>
                  </a:cubicBezTo>
                  <a:cubicBezTo>
                    <a:pt x="4665" y="38923"/>
                    <a:pt x="4852" y="38919"/>
                    <a:pt x="5039" y="38919"/>
                  </a:cubicBezTo>
                  <a:cubicBezTo>
                    <a:pt x="8447" y="38919"/>
                    <a:pt x="11650" y="40492"/>
                    <a:pt x="15025" y="40910"/>
                  </a:cubicBezTo>
                  <a:cubicBezTo>
                    <a:pt x="15977" y="41029"/>
                    <a:pt x="16929" y="41086"/>
                    <a:pt x="17878" y="41086"/>
                  </a:cubicBezTo>
                  <a:cubicBezTo>
                    <a:pt x="19862" y="41086"/>
                    <a:pt x="21836" y="40837"/>
                    <a:pt x="23777" y="40386"/>
                  </a:cubicBezTo>
                  <a:cubicBezTo>
                    <a:pt x="24256" y="40274"/>
                    <a:pt x="24099" y="39590"/>
                    <a:pt x="23657" y="39590"/>
                  </a:cubicBezTo>
                  <a:cubicBezTo>
                    <a:pt x="23627" y="39590"/>
                    <a:pt x="23595" y="39593"/>
                    <a:pt x="23562" y="39600"/>
                  </a:cubicBezTo>
                  <a:cubicBezTo>
                    <a:pt x="21684" y="40042"/>
                    <a:pt x="19777" y="40275"/>
                    <a:pt x="17868" y="40275"/>
                  </a:cubicBezTo>
                  <a:cubicBezTo>
                    <a:pt x="16281" y="40275"/>
                    <a:pt x="14694" y="40114"/>
                    <a:pt x="13120" y="39778"/>
                  </a:cubicBezTo>
                  <a:cubicBezTo>
                    <a:pt x="10418" y="39207"/>
                    <a:pt x="7882" y="38147"/>
                    <a:pt x="5119" y="38124"/>
                  </a:cubicBezTo>
                  <a:cubicBezTo>
                    <a:pt x="9632" y="32647"/>
                    <a:pt x="15037" y="27991"/>
                    <a:pt x="20657" y="23622"/>
                  </a:cubicBezTo>
                  <a:cubicBezTo>
                    <a:pt x="20693" y="23634"/>
                    <a:pt x="20717" y="23657"/>
                    <a:pt x="20764" y="23669"/>
                  </a:cubicBezTo>
                  <a:cubicBezTo>
                    <a:pt x="23741" y="24158"/>
                    <a:pt x="26479" y="25479"/>
                    <a:pt x="29503" y="25872"/>
                  </a:cubicBezTo>
                  <a:cubicBezTo>
                    <a:pt x="30510" y="26003"/>
                    <a:pt x="31519" y="26065"/>
                    <a:pt x="32526" y="26065"/>
                  </a:cubicBezTo>
                  <a:cubicBezTo>
                    <a:pt x="34258" y="26065"/>
                    <a:pt x="35986" y="25882"/>
                    <a:pt x="37695" y="25551"/>
                  </a:cubicBezTo>
                  <a:cubicBezTo>
                    <a:pt x="38177" y="25461"/>
                    <a:pt x="38015" y="24769"/>
                    <a:pt x="37566" y="24769"/>
                  </a:cubicBezTo>
                  <a:cubicBezTo>
                    <a:pt x="37539" y="24769"/>
                    <a:pt x="37510" y="24771"/>
                    <a:pt x="37481" y="24777"/>
                  </a:cubicBezTo>
                  <a:cubicBezTo>
                    <a:pt x="35839" y="25091"/>
                    <a:pt x="34184" y="25260"/>
                    <a:pt x="32529" y="25260"/>
                  </a:cubicBezTo>
                  <a:cubicBezTo>
                    <a:pt x="31109" y="25260"/>
                    <a:pt x="29689" y="25136"/>
                    <a:pt x="28277" y="24872"/>
                  </a:cubicBezTo>
                  <a:cubicBezTo>
                    <a:pt x="25955" y="24431"/>
                    <a:pt x="23788" y="23455"/>
                    <a:pt x="21479" y="22991"/>
                  </a:cubicBezTo>
                  <a:cubicBezTo>
                    <a:pt x="21872" y="22693"/>
                    <a:pt x="22253" y="22395"/>
                    <a:pt x="22645" y="22098"/>
                  </a:cubicBezTo>
                  <a:cubicBezTo>
                    <a:pt x="29956" y="16538"/>
                    <a:pt x="37481" y="10965"/>
                    <a:pt x="42386" y="3036"/>
                  </a:cubicBezTo>
                  <a:cubicBezTo>
                    <a:pt x="42576" y="2730"/>
                    <a:pt x="42301" y="2441"/>
                    <a:pt x="42023" y="2441"/>
                  </a:cubicBezTo>
                  <a:cubicBezTo>
                    <a:pt x="41901" y="2441"/>
                    <a:pt x="41779" y="2497"/>
                    <a:pt x="41695" y="2631"/>
                  </a:cubicBezTo>
                  <a:cubicBezTo>
                    <a:pt x="36385" y="11192"/>
                    <a:pt x="27991" y="16954"/>
                    <a:pt x="20145" y="22991"/>
                  </a:cubicBezTo>
                  <a:cubicBezTo>
                    <a:pt x="19681" y="23360"/>
                    <a:pt x="19216" y="23717"/>
                    <a:pt x="18740" y="24086"/>
                  </a:cubicBezTo>
                  <a:cubicBezTo>
                    <a:pt x="19645" y="20538"/>
                    <a:pt x="19514" y="16919"/>
                    <a:pt x="19467" y="13263"/>
                  </a:cubicBezTo>
                  <a:cubicBezTo>
                    <a:pt x="19395" y="8941"/>
                    <a:pt x="19669" y="4655"/>
                    <a:pt x="20955" y="500"/>
                  </a:cubicBezTo>
                  <a:cubicBezTo>
                    <a:pt x="21048" y="199"/>
                    <a:pt x="20804" y="1"/>
                    <a:pt x="205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85;p13"/>
          <p:cNvSpPr/>
          <p:nvPr/>
        </p:nvSpPr>
        <p:spPr>
          <a:xfrm>
            <a:off x="70" y="850947"/>
            <a:ext cx="8179245" cy="4098021"/>
          </a:xfrm>
          <a:custGeom>
            <a:avLst/>
            <a:gdLst/>
            <a:ahLst/>
            <a:cxnLst/>
            <a:rect l="l" t="t" r="r" b="b"/>
            <a:pathLst>
              <a:path w="225946" h="113205" extrusionOk="0">
                <a:moveTo>
                  <a:pt x="62499" y="1"/>
                </a:moveTo>
                <a:cubicBezTo>
                  <a:pt x="59883" y="1"/>
                  <a:pt x="57255" y="334"/>
                  <a:pt x="54710" y="1008"/>
                </a:cubicBezTo>
                <a:cubicBezTo>
                  <a:pt x="48019" y="2794"/>
                  <a:pt x="42649" y="6628"/>
                  <a:pt x="39791" y="11712"/>
                </a:cubicBezTo>
                <a:cubicBezTo>
                  <a:pt x="36672" y="17272"/>
                  <a:pt x="35588" y="24499"/>
                  <a:pt x="28540" y="28059"/>
                </a:cubicBezTo>
                <a:cubicBezTo>
                  <a:pt x="26790" y="28940"/>
                  <a:pt x="24873" y="29250"/>
                  <a:pt x="22908" y="29678"/>
                </a:cubicBezTo>
                <a:cubicBezTo>
                  <a:pt x="21075" y="30083"/>
                  <a:pt x="19539" y="30774"/>
                  <a:pt x="18229" y="31869"/>
                </a:cubicBezTo>
                <a:cubicBezTo>
                  <a:pt x="15634" y="34048"/>
                  <a:pt x="13788" y="36953"/>
                  <a:pt x="12371" y="39691"/>
                </a:cubicBezTo>
                <a:cubicBezTo>
                  <a:pt x="10811" y="42715"/>
                  <a:pt x="9811" y="45906"/>
                  <a:pt x="9407" y="49157"/>
                </a:cubicBezTo>
                <a:cubicBezTo>
                  <a:pt x="8978" y="52514"/>
                  <a:pt x="9526" y="55765"/>
                  <a:pt x="9799" y="59122"/>
                </a:cubicBezTo>
                <a:cubicBezTo>
                  <a:pt x="9942" y="60956"/>
                  <a:pt x="9907" y="62813"/>
                  <a:pt x="9145" y="64563"/>
                </a:cubicBezTo>
                <a:cubicBezTo>
                  <a:pt x="8454" y="66159"/>
                  <a:pt x="7156" y="67528"/>
                  <a:pt x="5858" y="68850"/>
                </a:cubicBezTo>
                <a:cubicBezTo>
                  <a:pt x="3608" y="71124"/>
                  <a:pt x="2644" y="74053"/>
                  <a:pt x="1739" y="76886"/>
                </a:cubicBezTo>
                <a:cubicBezTo>
                  <a:pt x="1" y="82375"/>
                  <a:pt x="822" y="87769"/>
                  <a:pt x="5025" y="92293"/>
                </a:cubicBezTo>
                <a:cubicBezTo>
                  <a:pt x="9359" y="96948"/>
                  <a:pt x="15860" y="100080"/>
                  <a:pt x="22753" y="101830"/>
                </a:cubicBezTo>
                <a:cubicBezTo>
                  <a:pt x="28327" y="103249"/>
                  <a:pt x="34155" y="103754"/>
                  <a:pt x="39991" y="103754"/>
                </a:cubicBezTo>
                <a:cubicBezTo>
                  <a:pt x="42970" y="103754"/>
                  <a:pt x="45950" y="103623"/>
                  <a:pt x="48900" y="103413"/>
                </a:cubicBezTo>
                <a:cubicBezTo>
                  <a:pt x="53579" y="103092"/>
                  <a:pt x="58222" y="102437"/>
                  <a:pt x="62913" y="102175"/>
                </a:cubicBezTo>
                <a:cubicBezTo>
                  <a:pt x="63658" y="102135"/>
                  <a:pt x="64397" y="102114"/>
                  <a:pt x="65129" y="102114"/>
                </a:cubicBezTo>
                <a:cubicBezTo>
                  <a:pt x="68914" y="102114"/>
                  <a:pt x="72542" y="102654"/>
                  <a:pt x="76153" y="103711"/>
                </a:cubicBezTo>
                <a:cubicBezTo>
                  <a:pt x="80213" y="104902"/>
                  <a:pt x="84083" y="106461"/>
                  <a:pt x="88166" y="107592"/>
                </a:cubicBezTo>
                <a:cubicBezTo>
                  <a:pt x="90798" y="108319"/>
                  <a:pt x="93500" y="108890"/>
                  <a:pt x="96227" y="109331"/>
                </a:cubicBezTo>
                <a:cubicBezTo>
                  <a:pt x="101001" y="110283"/>
                  <a:pt x="106085" y="110676"/>
                  <a:pt x="110574" y="111283"/>
                </a:cubicBezTo>
                <a:cubicBezTo>
                  <a:pt x="113741" y="111712"/>
                  <a:pt x="116765" y="112534"/>
                  <a:pt x="119908" y="113022"/>
                </a:cubicBezTo>
                <a:cubicBezTo>
                  <a:pt x="120759" y="113151"/>
                  <a:pt x="121581" y="113204"/>
                  <a:pt x="122390" y="113204"/>
                </a:cubicBezTo>
                <a:cubicBezTo>
                  <a:pt x="124492" y="113204"/>
                  <a:pt x="126501" y="112842"/>
                  <a:pt x="128660" y="112498"/>
                </a:cubicBezTo>
                <a:cubicBezTo>
                  <a:pt x="130320" y="112230"/>
                  <a:pt x="131984" y="112138"/>
                  <a:pt x="133653" y="112138"/>
                </a:cubicBezTo>
                <a:cubicBezTo>
                  <a:pt x="135321" y="112138"/>
                  <a:pt x="136994" y="112230"/>
                  <a:pt x="138673" y="112331"/>
                </a:cubicBezTo>
                <a:cubicBezTo>
                  <a:pt x="141764" y="112515"/>
                  <a:pt x="144846" y="112620"/>
                  <a:pt x="147945" y="112620"/>
                </a:cubicBezTo>
                <a:cubicBezTo>
                  <a:pt x="148259" y="112620"/>
                  <a:pt x="148574" y="112619"/>
                  <a:pt x="148888" y="112617"/>
                </a:cubicBezTo>
                <a:cubicBezTo>
                  <a:pt x="162152" y="112522"/>
                  <a:pt x="175273" y="110831"/>
                  <a:pt x="188488" y="110069"/>
                </a:cubicBezTo>
                <a:cubicBezTo>
                  <a:pt x="199526" y="109438"/>
                  <a:pt x="212682" y="110081"/>
                  <a:pt x="221040" y="103235"/>
                </a:cubicBezTo>
                <a:cubicBezTo>
                  <a:pt x="224219" y="100627"/>
                  <a:pt x="225946" y="97151"/>
                  <a:pt x="225350" y="93531"/>
                </a:cubicBezTo>
                <a:cubicBezTo>
                  <a:pt x="224803" y="90138"/>
                  <a:pt x="222243" y="87197"/>
                  <a:pt x="218087" y="86007"/>
                </a:cubicBezTo>
                <a:cubicBezTo>
                  <a:pt x="212908" y="84518"/>
                  <a:pt x="207181" y="85637"/>
                  <a:pt x="201943" y="84316"/>
                </a:cubicBezTo>
                <a:cubicBezTo>
                  <a:pt x="197144" y="83101"/>
                  <a:pt x="193418" y="80244"/>
                  <a:pt x="189429" y="77958"/>
                </a:cubicBezTo>
                <a:cubicBezTo>
                  <a:pt x="187453" y="76815"/>
                  <a:pt x="185357" y="75779"/>
                  <a:pt x="183047" y="75124"/>
                </a:cubicBezTo>
                <a:cubicBezTo>
                  <a:pt x="181018" y="74552"/>
                  <a:pt x="178881" y="74329"/>
                  <a:pt x="176737" y="74329"/>
                </a:cubicBezTo>
                <a:cubicBezTo>
                  <a:pt x="176026" y="74329"/>
                  <a:pt x="175314" y="74353"/>
                  <a:pt x="174606" y="74398"/>
                </a:cubicBezTo>
                <a:cubicBezTo>
                  <a:pt x="168947" y="74749"/>
                  <a:pt x="163483" y="76316"/>
                  <a:pt x="157786" y="76316"/>
                </a:cubicBezTo>
                <a:cubicBezTo>
                  <a:pt x="157682" y="76316"/>
                  <a:pt x="157577" y="76316"/>
                  <a:pt x="157473" y="76315"/>
                </a:cubicBezTo>
                <a:cubicBezTo>
                  <a:pt x="152663" y="76267"/>
                  <a:pt x="147317" y="75124"/>
                  <a:pt x="144816" y="71600"/>
                </a:cubicBezTo>
                <a:cubicBezTo>
                  <a:pt x="143388" y="69576"/>
                  <a:pt x="143149" y="67207"/>
                  <a:pt x="142661" y="64956"/>
                </a:cubicBezTo>
                <a:cubicBezTo>
                  <a:pt x="142245" y="62968"/>
                  <a:pt x="141518" y="61075"/>
                  <a:pt x="140209" y="59337"/>
                </a:cubicBezTo>
                <a:cubicBezTo>
                  <a:pt x="137863" y="56205"/>
                  <a:pt x="134089" y="53753"/>
                  <a:pt x="129743" y="52514"/>
                </a:cubicBezTo>
                <a:cubicBezTo>
                  <a:pt x="127656" y="51919"/>
                  <a:pt x="125480" y="51649"/>
                  <a:pt x="123261" y="51649"/>
                </a:cubicBezTo>
                <a:cubicBezTo>
                  <a:pt x="123037" y="51649"/>
                  <a:pt x="122812" y="51652"/>
                  <a:pt x="122587" y="51657"/>
                </a:cubicBezTo>
                <a:cubicBezTo>
                  <a:pt x="122123" y="51669"/>
                  <a:pt x="121659" y="51693"/>
                  <a:pt x="121182" y="51728"/>
                </a:cubicBezTo>
                <a:cubicBezTo>
                  <a:pt x="116479" y="50609"/>
                  <a:pt x="111503" y="50002"/>
                  <a:pt x="107121" y="48192"/>
                </a:cubicBezTo>
                <a:cubicBezTo>
                  <a:pt x="99501" y="45049"/>
                  <a:pt x="96298" y="38441"/>
                  <a:pt x="94560" y="32178"/>
                </a:cubicBezTo>
                <a:cubicBezTo>
                  <a:pt x="93584" y="28678"/>
                  <a:pt x="92929" y="25106"/>
                  <a:pt x="91726" y="21641"/>
                </a:cubicBezTo>
                <a:cubicBezTo>
                  <a:pt x="90810" y="19034"/>
                  <a:pt x="89548" y="16486"/>
                  <a:pt x="87952" y="14081"/>
                </a:cubicBezTo>
                <a:cubicBezTo>
                  <a:pt x="84809" y="9330"/>
                  <a:pt x="80237" y="4973"/>
                  <a:pt x="74200" y="2365"/>
                </a:cubicBezTo>
                <a:cubicBezTo>
                  <a:pt x="70558" y="797"/>
                  <a:pt x="66542" y="1"/>
                  <a:pt x="62499" y="1"/>
                </a:cubicBezTo>
                <a:close/>
              </a:path>
            </a:pathLst>
          </a:custGeom>
          <a:solidFill>
            <a:schemeClr val="lt1">
              <a:alpha val="446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" name="Google Shape;86;p13"/>
          <p:cNvGrpSpPr/>
          <p:nvPr/>
        </p:nvGrpSpPr>
        <p:grpSpPr>
          <a:xfrm>
            <a:off x="461664" y="2367617"/>
            <a:ext cx="1251074" cy="1089966"/>
            <a:chOff x="2227541" y="6011760"/>
            <a:chExt cx="2864180" cy="2495343"/>
          </a:xfrm>
        </p:grpSpPr>
        <p:sp>
          <p:nvSpPr>
            <p:cNvPr id="87" name="Google Shape;87;p13"/>
            <p:cNvSpPr/>
            <p:nvPr/>
          </p:nvSpPr>
          <p:spPr>
            <a:xfrm rot="-1131582">
              <a:off x="2772277" y="6293752"/>
              <a:ext cx="2064072" cy="1922827"/>
            </a:xfrm>
            <a:custGeom>
              <a:avLst/>
              <a:gdLst/>
              <a:ahLst/>
              <a:cxnLst/>
              <a:rect l="l" t="t" r="r" b="b"/>
              <a:pathLst>
                <a:path w="83428" h="77719" extrusionOk="0">
                  <a:moveTo>
                    <a:pt x="43744" y="1"/>
                  </a:moveTo>
                  <a:cubicBezTo>
                    <a:pt x="43607" y="1"/>
                    <a:pt x="43469" y="5"/>
                    <a:pt x="43328" y="15"/>
                  </a:cubicBezTo>
                  <a:cubicBezTo>
                    <a:pt x="39256" y="277"/>
                    <a:pt x="37779" y="4360"/>
                    <a:pt x="36839" y="7718"/>
                  </a:cubicBezTo>
                  <a:cubicBezTo>
                    <a:pt x="35589" y="12203"/>
                    <a:pt x="34968" y="18558"/>
                    <a:pt x="31040" y="18558"/>
                  </a:cubicBezTo>
                  <a:cubicBezTo>
                    <a:pt x="29952" y="18558"/>
                    <a:pt x="28611" y="18070"/>
                    <a:pt x="26933" y="16921"/>
                  </a:cubicBezTo>
                  <a:cubicBezTo>
                    <a:pt x="25614" y="16019"/>
                    <a:pt x="23908" y="14589"/>
                    <a:pt x="22178" y="14589"/>
                  </a:cubicBezTo>
                  <a:cubicBezTo>
                    <a:pt x="21830" y="14589"/>
                    <a:pt x="21481" y="14647"/>
                    <a:pt x="21134" y="14778"/>
                  </a:cubicBezTo>
                  <a:cubicBezTo>
                    <a:pt x="15276" y="16993"/>
                    <a:pt x="19075" y="24530"/>
                    <a:pt x="19753" y="28387"/>
                  </a:cubicBezTo>
                  <a:cubicBezTo>
                    <a:pt x="20166" y="30701"/>
                    <a:pt x="20096" y="34763"/>
                    <a:pt x="17456" y="34763"/>
                  </a:cubicBezTo>
                  <a:cubicBezTo>
                    <a:pt x="17054" y="34763"/>
                    <a:pt x="16592" y="34669"/>
                    <a:pt x="16062" y="34459"/>
                  </a:cubicBezTo>
                  <a:cubicBezTo>
                    <a:pt x="11365" y="32594"/>
                    <a:pt x="10296" y="26273"/>
                    <a:pt x="4770" y="26273"/>
                  </a:cubicBezTo>
                  <a:cubicBezTo>
                    <a:pt x="4512" y="26273"/>
                    <a:pt x="4244" y="26287"/>
                    <a:pt x="3966" y="26315"/>
                  </a:cubicBezTo>
                  <a:cubicBezTo>
                    <a:pt x="715" y="26649"/>
                    <a:pt x="1" y="29554"/>
                    <a:pt x="489" y="32328"/>
                  </a:cubicBezTo>
                  <a:cubicBezTo>
                    <a:pt x="1251" y="36555"/>
                    <a:pt x="3644" y="40222"/>
                    <a:pt x="5085" y="44211"/>
                  </a:cubicBezTo>
                  <a:cubicBezTo>
                    <a:pt x="6597" y="48390"/>
                    <a:pt x="7061" y="52997"/>
                    <a:pt x="6549" y="57403"/>
                  </a:cubicBezTo>
                  <a:cubicBezTo>
                    <a:pt x="6275" y="59784"/>
                    <a:pt x="4037" y="62999"/>
                    <a:pt x="4632" y="65380"/>
                  </a:cubicBezTo>
                  <a:cubicBezTo>
                    <a:pt x="5513" y="68856"/>
                    <a:pt x="12336" y="68321"/>
                    <a:pt x="15050" y="68797"/>
                  </a:cubicBezTo>
                  <a:cubicBezTo>
                    <a:pt x="18884" y="69476"/>
                    <a:pt x="22766" y="70095"/>
                    <a:pt x="26468" y="71345"/>
                  </a:cubicBezTo>
                  <a:cubicBezTo>
                    <a:pt x="30939" y="72847"/>
                    <a:pt x="38196" y="77718"/>
                    <a:pt x="44090" y="77718"/>
                  </a:cubicBezTo>
                  <a:cubicBezTo>
                    <a:pt x="46186" y="77718"/>
                    <a:pt x="48109" y="77102"/>
                    <a:pt x="49674" y="75500"/>
                  </a:cubicBezTo>
                  <a:cubicBezTo>
                    <a:pt x="51602" y="73524"/>
                    <a:pt x="50626" y="70488"/>
                    <a:pt x="49185" y="68559"/>
                  </a:cubicBezTo>
                  <a:cubicBezTo>
                    <a:pt x="47364" y="66130"/>
                    <a:pt x="44090" y="64594"/>
                    <a:pt x="42661" y="61856"/>
                  </a:cubicBezTo>
                  <a:cubicBezTo>
                    <a:pt x="41468" y="59570"/>
                    <a:pt x="43103" y="58980"/>
                    <a:pt x="45242" y="58980"/>
                  </a:cubicBezTo>
                  <a:cubicBezTo>
                    <a:pt x="47158" y="58980"/>
                    <a:pt x="49479" y="59453"/>
                    <a:pt x="50531" y="59605"/>
                  </a:cubicBezTo>
                  <a:cubicBezTo>
                    <a:pt x="52312" y="59861"/>
                    <a:pt x="54410" y="60234"/>
                    <a:pt x="56446" y="60234"/>
                  </a:cubicBezTo>
                  <a:cubicBezTo>
                    <a:pt x="59050" y="60234"/>
                    <a:pt x="61553" y="59624"/>
                    <a:pt x="63163" y="57379"/>
                  </a:cubicBezTo>
                  <a:cubicBezTo>
                    <a:pt x="66116" y="53271"/>
                    <a:pt x="61497" y="49068"/>
                    <a:pt x="58818" y="46354"/>
                  </a:cubicBezTo>
                  <a:cubicBezTo>
                    <a:pt x="55151" y="42627"/>
                    <a:pt x="56532" y="41246"/>
                    <a:pt x="59306" y="40817"/>
                  </a:cubicBezTo>
                  <a:cubicBezTo>
                    <a:pt x="60111" y="40689"/>
                    <a:pt x="61032" y="40643"/>
                    <a:pt x="61979" y="40643"/>
                  </a:cubicBezTo>
                  <a:cubicBezTo>
                    <a:pt x="63762" y="40643"/>
                    <a:pt x="65636" y="40807"/>
                    <a:pt x="66997" y="40901"/>
                  </a:cubicBezTo>
                  <a:cubicBezTo>
                    <a:pt x="68350" y="40991"/>
                    <a:pt x="70090" y="41137"/>
                    <a:pt x="71903" y="41137"/>
                  </a:cubicBezTo>
                  <a:cubicBezTo>
                    <a:pt x="76075" y="41137"/>
                    <a:pt x="80636" y="40364"/>
                    <a:pt x="81773" y="36364"/>
                  </a:cubicBezTo>
                  <a:cubicBezTo>
                    <a:pt x="83428" y="30578"/>
                    <a:pt x="75260" y="28090"/>
                    <a:pt x="71057" y="27816"/>
                  </a:cubicBezTo>
                  <a:cubicBezTo>
                    <a:pt x="69545" y="27720"/>
                    <a:pt x="66307" y="27518"/>
                    <a:pt x="65557" y="25863"/>
                  </a:cubicBezTo>
                  <a:cubicBezTo>
                    <a:pt x="64425" y="23339"/>
                    <a:pt x="68890" y="21386"/>
                    <a:pt x="70414" y="20291"/>
                  </a:cubicBezTo>
                  <a:cubicBezTo>
                    <a:pt x="73534" y="18029"/>
                    <a:pt x="75927" y="14493"/>
                    <a:pt x="76606" y="10659"/>
                  </a:cubicBezTo>
                  <a:cubicBezTo>
                    <a:pt x="77201" y="7313"/>
                    <a:pt x="75355" y="4337"/>
                    <a:pt x="72319" y="2920"/>
                  </a:cubicBezTo>
                  <a:cubicBezTo>
                    <a:pt x="71216" y="2408"/>
                    <a:pt x="70191" y="2186"/>
                    <a:pt x="69227" y="2186"/>
                  </a:cubicBezTo>
                  <a:cubicBezTo>
                    <a:pt x="63183" y="2186"/>
                    <a:pt x="59515" y="10924"/>
                    <a:pt x="53960" y="12135"/>
                  </a:cubicBezTo>
                  <a:cubicBezTo>
                    <a:pt x="53728" y="12186"/>
                    <a:pt x="53514" y="12210"/>
                    <a:pt x="53317" y="12210"/>
                  </a:cubicBezTo>
                  <a:cubicBezTo>
                    <a:pt x="50797" y="12210"/>
                    <a:pt x="50946" y="8282"/>
                    <a:pt x="50317" y="6206"/>
                  </a:cubicBezTo>
                  <a:cubicBezTo>
                    <a:pt x="49353" y="3076"/>
                    <a:pt x="47297" y="1"/>
                    <a:pt x="43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" name="Google Shape;88;p13"/>
            <p:cNvGrpSpPr/>
            <p:nvPr/>
          </p:nvGrpSpPr>
          <p:grpSpPr>
            <a:xfrm>
              <a:off x="2227541" y="6635267"/>
              <a:ext cx="2250382" cy="1871835"/>
              <a:chOff x="2227541" y="6635267"/>
              <a:chExt cx="2250382" cy="1871835"/>
            </a:xfrm>
          </p:grpSpPr>
          <p:sp>
            <p:nvSpPr>
              <p:cNvPr id="89" name="Google Shape;89;p13"/>
              <p:cNvSpPr/>
              <p:nvPr/>
            </p:nvSpPr>
            <p:spPr>
              <a:xfrm rot="-1131582">
                <a:off x="2389104" y="6911337"/>
                <a:ext cx="1927256" cy="1319697"/>
              </a:xfrm>
              <a:custGeom>
                <a:avLst/>
                <a:gdLst/>
                <a:ahLst/>
                <a:cxnLst/>
                <a:rect l="l" t="t" r="r" b="b"/>
                <a:pathLst>
                  <a:path w="77898" h="53341" extrusionOk="0">
                    <a:moveTo>
                      <a:pt x="77657" y="0"/>
                    </a:moveTo>
                    <a:cubicBezTo>
                      <a:pt x="77524" y="0"/>
                      <a:pt x="77309" y="98"/>
                      <a:pt x="77038" y="330"/>
                    </a:cubicBezTo>
                    <a:cubicBezTo>
                      <a:pt x="77038" y="330"/>
                      <a:pt x="75681" y="1521"/>
                      <a:pt x="73430" y="3497"/>
                    </a:cubicBezTo>
                    <a:cubicBezTo>
                      <a:pt x="72299" y="4486"/>
                      <a:pt x="70954" y="5664"/>
                      <a:pt x="69430" y="6998"/>
                    </a:cubicBezTo>
                    <a:cubicBezTo>
                      <a:pt x="68668" y="7665"/>
                      <a:pt x="67870" y="8367"/>
                      <a:pt x="67037" y="9093"/>
                    </a:cubicBezTo>
                    <a:cubicBezTo>
                      <a:pt x="66203" y="9820"/>
                      <a:pt x="65334" y="10594"/>
                      <a:pt x="64441" y="11391"/>
                    </a:cubicBezTo>
                    <a:cubicBezTo>
                      <a:pt x="63548" y="12177"/>
                      <a:pt x="62631" y="12999"/>
                      <a:pt x="61691" y="13832"/>
                    </a:cubicBezTo>
                    <a:cubicBezTo>
                      <a:pt x="61453" y="14034"/>
                      <a:pt x="61215" y="14249"/>
                      <a:pt x="60976" y="14463"/>
                    </a:cubicBezTo>
                    <a:cubicBezTo>
                      <a:pt x="60750" y="14677"/>
                      <a:pt x="60512" y="14892"/>
                      <a:pt x="60274" y="15106"/>
                    </a:cubicBezTo>
                    <a:cubicBezTo>
                      <a:pt x="59798" y="15535"/>
                      <a:pt x="59321" y="15975"/>
                      <a:pt x="58845" y="16416"/>
                    </a:cubicBezTo>
                    <a:cubicBezTo>
                      <a:pt x="57881" y="17297"/>
                      <a:pt x="56916" y="18190"/>
                      <a:pt x="55940" y="19083"/>
                    </a:cubicBezTo>
                    <a:lnTo>
                      <a:pt x="55571" y="19416"/>
                    </a:lnTo>
                    <a:lnTo>
                      <a:pt x="55214" y="19773"/>
                    </a:lnTo>
                    <a:cubicBezTo>
                      <a:pt x="54976" y="20011"/>
                      <a:pt x="54738" y="20250"/>
                      <a:pt x="54499" y="20488"/>
                    </a:cubicBezTo>
                    <a:cubicBezTo>
                      <a:pt x="54035" y="20964"/>
                      <a:pt x="53571" y="21440"/>
                      <a:pt x="53106" y="21916"/>
                    </a:cubicBezTo>
                    <a:cubicBezTo>
                      <a:pt x="51261" y="23845"/>
                      <a:pt x="49463" y="25798"/>
                      <a:pt x="47725" y="27691"/>
                    </a:cubicBezTo>
                    <a:cubicBezTo>
                      <a:pt x="45975" y="29572"/>
                      <a:pt x="44284" y="31370"/>
                      <a:pt x="42653" y="33025"/>
                    </a:cubicBezTo>
                    <a:cubicBezTo>
                      <a:pt x="41033" y="34668"/>
                      <a:pt x="39259" y="36406"/>
                      <a:pt x="37342" y="38085"/>
                    </a:cubicBezTo>
                    <a:cubicBezTo>
                      <a:pt x="36378" y="38918"/>
                      <a:pt x="35390" y="39752"/>
                      <a:pt x="34354" y="40538"/>
                    </a:cubicBezTo>
                    <a:cubicBezTo>
                      <a:pt x="33318" y="41335"/>
                      <a:pt x="32247" y="42109"/>
                      <a:pt x="31151" y="42824"/>
                    </a:cubicBezTo>
                    <a:cubicBezTo>
                      <a:pt x="30044" y="43550"/>
                      <a:pt x="28913" y="44205"/>
                      <a:pt x="27746" y="44812"/>
                    </a:cubicBezTo>
                    <a:cubicBezTo>
                      <a:pt x="27460" y="44967"/>
                      <a:pt x="27175" y="45122"/>
                      <a:pt x="26877" y="45253"/>
                    </a:cubicBezTo>
                    <a:cubicBezTo>
                      <a:pt x="26579" y="45395"/>
                      <a:pt x="26293" y="45538"/>
                      <a:pt x="25996" y="45669"/>
                    </a:cubicBezTo>
                    <a:cubicBezTo>
                      <a:pt x="25401" y="45919"/>
                      <a:pt x="24793" y="46146"/>
                      <a:pt x="24186" y="46384"/>
                    </a:cubicBezTo>
                    <a:cubicBezTo>
                      <a:pt x="23888" y="46503"/>
                      <a:pt x="23591" y="46622"/>
                      <a:pt x="23293" y="46741"/>
                    </a:cubicBezTo>
                    <a:cubicBezTo>
                      <a:pt x="23138" y="46800"/>
                      <a:pt x="22995" y="46860"/>
                      <a:pt x="22853" y="46919"/>
                    </a:cubicBezTo>
                    <a:cubicBezTo>
                      <a:pt x="22698" y="46967"/>
                      <a:pt x="22543" y="47027"/>
                      <a:pt x="22400" y="47074"/>
                    </a:cubicBezTo>
                    <a:cubicBezTo>
                      <a:pt x="21793" y="47289"/>
                      <a:pt x="21198" y="47491"/>
                      <a:pt x="20602" y="47693"/>
                    </a:cubicBezTo>
                    <a:cubicBezTo>
                      <a:pt x="20317" y="47801"/>
                      <a:pt x="20019" y="47908"/>
                      <a:pt x="19721" y="48003"/>
                    </a:cubicBezTo>
                    <a:cubicBezTo>
                      <a:pt x="19435" y="48098"/>
                      <a:pt x="19138" y="48182"/>
                      <a:pt x="18852" y="48277"/>
                    </a:cubicBezTo>
                    <a:cubicBezTo>
                      <a:pt x="18257" y="48455"/>
                      <a:pt x="17685" y="48634"/>
                      <a:pt x="17114" y="48813"/>
                    </a:cubicBezTo>
                    <a:cubicBezTo>
                      <a:pt x="12566" y="50170"/>
                      <a:pt x="8470" y="51087"/>
                      <a:pt x="5553" y="51753"/>
                    </a:cubicBezTo>
                    <a:cubicBezTo>
                      <a:pt x="4100" y="52075"/>
                      <a:pt x="2922" y="52337"/>
                      <a:pt x="2112" y="52503"/>
                    </a:cubicBezTo>
                    <a:cubicBezTo>
                      <a:pt x="1314" y="52682"/>
                      <a:pt x="874" y="52777"/>
                      <a:pt x="874" y="52777"/>
                    </a:cubicBezTo>
                    <a:cubicBezTo>
                      <a:pt x="47" y="52974"/>
                      <a:pt x="1" y="53340"/>
                      <a:pt x="641" y="53340"/>
                    </a:cubicBezTo>
                    <a:cubicBezTo>
                      <a:pt x="739" y="53340"/>
                      <a:pt x="852" y="53332"/>
                      <a:pt x="981" y="53313"/>
                    </a:cubicBezTo>
                    <a:cubicBezTo>
                      <a:pt x="981" y="53313"/>
                      <a:pt x="1421" y="53218"/>
                      <a:pt x="2231" y="53063"/>
                    </a:cubicBezTo>
                    <a:cubicBezTo>
                      <a:pt x="3041" y="52896"/>
                      <a:pt x="4219" y="52658"/>
                      <a:pt x="5684" y="52361"/>
                    </a:cubicBezTo>
                    <a:cubicBezTo>
                      <a:pt x="8625" y="51741"/>
                      <a:pt x="12732" y="50884"/>
                      <a:pt x="17340" y="49575"/>
                    </a:cubicBezTo>
                    <a:cubicBezTo>
                      <a:pt x="17911" y="49408"/>
                      <a:pt x="18495" y="49241"/>
                      <a:pt x="19090" y="49063"/>
                    </a:cubicBezTo>
                    <a:cubicBezTo>
                      <a:pt x="19388" y="48979"/>
                      <a:pt x="19686" y="48884"/>
                      <a:pt x="19983" y="48801"/>
                    </a:cubicBezTo>
                    <a:cubicBezTo>
                      <a:pt x="20281" y="48705"/>
                      <a:pt x="20578" y="48598"/>
                      <a:pt x="20876" y="48503"/>
                    </a:cubicBezTo>
                    <a:cubicBezTo>
                      <a:pt x="21471" y="48301"/>
                      <a:pt x="22079" y="48098"/>
                      <a:pt x="22686" y="47896"/>
                    </a:cubicBezTo>
                    <a:cubicBezTo>
                      <a:pt x="22841" y="47848"/>
                      <a:pt x="22995" y="47789"/>
                      <a:pt x="23150" y="47741"/>
                    </a:cubicBezTo>
                    <a:cubicBezTo>
                      <a:pt x="23293" y="47681"/>
                      <a:pt x="23448" y="47622"/>
                      <a:pt x="23603" y="47562"/>
                    </a:cubicBezTo>
                    <a:cubicBezTo>
                      <a:pt x="23900" y="47455"/>
                      <a:pt x="24210" y="47336"/>
                      <a:pt x="24519" y="47217"/>
                    </a:cubicBezTo>
                    <a:cubicBezTo>
                      <a:pt x="25127" y="46979"/>
                      <a:pt x="25746" y="46753"/>
                      <a:pt x="26365" y="46515"/>
                    </a:cubicBezTo>
                    <a:cubicBezTo>
                      <a:pt x="26663" y="46372"/>
                      <a:pt x="26972" y="46229"/>
                      <a:pt x="27270" y="46086"/>
                    </a:cubicBezTo>
                    <a:cubicBezTo>
                      <a:pt x="27579" y="45955"/>
                      <a:pt x="27877" y="45800"/>
                      <a:pt x="28175" y="45646"/>
                    </a:cubicBezTo>
                    <a:cubicBezTo>
                      <a:pt x="29365" y="45038"/>
                      <a:pt x="30544" y="44372"/>
                      <a:pt x="31675" y="43645"/>
                    </a:cubicBezTo>
                    <a:cubicBezTo>
                      <a:pt x="32806" y="42919"/>
                      <a:pt x="33902" y="42145"/>
                      <a:pt x="34961" y="41347"/>
                    </a:cubicBezTo>
                    <a:cubicBezTo>
                      <a:pt x="36021" y="40538"/>
                      <a:pt x="37033" y="39704"/>
                      <a:pt x="38021" y="38859"/>
                    </a:cubicBezTo>
                    <a:cubicBezTo>
                      <a:pt x="39974" y="37168"/>
                      <a:pt x="41772" y="35430"/>
                      <a:pt x="43415" y="33763"/>
                    </a:cubicBezTo>
                    <a:cubicBezTo>
                      <a:pt x="45046" y="32108"/>
                      <a:pt x="46748" y="30286"/>
                      <a:pt x="48475" y="28381"/>
                    </a:cubicBezTo>
                    <a:cubicBezTo>
                      <a:pt x="50213" y="26488"/>
                      <a:pt x="51999" y="24524"/>
                      <a:pt x="53809" y="22595"/>
                    </a:cubicBezTo>
                    <a:cubicBezTo>
                      <a:pt x="54273" y="22107"/>
                      <a:pt x="54726" y="21631"/>
                      <a:pt x="55190" y="21154"/>
                    </a:cubicBezTo>
                    <a:cubicBezTo>
                      <a:pt x="55416" y="20916"/>
                      <a:pt x="55642" y="20678"/>
                      <a:pt x="55881" y="20452"/>
                    </a:cubicBezTo>
                    <a:lnTo>
                      <a:pt x="56226" y="20095"/>
                    </a:lnTo>
                    <a:lnTo>
                      <a:pt x="56583" y="19761"/>
                    </a:lnTo>
                    <a:cubicBezTo>
                      <a:pt x="57547" y="18857"/>
                      <a:pt x="58512" y="17952"/>
                      <a:pt x="59452" y="17071"/>
                    </a:cubicBezTo>
                    <a:cubicBezTo>
                      <a:pt x="59929" y="16618"/>
                      <a:pt x="60393" y="16178"/>
                      <a:pt x="60869" y="15749"/>
                    </a:cubicBezTo>
                    <a:cubicBezTo>
                      <a:pt x="61095" y="15523"/>
                      <a:pt x="61334" y="15308"/>
                      <a:pt x="61560" y="15094"/>
                    </a:cubicBezTo>
                    <a:cubicBezTo>
                      <a:pt x="61798" y="14880"/>
                      <a:pt x="62024" y="14666"/>
                      <a:pt x="62262" y="14451"/>
                    </a:cubicBezTo>
                    <a:cubicBezTo>
                      <a:pt x="63191" y="13606"/>
                      <a:pt x="64096" y="12784"/>
                      <a:pt x="64977" y="11987"/>
                    </a:cubicBezTo>
                    <a:cubicBezTo>
                      <a:pt x="72049" y="5581"/>
                      <a:pt x="77407" y="735"/>
                      <a:pt x="77407" y="735"/>
                    </a:cubicBezTo>
                    <a:cubicBezTo>
                      <a:pt x="77868" y="321"/>
                      <a:pt x="77898" y="0"/>
                      <a:pt x="776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13"/>
              <p:cNvSpPr/>
              <p:nvPr/>
            </p:nvSpPr>
            <p:spPr>
              <a:xfrm rot="-1131582">
                <a:off x="3441562" y="7628158"/>
                <a:ext cx="485043" cy="66058"/>
              </a:xfrm>
              <a:custGeom>
                <a:avLst/>
                <a:gdLst/>
                <a:ahLst/>
                <a:cxnLst/>
                <a:rect l="l" t="t" r="r" b="b"/>
                <a:pathLst>
                  <a:path w="19605" h="2670" extrusionOk="0">
                    <a:moveTo>
                      <a:pt x="13901" y="0"/>
                    </a:moveTo>
                    <a:cubicBezTo>
                      <a:pt x="13437" y="0"/>
                      <a:pt x="12960" y="12"/>
                      <a:pt x="12472" y="24"/>
                    </a:cubicBezTo>
                    <a:cubicBezTo>
                      <a:pt x="12234" y="24"/>
                      <a:pt x="11996" y="36"/>
                      <a:pt x="11758" y="36"/>
                    </a:cubicBezTo>
                    <a:cubicBezTo>
                      <a:pt x="11639" y="48"/>
                      <a:pt x="11520" y="48"/>
                      <a:pt x="11401" y="48"/>
                    </a:cubicBezTo>
                    <a:cubicBezTo>
                      <a:pt x="11282" y="60"/>
                      <a:pt x="11163" y="72"/>
                      <a:pt x="11044" y="72"/>
                    </a:cubicBezTo>
                    <a:cubicBezTo>
                      <a:pt x="10579" y="107"/>
                      <a:pt x="10127" y="143"/>
                      <a:pt x="9710" y="179"/>
                    </a:cubicBezTo>
                    <a:cubicBezTo>
                      <a:pt x="9472" y="203"/>
                      <a:pt x="9222" y="226"/>
                      <a:pt x="8972" y="250"/>
                    </a:cubicBezTo>
                    <a:cubicBezTo>
                      <a:pt x="8722" y="286"/>
                      <a:pt x="8460" y="322"/>
                      <a:pt x="8198" y="357"/>
                    </a:cubicBezTo>
                    <a:cubicBezTo>
                      <a:pt x="7674" y="429"/>
                      <a:pt x="7138" y="500"/>
                      <a:pt x="6602" y="584"/>
                    </a:cubicBezTo>
                    <a:cubicBezTo>
                      <a:pt x="6067" y="679"/>
                      <a:pt x="5519" y="786"/>
                      <a:pt x="4995" y="881"/>
                    </a:cubicBezTo>
                    <a:cubicBezTo>
                      <a:pt x="4733" y="941"/>
                      <a:pt x="4471" y="988"/>
                      <a:pt x="4221" y="1036"/>
                    </a:cubicBezTo>
                    <a:cubicBezTo>
                      <a:pt x="3971" y="1096"/>
                      <a:pt x="3733" y="1155"/>
                      <a:pt x="3495" y="1215"/>
                    </a:cubicBezTo>
                    <a:cubicBezTo>
                      <a:pt x="3019" y="1334"/>
                      <a:pt x="2566" y="1441"/>
                      <a:pt x="2161" y="1536"/>
                    </a:cubicBezTo>
                    <a:cubicBezTo>
                      <a:pt x="1769" y="1655"/>
                      <a:pt x="1411" y="1762"/>
                      <a:pt x="1114" y="1846"/>
                    </a:cubicBezTo>
                    <a:cubicBezTo>
                      <a:pt x="530" y="2024"/>
                      <a:pt x="173" y="2131"/>
                      <a:pt x="173" y="2131"/>
                    </a:cubicBezTo>
                    <a:cubicBezTo>
                      <a:pt x="1" y="2200"/>
                      <a:pt x="117" y="2669"/>
                      <a:pt x="307" y="2669"/>
                    </a:cubicBezTo>
                    <a:cubicBezTo>
                      <a:pt x="314" y="2669"/>
                      <a:pt x="321" y="2668"/>
                      <a:pt x="328" y="2667"/>
                    </a:cubicBezTo>
                    <a:cubicBezTo>
                      <a:pt x="328" y="2667"/>
                      <a:pt x="685" y="2584"/>
                      <a:pt x="1280" y="2453"/>
                    </a:cubicBezTo>
                    <a:cubicBezTo>
                      <a:pt x="1578" y="2393"/>
                      <a:pt x="1923" y="2310"/>
                      <a:pt x="2328" y="2227"/>
                    </a:cubicBezTo>
                    <a:cubicBezTo>
                      <a:pt x="2733" y="2155"/>
                      <a:pt x="3173" y="2084"/>
                      <a:pt x="3650" y="2000"/>
                    </a:cubicBezTo>
                    <a:cubicBezTo>
                      <a:pt x="3888" y="1953"/>
                      <a:pt x="4126" y="1917"/>
                      <a:pt x="4376" y="1870"/>
                    </a:cubicBezTo>
                    <a:cubicBezTo>
                      <a:pt x="4626" y="1834"/>
                      <a:pt x="4888" y="1798"/>
                      <a:pt x="5150" y="1762"/>
                    </a:cubicBezTo>
                    <a:cubicBezTo>
                      <a:pt x="5674" y="1691"/>
                      <a:pt x="6210" y="1619"/>
                      <a:pt x="6733" y="1548"/>
                    </a:cubicBezTo>
                    <a:cubicBezTo>
                      <a:pt x="7269" y="1489"/>
                      <a:pt x="7805" y="1429"/>
                      <a:pt x="8317" y="1381"/>
                    </a:cubicBezTo>
                    <a:cubicBezTo>
                      <a:pt x="8579" y="1346"/>
                      <a:pt x="8829" y="1322"/>
                      <a:pt x="9079" y="1298"/>
                    </a:cubicBezTo>
                    <a:cubicBezTo>
                      <a:pt x="9329" y="1274"/>
                      <a:pt x="9567" y="1250"/>
                      <a:pt x="9805" y="1239"/>
                    </a:cubicBezTo>
                    <a:cubicBezTo>
                      <a:pt x="10222" y="1191"/>
                      <a:pt x="10663" y="1155"/>
                      <a:pt x="11127" y="1108"/>
                    </a:cubicBezTo>
                    <a:cubicBezTo>
                      <a:pt x="11234" y="1096"/>
                      <a:pt x="11353" y="1084"/>
                      <a:pt x="11460" y="1072"/>
                    </a:cubicBezTo>
                    <a:cubicBezTo>
                      <a:pt x="11579" y="1072"/>
                      <a:pt x="11698" y="1060"/>
                      <a:pt x="11817" y="1060"/>
                    </a:cubicBezTo>
                    <a:cubicBezTo>
                      <a:pt x="12056" y="1036"/>
                      <a:pt x="12282" y="1024"/>
                      <a:pt x="12520" y="1012"/>
                    </a:cubicBezTo>
                    <a:cubicBezTo>
                      <a:pt x="12996" y="977"/>
                      <a:pt x="13460" y="941"/>
                      <a:pt x="13925" y="917"/>
                    </a:cubicBezTo>
                    <a:cubicBezTo>
                      <a:pt x="14389" y="893"/>
                      <a:pt x="14842" y="881"/>
                      <a:pt x="15258" y="869"/>
                    </a:cubicBezTo>
                    <a:cubicBezTo>
                      <a:pt x="15830" y="838"/>
                      <a:pt x="16354" y="838"/>
                      <a:pt x="16802" y="838"/>
                    </a:cubicBezTo>
                    <a:lnTo>
                      <a:pt x="16802" y="838"/>
                    </a:lnTo>
                    <a:cubicBezTo>
                      <a:pt x="17026" y="838"/>
                      <a:pt x="17231" y="838"/>
                      <a:pt x="17413" y="834"/>
                    </a:cubicBezTo>
                    <a:cubicBezTo>
                      <a:pt x="17866" y="834"/>
                      <a:pt x="18189" y="834"/>
                      <a:pt x="18314" y="827"/>
                    </a:cubicBezTo>
                    <a:lnTo>
                      <a:pt x="18314" y="827"/>
                    </a:lnTo>
                    <a:cubicBezTo>
                      <a:pt x="18323" y="833"/>
                      <a:pt x="18333" y="839"/>
                      <a:pt x="18342" y="846"/>
                    </a:cubicBezTo>
                    <a:cubicBezTo>
                      <a:pt x="18378" y="858"/>
                      <a:pt x="18413" y="869"/>
                      <a:pt x="18449" y="881"/>
                    </a:cubicBezTo>
                    <a:cubicBezTo>
                      <a:pt x="18509" y="905"/>
                      <a:pt x="18556" y="917"/>
                      <a:pt x="18616" y="929"/>
                    </a:cubicBezTo>
                    <a:cubicBezTo>
                      <a:pt x="18711" y="953"/>
                      <a:pt x="18794" y="977"/>
                      <a:pt x="18866" y="988"/>
                    </a:cubicBezTo>
                    <a:cubicBezTo>
                      <a:pt x="19009" y="1012"/>
                      <a:pt x="19104" y="1024"/>
                      <a:pt x="19175" y="1036"/>
                    </a:cubicBezTo>
                    <a:cubicBezTo>
                      <a:pt x="19318" y="1060"/>
                      <a:pt x="19330" y="1060"/>
                      <a:pt x="19330" y="1060"/>
                    </a:cubicBezTo>
                    <a:cubicBezTo>
                      <a:pt x="19533" y="1060"/>
                      <a:pt x="19604" y="607"/>
                      <a:pt x="19414" y="524"/>
                    </a:cubicBezTo>
                    <a:cubicBezTo>
                      <a:pt x="19414" y="524"/>
                      <a:pt x="19402" y="524"/>
                      <a:pt x="19271" y="500"/>
                    </a:cubicBezTo>
                    <a:cubicBezTo>
                      <a:pt x="19199" y="488"/>
                      <a:pt x="19104" y="465"/>
                      <a:pt x="18973" y="441"/>
                    </a:cubicBezTo>
                    <a:cubicBezTo>
                      <a:pt x="18914" y="429"/>
                      <a:pt x="18830" y="417"/>
                      <a:pt x="18759" y="393"/>
                    </a:cubicBezTo>
                    <a:cubicBezTo>
                      <a:pt x="18723" y="381"/>
                      <a:pt x="18675" y="369"/>
                      <a:pt x="18640" y="357"/>
                    </a:cubicBezTo>
                    <a:cubicBezTo>
                      <a:pt x="18616" y="346"/>
                      <a:pt x="18604" y="334"/>
                      <a:pt x="18580" y="334"/>
                    </a:cubicBezTo>
                    <a:cubicBezTo>
                      <a:pt x="18568" y="322"/>
                      <a:pt x="18556" y="322"/>
                      <a:pt x="18544" y="310"/>
                    </a:cubicBezTo>
                    <a:lnTo>
                      <a:pt x="18449" y="274"/>
                    </a:lnTo>
                    <a:lnTo>
                      <a:pt x="18402" y="262"/>
                    </a:lnTo>
                    <a:cubicBezTo>
                      <a:pt x="18354" y="250"/>
                      <a:pt x="18009" y="215"/>
                      <a:pt x="17449" y="167"/>
                    </a:cubicBezTo>
                    <a:cubicBezTo>
                      <a:pt x="16889" y="119"/>
                      <a:pt x="16127" y="36"/>
                      <a:pt x="15258" y="36"/>
                    </a:cubicBezTo>
                    <a:cubicBezTo>
                      <a:pt x="14830" y="24"/>
                      <a:pt x="14377" y="12"/>
                      <a:pt x="1390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13"/>
              <p:cNvSpPr/>
              <p:nvPr/>
            </p:nvSpPr>
            <p:spPr>
              <a:xfrm rot="-1131582">
                <a:off x="3621630" y="6827655"/>
                <a:ext cx="184071" cy="404239"/>
              </a:xfrm>
              <a:custGeom>
                <a:avLst/>
                <a:gdLst/>
                <a:ahLst/>
                <a:cxnLst/>
                <a:rect l="l" t="t" r="r" b="b"/>
                <a:pathLst>
                  <a:path w="7440" h="16339" extrusionOk="0">
                    <a:moveTo>
                      <a:pt x="7065" y="0"/>
                    </a:moveTo>
                    <a:cubicBezTo>
                      <a:pt x="6996" y="0"/>
                      <a:pt x="6934" y="18"/>
                      <a:pt x="6902" y="61"/>
                    </a:cubicBezTo>
                    <a:cubicBezTo>
                      <a:pt x="6902" y="61"/>
                      <a:pt x="6771" y="370"/>
                      <a:pt x="6569" y="870"/>
                    </a:cubicBezTo>
                    <a:cubicBezTo>
                      <a:pt x="6367" y="1406"/>
                      <a:pt x="6081" y="2097"/>
                      <a:pt x="5759" y="2930"/>
                    </a:cubicBezTo>
                    <a:cubicBezTo>
                      <a:pt x="5140" y="4573"/>
                      <a:pt x="4378" y="6609"/>
                      <a:pt x="3771" y="8205"/>
                    </a:cubicBezTo>
                    <a:cubicBezTo>
                      <a:pt x="3473" y="9002"/>
                      <a:pt x="3128" y="9895"/>
                      <a:pt x="2759" y="10788"/>
                    </a:cubicBezTo>
                    <a:cubicBezTo>
                      <a:pt x="2378" y="11681"/>
                      <a:pt x="1973" y="12562"/>
                      <a:pt x="1580" y="13336"/>
                    </a:cubicBezTo>
                    <a:cubicBezTo>
                      <a:pt x="1378" y="13717"/>
                      <a:pt x="1187" y="14086"/>
                      <a:pt x="1009" y="14408"/>
                    </a:cubicBezTo>
                    <a:cubicBezTo>
                      <a:pt x="830" y="14717"/>
                      <a:pt x="663" y="15003"/>
                      <a:pt x="533" y="15241"/>
                    </a:cubicBezTo>
                    <a:cubicBezTo>
                      <a:pt x="247" y="15706"/>
                      <a:pt x="68" y="15991"/>
                      <a:pt x="68" y="15991"/>
                    </a:cubicBezTo>
                    <a:cubicBezTo>
                      <a:pt x="0" y="16117"/>
                      <a:pt x="265" y="16339"/>
                      <a:pt x="429" y="16339"/>
                    </a:cubicBezTo>
                    <a:cubicBezTo>
                      <a:pt x="466" y="16339"/>
                      <a:pt x="499" y="16327"/>
                      <a:pt x="521" y="16301"/>
                    </a:cubicBezTo>
                    <a:cubicBezTo>
                      <a:pt x="521" y="16301"/>
                      <a:pt x="723" y="16027"/>
                      <a:pt x="1056" y="15587"/>
                    </a:cubicBezTo>
                    <a:cubicBezTo>
                      <a:pt x="1211" y="15360"/>
                      <a:pt x="1402" y="15086"/>
                      <a:pt x="1616" y="14765"/>
                    </a:cubicBezTo>
                    <a:cubicBezTo>
                      <a:pt x="1818" y="14455"/>
                      <a:pt x="2045" y="14098"/>
                      <a:pt x="2283" y="13729"/>
                    </a:cubicBezTo>
                    <a:cubicBezTo>
                      <a:pt x="2735" y="12955"/>
                      <a:pt x="3211" y="12086"/>
                      <a:pt x="3640" y="11193"/>
                    </a:cubicBezTo>
                    <a:cubicBezTo>
                      <a:pt x="4069" y="10288"/>
                      <a:pt x="4462" y="9383"/>
                      <a:pt x="4759" y="8574"/>
                    </a:cubicBezTo>
                    <a:cubicBezTo>
                      <a:pt x="5378" y="6966"/>
                      <a:pt x="6009" y="4871"/>
                      <a:pt x="6521" y="3192"/>
                    </a:cubicBezTo>
                    <a:cubicBezTo>
                      <a:pt x="7033" y="1501"/>
                      <a:pt x="7414" y="227"/>
                      <a:pt x="7414" y="227"/>
                    </a:cubicBezTo>
                    <a:cubicBezTo>
                      <a:pt x="7439" y="102"/>
                      <a:pt x="7229" y="0"/>
                      <a:pt x="706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2" name="Google Shape;92;p13"/>
          <p:cNvGrpSpPr/>
          <p:nvPr/>
        </p:nvGrpSpPr>
        <p:grpSpPr>
          <a:xfrm>
            <a:off x="190606" y="2294802"/>
            <a:ext cx="761443" cy="1254173"/>
            <a:chOff x="1668617" y="5683195"/>
            <a:chExt cx="1743230" cy="2871275"/>
          </a:xfrm>
        </p:grpSpPr>
        <p:sp>
          <p:nvSpPr>
            <p:cNvPr id="93" name="Google Shape;93;p13"/>
            <p:cNvSpPr/>
            <p:nvPr/>
          </p:nvSpPr>
          <p:spPr>
            <a:xfrm>
              <a:off x="1668617" y="5683195"/>
              <a:ext cx="1729969" cy="2242458"/>
            </a:xfrm>
            <a:custGeom>
              <a:avLst/>
              <a:gdLst/>
              <a:ahLst/>
              <a:cxnLst/>
              <a:rect l="l" t="t" r="r" b="b"/>
              <a:pathLst>
                <a:path w="69926" h="90641" extrusionOk="0">
                  <a:moveTo>
                    <a:pt x="18523" y="0"/>
                  </a:moveTo>
                  <a:cubicBezTo>
                    <a:pt x="16491" y="0"/>
                    <a:pt x="14474" y="212"/>
                    <a:pt x="12514" y="681"/>
                  </a:cubicBezTo>
                  <a:cubicBezTo>
                    <a:pt x="8025" y="1752"/>
                    <a:pt x="3239" y="4252"/>
                    <a:pt x="1334" y="8503"/>
                  </a:cubicBezTo>
                  <a:cubicBezTo>
                    <a:pt x="1274" y="8562"/>
                    <a:pt x="1227" y="8610"/>
                    <a:pt x="1167" y="8670"/>
                  </a:cubicBezTo>
                  <a:cubicBezTo>
                    <a:pt x="762" y="8991"/>
                    <a:pt x="715" y="9455"/>
                    <a:pt x="858" y="9836"/>
                  </a:cubicBezTo>
                  <a:cubicBezTo>
                    <a:pt x="703" y="10384"/>
                    <a:pt x="596" y="10944"/>
                    <a:pt x="536" y="11551"/>
                  </a:cubicBezTo>
                  <a:cubicBezTo>
                    <a:pt x="0" y="16968"/>
                    <a:pt x="3263" y="22302"/>
                    <a:pt x="6311" y="26505"/>
                  </a:cubicBezTo>
                  <a:cubicBezTo>
                    <a:pt x="13490" y="36399"/>
                    <a:pt x="23503" y="43602"/>
                    <a:pt x="32862" y="51258"/>
                  </a:cubicBezTo>
                  <a:cubicBezTo>
                    <a:pt x="42625" y="59271"/>
                    <a:pt x="49923" y="67689"/>
                    <a:pt x="56198" y="78619"/>
                  </a:cubicBezTo>
                  <a:cubicBezTo>
                    <a:pt x="57321" y="80578"/>
                    <a:pt x="62210" y="90640"/>
                    <a:pt x="65877" y="90640"/>
                  </a:cubicBezTo>
                  <a:cubicBezTo>
                    <a:pt x="66176" y="90640"/>
                    <a:pt x="66467" y="90573"/>
                    <a:pt x="66747" y="90430"/>
                  </a:cubicBezTo>
                  <a:cubicBezTo>
                    <a:pt x="69926" y="88810"/>
                    <a:pt x="69759" y="78154"/>
                    <a:pt x="69795" y="74952"/>
                  </a:cubicBezTo>
                  <a:cubicBezTo>
                    <a:pt x="69842" y="69999"/>
                    <a:pt x="69247" y="64998"/>
                    <a:pt x="68342" y="60104"/>
                  </a:cubicBezTo>
                  <a:cubicBezTo>
                    <a:pt x="68080" y="58676"/>
                    <a:pt x="67794" y="57271"/>
                    <a:pt x="67497" y="55866"/>
                  </a:cubicBezTo>
                  <a:cubicBezTo>
                    <a:pt x="65187" y="45305"/>
                    <a:pt x="61413" y="34423"/>
                    <a:pt x="56007" y="25029"/>
                  </a:cubicBezTo>
                  <a:cubicBezTo>
                    <a:pt x="51007" y="16349"/>
                    <a:pt x="43982" y="8039"/>
                    <a:pt x="34683" y="3824"/>
                  </a:cubicBezTo>
                  <a:cubicBezTo>
                    <a:pt x="29749" y="1583"/>
                    <a:pt x="24080" y="0"/>
                    <a:pt x="185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4" name="Google Shape;94;p13"/>
            <p:cNvGrpSpPr/>
            <p:nvPr/>
          </p:nvGrpSpPr>
          <p:grpSpPr>
            <a:xfrm>
              <a:off x="2252110" y="6027996"/>
              <a:ext cx="1159737" cy="2526474"/>
              <a:chOff x="2252110" y="6027996"/>
              <a:chExt cx="1159737" cy="2526474"/>
            </a:xfrm>
          </p:grpSpPr>
          <p:sp>
            <p:nvSpPr>
              <p:cNvPr id="95" name="Google Shape;95;p13"/>
              <p:cNvSpPr/>
              <p:nvPr/>
            </p:nvSpPr>
            <p:spPr>
              <a:xfrm>
                <a:off x="2252110" y="6027996"/>
                <a:ext cx="1159737" cy="2526474"/>
              </a:xfrm>
              <a:custGeom>
                <a:avLst/>
                <a:gdLst/>
                <a:ahLst/>
                <a:cxnLst/>
                <a:rect l="l" t="t" r="r" b="b"/>
                <a:pathLst>
                  <a:path w="46877" h="102121" extrusionOk="0">
                    <a:moveTo>
                      <a:pt x="249" y="0"/>
                    </a:moveTo>
                    <a:cubicBezTo>
                      <a:pt x="0" y="0"/>
                      <a:pt x="69" y="331"/>
                      <a:pt x="644" y="817"/>
                    </a:cubicBezTo>
                    <a:cubicBezTo>
                      <a:pt x="644" y="817"/>
                      <a:pt x="1049" y="1162"/>
                      <a:pt x="1799" y="1805"/>
                    </a:cubicBezTo>
                    <a:cubicBezTo>
                      <a:pt x="2180" y="2114"/>
                      <a:pt x="2633" y="2519"/>
                      <a:pt x="3157" y="2984"/>
                    </a:cubicBezTo>
                    <a:cubicBezTo>
                      <a:pt x="3419" y="3222"/>
                      <a:pt x="3704" y="3472"/>
                      <a:pt x="4002" y="3746"/>
                    </a:cubicBezTo>
                    <a:cubicBezTo>
                      <a:pt x="4300" y="4008"/>
                      <a:pt x="4609" y="4305"/>
                      <a:pt x="4943" y="4603"/>
                    </a:cubicBezTo>
                    <a:cubicBezTo>
                      <a:pt x="6264" y="5805"/>
                      <a:pt x="7788" y="7317"/>
                      <a:pt x="9467" y="9032"/>
                    </a:cubicBezTo>
                    <a:cubicBezTo>
                      <a:pt x="11134" y="10770"/>
                      <a:pt x="12932" y="12747"/>
                      <a:pt x="14765" y="14926"/>
                    </a:cubicBezTo>
                    <a:cubicBezTo>
                      <a:pt x="18409" y="19295"/>
                      <a:pt x="22100" y="24522"/>
                      <a:pt x="25231" y="30035"/>
                    </a:cubicBezTo>
                    <a:cubicBezTo>
                      <a:pt x="26791" y="32785"/>
                      <a:pt x="28219" y="35619"/>
                      <a:pt x="29529" y="38381"/>
                    </a:cubicBezTo>
                    <a:cubicBezTo>
                      <a:pt x="29696" y="38726"/>
                      <a:pt x="29862" y="39071"/>
                      <a:pt x="30029" y="39405"/>
                    </a:cubicBezTo>
                    <a:cubicBezTo>
                      <a:pt x="30184" y="39750"/>
                      <a:pt x="30339" y="40095"/>
                      <a:pt x="30505" y="40441"/>
                    </a:cubicBezTo>
                    <a:cubicBezTo>
                      <a:pt x="30815" y="41131"/>
                      <a:pt x="31124" y="41798"/>
                      <a:pt x="31422" y="42477"/>
                    </a:cubicBezTo>
                    <a:cubicBezTo>
                      <a:pt x="31720" y="43143"/>
                      <a:pt x="32006" y="43810"/>
                      <a:pt x="32291" y="44465"/>
                    </a:cubicBezTo>
                    <a:cubicBezTo>
                      <a:pt x="32363" y="44632"/>
                      <a:pt x="32434" y="44798"/>
                      <a:pt x="32506" y="44953"/>
                    </a:cubicBezTo>
                    <a:cubicBezTo>
                      <a:pt x="32577" y="45120"/>
                      <a:pt x="32637" y="45286"/>
                      <a:pt x="32708" y="45453"/>
                    </a:cubicBezTo>
                    <a:cubicBezTo>
                      <a:pt x="32839" y="45775"/>
                      <a:pt x="32970" y="46096"/>
                      <a:pt x="33113" y="46418"/>
                    </a:cubicBezTo>
                    <a:cubicBezTo>
                      <a:pt x="33649" y="47691"/>
                      <a:pt x="34161" y="49025"/>
                      <a:pt x="34708" y="50394"/>
                    </a:cubicBezTo>
                    <a:cubicBezTo>
                      <a:pt x="34970" y="51085"/>
                      <a:pt x="35232" y="51787"/>
                      <a:pt x="35494" y="52490"/>
                    </a:cubicBezTo>
                    <a:cubicBezTo>
                      <a:pt x="35625" y="52835"/>
                      <a:pt x="35768" y="53192"/>
                      <a:pt x="35899" y="53549"/>
                    </a:cubicBezTo>
                    <a:cubicBezTo>
                      <a:pt x="36018" y="53907"/>
                      <a:pt x="36149" y="54264"/>
                      <a:pt x="36280" y="54621"/>
                    </a:cubicBezTo>
                    <a:cubicBezTo>
                      <a:pt x="36411" y="54990"/>
                      <a:pt x="36542" y="55347"/>
                      <a:pt x="36661" y="55716"/>
                    </a:cubicBezTo>
                    <a:cubicBezTo>
                      <a:pt x="36732" y="55895"/>
                      <a:pt x="36792" y="56073"/>
                      <a:pt x="36863" y="56252"/>
                    </a:cubicBezTo>
                    <a:cubicBezTo>
                      <a:pt x="36923" y="56443"/>
                      <a:pt x="36982" y="56621"/>
                      <a:pt x="37054" y="56812"/>
                    </a:cubicBezTo>
                    <a:cubicBezTo>
                      <a:pt x="37304" y="57550"/>
                      <a:pt x="37554" y="58288"/>
                      <a:pt x="37804" y="59026"/>
                    </a:cubicBezTo>
                    <a:cubicBezTo>
                      <a:pt x="38280" y="60526"/>
                      <a:pt x="38780" y="62027"/>
                      <a:pt x="39233" y="63551"/>
                    </a:cubicBezTo>
                    <a:cubicBezTo>
                      <a:pt x="39697" y="65075"/>
                      <a:pt x="40126" y="66599"/>
                      <a:pt x="40554" y="68123"/>
                    </a:cubicBezTo>
                    <a:cubicBezTo>
                      <a:pt x="40769" y="68885"/>
                      <a:pt x="40971" y="69647"/>
                      <a:pt x="41173" y="70409"/>
                    </a:cubicBezTo>
                    <a:cubicBezTo>
                      <a:pt x="41376" y="71159"/>
                      <a:pt x="41566" y="71921"/>
                      <a:pt x="41757" y="72671"/>
                    </a:cubicBezTo>
                    <a:cubicBezTo>
                      <a:pt x="41852" y="73052"/>
                      <a:pt x="41947" y="73421"/>
                      <a:pt x="42043" y="73802"/>
                    </a:cubicBezTo>
                    <a:cubicBezTo>
                      <a:pt x="42126" y="74171"/>
                      <a:pt x="42221" y="74540"/>
                      <a:pt x="42304" y="74921"/>
                    </a:cubicBezTo>
                    <a:cubicBezTo>
                      <a:pt x="42388" y="75290"/>
                      <a:pt x="42483" y="75659"/>
                      <a:pt x="42566" y="76028"/>
                    </a:cubicBezTo>
                    <a:cubicBezTo>
                      <a:pt x="42650" y="76397"/>
                      <a:pt x="42745" y="76766"/>
                      <a:pt x="42816" y="77124"/>
                    </a:cubicBezTo>
                    <a:cubicBezTo>
                      <a:pt x="43126" y="78588"/>
                      <a:pt x="43436" y="80029"/>
                      <a:pt x="43686" y="81422"/>
                    </a:cubicBezTo>
                    <a:cubicBezTo>
                      <a:pt x="44733" y="87018"/>
                      <a:pt x="45341" y="91995"/>
                      <a:pt x="45722" y="95554"/>
                    </a:cubicBezTo>
                    <a:cubicBezTo>
                      <a:pt x="45817" y="96447"/>
                      <a:pt x="45900" y="97257"/>
                      <a:pt x="45972" y="97960"/>
                    </a:cubicBezTo>
                    <a:cubicBezTo>
                      <a:pt x="46055" y="98650"/>
                      <a:pt x="46114" y="99257"/>
                      <a:pt x="46150" y="99745"/>
                    </a:cubicBezTo>
                    <a:cubicBezTo>
                      <a:pt x="46245" y="100734"/>
                      <a:pt x="46305" y="101269"/>
                      <a:pt x="46305" y="101269"/>
                    </a:cubicBezTo>
                    <a:cubicBezTo>
                      <a:pt x="46369" y="101838"/>
                      <a:pt x="46515" y="102121"/>
                      <a:pt x="46640" y="102121"/>
                    </a:cubicBezTo>
                    <a:cubicBezTo>
                      <a:pt x="46769" y="102121"/>
                      <a:pt x="46877" y="101820"/>
                      <a:pt x="46853" y="101222"/>
                    </a:cubicBezTo>
                    <a:cubicBezTo>
                      <a:pt x="46853" y="101222"/>
                      <a:pt x="46805" y="100686"/>
                      <a:pt x="46734" y="99698"/>
                    </a:cubicBezTo>
                    <a:cubicBezTo>
                      <a:pt x="46686" y="99210"/>
                      <a:pt x="46638" y="98602"/>
                      <a:pt x="46579" y="97900"/>
                    </a:cubicBezTo>
                    <a:cubicBezTo>
                      <a:pt x="46507" y="97198"/>
                      <a:pt x="46436" y="96388"/>
                      <a:pt x="46353" y="95495"/>
                    </a:cubicBezTo>
                    <a:cubicBezTo>
                      <a:pt x="46007" y="91923"/>
                      <a:pt x="45472" y="86922"/>
                      <a:pt x="44483" y="81279"/>
                    </a:cubicBezTo>
                    <a:cubicBezTo>
                      <a:pt x="44245" y="79874"/>
                      <a:pt x="43948" y="78421"/>
                      <a:pt x="43650" y="76945"/>
                    </a:cubicBezTo>
                    <a:cubicBezTo>
                      <a:pt x="43590" y="76576"/>
                      <a:pt x="43495" y="76207"/>
                      <a:pt x="43412" y="75838"/>
                    </a:cubicBezTo>
                    <a:cubicBezTo>
                      <a:pt x="43328" y="75469"/>
                      <a:pt x="43245" y="75088"/>
                      <a:pt x="43162" y="74719"/>
                    </a:cubicBezTo>
                    <a:cubicBezTo>
                      <a:pt x="43078" y="74338"/>
                      <a:pt x="42995" y="73969"/>
                      <a:pt x="42912" y="73588"/>
                    </a:cubicBezTo>
                    <a:cubicBezTo>
                      <a:pt x="42816" y="73218"/>
                      <a:pt x="42721" y="72837"/>
                      <a:pt x="42626" y="72456"/>
                    </a:cubicBezTo>
                    <a:cubicBezTo>
                      <a:pt x="42447" y="71694"/>
                      <a:pt x="42269" y="70932"/>
                      <a:pt x="42066" y="70170"/>
                    </a:cubicBezTo>
                    <a:cubicBezTo>
                      <a:pt x="41876" y="69408"/>
                      <a:pt x="41673" y="68646"/>
                      <a:pt x="41471" y="67873"/>
                    </a:cubicBezTo>
                    <a:cubicBezTo>
                      <a:pt x="41054" y="66337"/>
                      <a:pt x="40638" y="64801"/>
                      <a:pt x="40173" y="63265"/>
                    </a:cubicBezTo>
                    <a:cubicBezTo>
                      <a:pt x="39733" y="61741"/>
                      <a:pt x="39245" y="60217"/>
                      <a:pt x="38768" y="58717"/>
                    </a:cubicBezTo>
                    <a:cubicBezTo>
                      <a:pt x="38518" y="57967"/>
                      <a:pt x="38268" y="57216"/>
                      <a:pt x="38030" y="56478"/>
                    </a:cubicBezTo>
                    <a:cubicBezTo>
                      <a:pt x="37971" y="56288"/>
                      <a:pt x="37899" y="56109"/>
                      <a:pt x="37840" y="55919"/>
                    </a:cubicBezTo>
                    <a:cubicBezTo>
                      <a:pt x="37780" y="55740"/>
                      <a:pt x="37709" y="55550"/>
                      <a:pt x="37649" y="55371"/>
                    </a:cubicBezTo>
                    <a:cubicBezTo>
                      <a:pt x="37518" y="55002"/>
                      <a:pt x="37387" y="54633"/>
                      <a:pt x="37268" y="54276"/>
                    </a:cubicBezTo>
                    <a:cubicBezTo>
                      <a:pt x="37137" y="53907"/>
                      <a:pt x="37006" y="53549"/>
                      <a:pt x="36887" y="53192"/>
                    </a:cubicBezTo>
                    <a:cubicBezTo>
                      <a:pt x="36756" y="52823"/>
                      <a:pt x="36613" y="52478"/>
                      <a:pt x="36482" y="52121"/>
                    </a:cubicBezTo>
                    <a:cubicBezTo>
                      <a:pt x="36220" y="51406"/>
                      <a:pt x="35970" y="50704"/>
                      <a:pt x="35696" y="50013"/>
                    </a:cubicBezTo>
                    <a:cubicBezTo>
                      <a:pt x="35161" y="48644"/>
                      <a:pt x="34637" y="47287"/>
                      <a:pt x="34101" y="46013"/>
                    </a:cubicBezTo>
                    <a:cubicBezTo>
                      <a:pt x="33958" y="45679"/>
                      <a:pt x="33827" y="45358"/>
                      <a:pt x="33696" y="45036"/>
                    </a:cubicBezTo>
                    <a:cubicBezTo>
                      <a:pt x="33625" y="44870"/>
                      <a:pt x="33553" y="44703"/>
                      <a:pt x="33482" y="44536"/>
                    </a:cubicBezTo>
                    <a:cubicBezTo>
                      <a:pt x="33410" y="44382"/>
                      <a:pt x="33339" y="44215"/>
                      <a:pt x="33268" y="44048"/>
                    </a:cubicBezTo>
                    <a:cubicBezTo>
                      <a:pt x="32982" y="43393"/>
                      <a:pt x="32696" y="42715"/>
                      <a:pt x="32398" y="42036"/>
                    </a:cubicBezTo>
                    <a:cubicBezTo>
                      <a:pt x="32089" y="41369"/>
                      <a:pt x="31779" y="40691"/>
                      <a:pt x="31458" y="40000"/>
                    </a:cubicBezTo>
                    <a:cubicBezTo>
                      <a:pt x="31303" y="39655"/>
                      <a:pt x="31136" y="39309"/>
                      <a:pt x="30982" y="38964"/>
                    </a:cubicBezTo>
                    <a:cubicBezTo>
                      <a:pt x="30815" y="38619"/>
                      <a:pt x="30648" y="38274"/>
                      <a:pt x="30482" y="37928"/>
                    </a:cubicBezTo>
                    <a:cubicBezTo>
                      <a:pt x="29136" y="35142"/>
                      <a:pt x="27684" y="32309"/>
                      <a:pt x="26088" y="29546"/>
                    </a:cubicBezTo>
                    <a:cubicBezTo>
                      <a:pt x="22885" y="23998"/>
                      <a:pt x="19111" y="18759"/>
                      <a:pt x="15384" y="14414"/>
                    </a:cubicBezTo>
                    <a:cubicBezTo>
                      <a:pt x="13515" y="12235"/>
                      <a:pt x="11682" y="10258"/>
                      <a:pt x="9979" y="8532"/>
                    </a:cubicBezTo>
                    <a:cubicBezTo>
                      <a:pt x="8264" y="6829"/>
                      <a:pt x="6705" y="5329"/>
                      <a:pt x="5359" y="4139"/>
                    </a:cubicBezTo>
                    <a:cubicBezTo>
                      <a:pt x="5026" y="3841"/>
                      <a:pt x="4716" y="3555"/>
                      <a:pt x="4419" y="3281"/>
                    </a:cubicBezTo>
                    <a:cubicBezTo>
                      <a:pt x="4109" y="3019"/>
                      <a:pt x="3823" y="2769"/>
                      <a:pt x="3550" y="2543"/>
                    </a:cubicBezTo>
                    <a:cubicBezTo>
                      <a:pt x="3014" y="2079"/>
                      <a:pt x="2561" y="1674"/>
                      <a:pt x="2180" y="1364"/>
                    </a:cubicBezTo>
                    <a:cubicBezTo>
                      <a:pt x="1406" y="733"/>
                      <a:pt x="990" y="388"/>
                      <a:pt x="990" y="388"/>
                    </a:cubicBezTo>
                    <a:cubicBezTo>
                      <a:pt x="657" y="117"/>
                      <a:pt x="397" y="0"/>
                      <a:pt x="24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>
                <a:off x="3112839" y="6709262"/>
                <a:ext cx="58980" cy="663304"/>
              </a:xfrm>
              <a:custGeom>
                <a:avLst/>
                <a:gdLst/>
                <a:ahLst/>
                <a:cxnLst/>
                <a:rect l="l" t="t" r="r" b="b"/>
                <a:pathLst>
                  <a:path w="2384" h="26811" extrusionOk="0">
                    <a:moveTo>
                      <a:pt x="289" y="0"/>
                    </a:moveTo>
                    <a:cubicBezTo>
                      <a:pt x="158" y="0"/>
                      <a:pt x="25" y="72"/>
                      <a:pt x="1" y="212"/>
                    </a:cubicBezTo>
                    <a:cubicBezTo>
                      <a:pt x="1" y="212"/>
                      <a:pt x="1" y="724"/>
                      <a:pt x="13" y="1557"/>
                    </a:cubicBezTo>
                    <a:cubicBezTo>
                      <a:pt x="13" y="2390"/>
                      <a:pt x="24" y="3557"/>
                      <a:pt x="48" y="4891"/>
                    </a:cubicBezTo>
                    <a:cubicBezTo>
                      <a:pt x="84" y="7558"/>
                      <a:pt x="179" y="10868"/>
                      <a:pt x="322" y="13463"/>
                    </a:cubicBezTo>
                    <a:cubicBezTo>
                      <a:pt x="501" y="16047"/>
                      <a:pt x="798" y="19357"/>
                      <a:pt x="1156" y="22000"/>
                    </a:cubicBezTo>
                    <a:cubicBezTo>
                      <a:pt x="1239" y="22667"/>
                      <a:pt x="1310" y="23286"/>
                      <a:pt x="1394" y="23845"/>
                    </a:cubicBezTo>
                    <a:cubicBezTo>
                      <a:pt x="1477" y="24405"/>
                      <a:pt x="1560" y="24893"/>
                      <a:pt x="1620" y="25310"/>
                    </a:cubicBezTo>
                    <a:cubicBezTo>
                      <a:pt x="1751" y="26143"/>
                      <a:pt x="1822" y="26643"/>
                      <a:pt x="1822" y="26643"/>
                    </a:cubicBezTo>
                    <a:cubicBezTo>
                      <a:pt x="1848" y="26757"/>
                      <a:pt x="1960" y="26811"/>
                      <a:pt x="2076" y="26811"/>
                    </a:cubicBezTo>
                    <a:cubicBezTo>
                      <a:pt x="2226" y="26811"/>
                      <a:pt x="2383" y="26721"/>
                      <a:pt x="2370" y="26560"/>
                    </a:cubicBezTo>
                    <a:cubicBezTo>
                      <a:pt x="2370" y="26560"/>
                      <a:pt x="2322" y="26060"/>
                      <a:pt x="2251" y="25238"/>
                    </a:cubicBezTo>
                    <a:cubicBezTo>
                      <a:pt x="2203" y="24822"/>
                      <a:pt x="2156" y="24322"/>
                      <a:pt x="2108" y="23762"/>
                    </a:cubicBezTo>
                    <a:cubicBezTo>
                      <a:pt x="2048" y="23202"/>
                      <a:pt x="2013" y="22583"/>
                      <a:pt x="1953" y="21917"/>
                    </a:cubicBezTo>
                    <a:cubicBezTo>
                      <a:pt x="1727" y="19273"/>
                      <a:pt x="1560" y="15975"/>
                      <a:pt x="1394" y="13392"/>
                    </a:cubicBezTo>
                    <a:cubicBezTo>
                      <a:pt x="1072" y="8224"/>
                      <a:pt x="560" y="200"/>
                      <a:pt x="560" y="200"/>
                    </a:cubicBezTo>
                    <a:cubicBezTo>
                      <a:pt x="537" y="66"/>
                      <a:pt x="414" y="0"/>
                      <a:pt x="28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3"/>
              <p:cNvSpPr/>
              <p:nvPr/>
            </p:nvSpPr>
            <p:spPr>
              <a:xfrm>
                <a:off x="2447432" y="6696496"/>
                <a:ext cx="526393" cy="233669"/>
              </a:xfrm>
              <a:custGeom>
                <a:avLst/>
                <a:gdLst/>
                <a:ahLst/>
                <a:cxnLst/>
                <a:rect l="l" t="t" r="r" b="b"/>
                <a:pathLst>
                  <a:path w="21277" h="9445" extrusionOk="0">
                    <a:moveTo>
                      <a:pt x="1569" y="0"/>
                    </a:moveTo>
                    <a:cubicBezTo>
                      <a:pt x="1521" y="0"/>
                      <a:pt x="1475" y="1"/>
                      <a:pt x="1429" y="1"/>
                    </a:cubicBezTo>
                    <a:cubicBezTo>
                      <a:pt x="1239" y="1"/>
                      <a:pt x="1072" y="13"/>
                      <a:pt x="929" y="25"/>
                    </a:cubicBezTo>
                    <a:cubicBezTo>
                      <a:pt x="786" y="25"/>
                      <a:pt x="655" y="37"/>
                      <a:pt x="560" y="49"/>
                    </a:cubicBezTo>
                    <a:cubicBezTo>
                      <a:pt x="358" y="61"/>
                      <a:pt x="239" y="73"/>
                      <a:pt x="239" y="73"/>
                    </a:cubicBezTo>
                    <a:cubicBezTo>
                      <a:pt x="0" y="132"/>
                      <a:pt x="48" y="585"/>
                      <a:pt x="286" y="632"/>
                    </a:cubicBezTo>
                    <a:cubicBezTo>
                      <a:pt x="286" y="632"/>
                      <a:pt x="393" y="620"/>
                      <a:pt x="584" y="620"/>
                    </a:cubicBezTo>
                    <a:cubicBezTo>
                      <a:pt x="616" y="616"/>
                      <a:pt x="650" y="615"/>
                      <a:pt x="687" y="615"/>
                    </a:cubicBezTo>
                    <a:cubicBezTo>
                      <a:pt x="761" y="615"/>
                      <a:pt x="846" y="620"/>
                      <a:pt x="941" y="620"/>
                    </a:cubicBezTo>
                    <a:cubicBezTo>
                      <a:pt x="1084" y="620"/>
                      <a:pt x="1239" y="620"/>
                      <a:pt x="1417" y="632"/>
                    </a:cubicBezTo>
                    <a:cubicBezTo>
                      <a:pt x="2120" y="668"/>
                      <a:pt x="3096" y="811"/>
                      <a:pt x="4191" y="1085"/>
                    </a:cubicBezTo>
                    <a:cubicBezTo>
                      <a:pt x="5287" y="1347"/>
                      <a:pt x="6489" y="1751"/>
                      <a:pt x="7668" y="2216"/>
                    </a:cubicBezTo>
                    <a:cubicBezTo>
                      <a:pt x="8847" y="2680"/>
                      <a:pt x="9990" y="3216"/>
                      <a:pt x="10990" y="3692"/>
                    </a:cubicBezTo>
                    <a:cubicBezTo>
                      <a:pt x="12978" y="4657"/>
                      <a:pt x="15479" y="6014"/>
                      <a:pt x="17419" y="7228"/>
                    </a:cubicBezTo>
                    <a:cubicBezTo>
                      <a:pt x="19372" y="8419"/>
                      <a:pt x="20789" y="9419"/>
                      <a:pt x="20789" y="9419"/>
                    </a:cubicBezTo>
                    <a:cubicBezTo>
                      <a:pt x="20814" y="9436"/>
                      <a:pt x="20841" y="9444"/>
                      <a:pt x="20870" y="9444"/>
                    </a:cubicBezTo>
                    <a:cubicBezTo>
                      <a:pt x="21056" y="9444"/>
                      <a:pt x="21277" y="9113"/>
                      <a:pt x="21122" y="8979"/>
                    </a:cubicBezTo>
                    <a:cubicBezTo>
                      <a:pt x="21122" y="8979"/>
                      <a:pt x="19765" y="7859"/>
                      <a:pt x="17860" y="6550"/>
                    </a:cubicBezTo>
                    <a:cubicBezTo>
                      <a:pt x="16907" y="5883"/>
                      <a:pt x="15824" y="5169"/>
                      <a:pt x="14717" y="4514"/>
                    </a:cubicBezTo>
                    <a:cubicBezTo>
                      <a:pt x="13597" y="3847"/>
                      <a:pt x="12466" y="3228"/>
                      <a:pt x="11454" y="2728"/>
                    </a:cubicBezTo>
                    <a:cubicBezTo>
                      <a:pt x="10430" y="2240"/>
                      <a:pt x="9240" y="1728"/>
                      <a:pt x="8013" y="1299"/>
                    </a:cubicBezTo>
                    <a:cubicBezTo>
                      <a:pt x="6787" y="859"/>
                      <a:pt x="5513" y="513"/>
                      <a:pt x="4358" y="287"/>
                    </a:cubicBezTo>
                    <a:cubicBezTo>
                      <a:pt x="3275" y="86"/>
                      <a:pt x="2296" y="0"/>
                      <a:pt x="156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2600004" y="6126931"/>
                <a:ext cx="57644" cy="287652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11627" extrusionOk="0">
                    <a:moveTo>
                      <a:pt x="372" y="0"/>
                    </a:moveTo>
                    <a:cubicBezTo>
                      <a:pt x="220" y="0"/>
                      <a:pt x="24" y="52"/>
                      <a:pt x="1" y="128"/>
                    </a:cubicBezTo>
                    <a:cubicBezTo>
                      <a:pt x="1" y="128"/>
                      <a:pt x="13" y="354"/>
                      <a:pt x="37" y="711"/>
                    </a:cubicBezTo>
                    <a:cubicBezTo>
                      <a:pt x="48" y="1080"/>
                      <a:pt x="72" y="1580"/>
                      <a:pt x="96" y="2164"/>
                    </a:cubicBezTo>
                    <a:cubicBezTo>
                      <a:pt x="144" y="3318"/>
                      <a:pt x="179" y="4771"/>
                      <a:pt x="310" y="5914"/>
                    </a:cubicBezTo>
                    <a:cubicBezTo>
                      <a:pt x="429" y="7045"/>
                      <a:pt x="703" y="8510"/>
                      <a:pt x="1060" y="9641"/>
                    </a:cubicBezTo>
                    <a:cubicBezTo>
                      <a:pt x="1156" y="9926"/>
                      <a:pt x="1227" y="10188"/>
                      <a:pt x="1322" y="10426"/>
                    </a:cubicBezTo>
                    <a:cubicBezTo>
                      <a:pt x="1406" y="10665"/>
                      <a:pt x="1477" y="10879"/>
                      <a:pt x="1549" y="11046"/>
                    </a:cubicBezTo>
                    <a:cubicBezTo>
                      <a:pt x="1703" y="11391"/>
                      <a:pt x="1787" y="11593"/>
                      <a:pt x="1787" y="11593"/>
                    </a:cubicBezTo>
                    <a:cubicBezTo>
                      <a:pt x="1800" y="11616"/>
                      <a:pt x="1832" y="11626"/>
                      <a:pt x="1876" y="11626"/>
                    </a:cubicBezTo>
                    <a:cubicBezTo>
                      <a:pt x="2033" y="11626"/>
                      <a:pt x="2329" y="11496"/>
                      <a:pt x="2311" y="11403"/>
                    </a:cubicBezTo>
                    <a:cubicBezTo>
                      <a:pt x="2311" y="11403"/>
                      <a:pt x="2251" y="11188"/>
                      <a:pt x="2156" y="10843"/>
                    </a:cubicBezTo>
                    <a:cubicBezTo>
                      <a:pt x="2108" y="10677"/>
                      <a:pt x="2061" y="10462"/>
                      <a:pt x="2001" y="10224"/>
                    </a:cubicBezTo>
                    <a:cubicBezTo>
                      <a:pt x="1942" y="9998"/>
                      <a:pt x="1906" y="9724"/>
                      <a:pt x="1846" y="9450"/>
                    </a:cubicBezTo>
                    <a:cubicBezTo>
                      <a:pt x="1632" y="8331"/>
                      <a:pt x="1489" y="6914"/>
                      <a:pt x="1370" y="5795"/>
                    </a:cubicBezTo>
                    <a:cubicBezTo>
                      <a:pt x="1251" y="4688"/>
                      <a:pt x="1072" y="3247"/>
                      <a:pt x="906" y="2092"/>
                    </a:cubicBezTo>
                    <a:cubicBezTo>
                      <a:pt x="822" y="1509"/>
                      <a:pt x="727" y="997"/>
                      <a:pt x="668" y="640"/>
                    </a:cubicBezTo>
                    <a:cubicBezTo>
                      <a:pt x="596" y="282"/>
                      <a:pt x="549" y="56"/>
                      <a:pt x="549" y="56"/>
                    </a:cubicBezTo>
                    <a:cubicBezTo>
                      <a:pt x="531" y="17"/>
                      <a:pt x="459" y="0"/>
                      <a:pt x="37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9" name="Google Shape;99;p13"/>
          <p:cNvSpPr/>
          <p:nvPr/>
        </p:nvSpPr>
        <p:spPr>
          <a:xfrm>
            <a:off x="82" y="3058584"/>
            <a:ext cx="9143830" cy="2103365"/>
          </a:xfrm>
          <a:custGeom>
            <a:avLst/>
            <a:gdLst/>
            <a:ahLst/>
            <a:cxnLst/>
            <a:rect l="l" t="t" r="r" b="b"/>
            <a:pathLst>
              <a:path w="252592" h="58104" extrusionOk="0">
                <a:moveTo>
                  <a:pt x="23957" y="0"/>
                </a:moveTo>
                <a:cubicBezTo>
                  <a:pt x="15373" y="0"/>
                  <a:pt x="7336" y="1024"/>
                  <a:pt x="0" y="3430"/>
                </a:cubicBezTo>
                <a:lnTo>
                  <a:pt x="0" y="17206"/>
                </a:lnTo>
                <a:lnTo>
                  <a:pt x="0" y="40352"/>
                </a:lnTo>
                <a:lnTo>
                  <a:pt x="0" y="58104"/>
                </a:lnTo>
                <a:lnTo>
                  <a:pt x="148650" y="58104"/>
                </a:lnTo>
                <a:cubicBezTo>
                  <a:pt x="147757" y="57997"/>
                  <a:pt x="146769" y="57818"/>
                  <a:pt x="145721" y="57568"/>
                </a:cubicBezTo>
                <a:lnTo>
                  <a:pt x="145721" y="57568"/>
                </a:lnTo>
                <a:lnTo>
                  <a:pt x="148650" y="58104"/>
                </a:lnTo>
                <a:lnTo>
                  <a:pt x="252592" y="58104"/>
                </a:lnTo>
                <a:lnTo>
                  <a:pt x="252592" y="16777"/>
                </a:lnTo>
                <a:cubicBezTo>
                  <a:pt x="236294" y="29080"/>
                  <a:pt x="217132" y="33582"/>
                  <a:pt x="196520" y="33582"/>
                </a:cubicBezTo>
                <a:cubicBezTo>
                  <a:pt x="140227" y="33582"/>
                  <a:pt x="73113" y="0"/>
                  <a:pt x="239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/>
          </p:nvPr>
        </p:nvSpPr>
        <p:spPr>
          <a:xfrm>
            <a:off x="2007025" y="1582990"/>
            <a:ext cx="2119500" cy="50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2" hasCustomPrompt="1"/>
          </p:nvPr>
        </p:nvSpPr>
        <p:spPr>
          <a:xfrm>
            <a:off x="2575250" y="273196"/>
            <a:ext cx="983100" cy="13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"/>
          </p:nvPr>
        </p:nvSpPr>
        <p:spPr>
          <a:xfrm>
            <a:off x="2007013" y="1879246"/>
            <a:ext cx="2119500" cy="6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3"/>
          </p:nvPr>
        </p:nvSpPr>
        <p:spPr>
          <a:xfrm>
            <a:off x="5017500" y="1582990"/>
            <a:ext cx="2119500" cy="50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4" hasCustomPrompt="1"/>
          </p:nvPr>
        </p:nvSpPr>
        <p:spPr>
          <a:xfrm>
            <a:off x="5585700" y="273196"/>
            <a:ext cx="983100" cy="13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5"/>
          </p:nvPr>
        </p:nvSpPr>
        <p:spPr>
          <a:xfrm>
            <a:off x="5017488" y="1879246"/>
            <a:ext cx="2119500" cy="6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6"/>
          </p:nvPr>
        </p:nvSpPr>
        <p:spPr>
          <a:xfrm>
            <a:off x="2007025" y="3658694"/>
            <a:ext cx="2119500" cy="50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7" hasCustomPrompt="1"/>
          </p:nvPr>
        </p:nvSpPr>
        <p:spPr>
          <a:xfrm>
            <a:off x="2575250" y="2348900"/>
            <a:ext cx="983100" cy="13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8"/>
          </p:nvPr>
        </p:nvSpPr>
        <p:spPr>
          <a:xfrm>
            <a:off x="2007013" y="3954950"/>
            <a:ext cx="2119500" cy="6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9"/>
          </p:nvPr>
        </p:nvSpPr>
        <p:spPr>
          <a:xfrm>
            <a:off x="5017500" y="3658694"/>
            <a:ext cx="2119500" cy="50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13" hasCustomPrompt="1"/>
          </p:nvPr>
        </p:nvSpPr>
        <p:spPr>
          <a:xfrm>
            <a:off x="5585700" y="2348900"/>
            <a:ext cx="983100" cy="13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14"/>
          </p:nvPr>
        </p:nvSpPr>
        <p:spPr>
          <a:xfrm>
            <a:off x="5017488" y="3954950"/>
            <a:ext cx="2119500" cy="6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1">
  <p:cSld name="CUSTOM_12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>
            <a:spLocks noGrp="1"/>
          </p:cNvSpPr>
          <p:nvPr>
            <p:ph type="title"/>
          </p:nvPr>
        </p:nvSpPr>
        <p:spPr>
          <a:xfrm>
            <a:off x="717525" y="55299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7" name="Google Shape;207;p20"/>
          <p:cNvSpPr txBox="1">
            <a:spLocks noGrp="1"/>
          </p:cNvSpPr>
          <p:nvPr>
            <p:ph type="title" idx="2"/>
          </p:nvPr>
        </p:nvSpPr>
        <p:spPr>
          <a:xfrm>
            <a:off x="717513" y="1608375"/>
            <a:ext cx="19848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208" name="Google Shape;208;p20"/>
          <p:cNvSpPr txBox="1">
            <a:spLocks noGrp="1"/>
          </p:cNvSpPr>
          <p:nvPr>
            <p:ph type="subTitle" idx="1"/>
          </p:nvPr>
        </p:nvSpPr>
        <p:spPr>
          <a:xfrm>
            <a:off x="717513" y="2011675"/>
            <a:ext cx="1984800" cy="9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r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0"/>
          <p:cNvSpPr txBox="1">
            <a:spLocks noGrp="1"/>
          </p:cNvSpPr>
          <p:nvPr>
            <p:ph type="title" idx="3"/>
          </p:nvPr>
        </p:nvSpPr>
        <p:spPr>
          <a:xfrm>
            <a:off x="6441667" y="1608375"/>
            <a:ext cx="19848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210" name="Google Shape;210;p20"/>
          <p:cNvSpPr txBox="1">
            <a:spLocks noGrp="1"/>
          </p:cNvSpPr>
          <p:nvPr>
            <p:ph type="subTitle" idx="4"/>
          </p:nvPr>
        </p:nvSpPr>
        <p:spPr>
          <a:xfrm>
            <a:off x="6441667" y="2011675"/>
            <a:ext cx="1984800" cy="9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0"/>
          <p:cNvSpPr txBox="1">
            <a:spLocks noGrp="1"/>
          </p:cNvSpPr>
          <p:nvPr>
            <p:ph type="title" idx="5"/>
          </p:nvPr>
        </p:nvSpPr>
        <p:spPr>
          <a:xfrm>
            <a:off x="717513" y="3301352"/>
            <a:ext cx="19848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212" name="Google Shape;212;p20"/>
          <p:cNvSpPr txBox="1">
            <a:spLocks noGrp="1"/>
          </p:cNvSpPr>
          <p:nvPr>
            <p:ph type="subTitle" idx="6"/>
          </p:nvPr>
        </p:nvSpPr>
        <p:spPr>
          <a:xfrm>
            <a:off x="717513" y="3704652"/>
            <a:ext cx="1984800" cy="9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r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20"/>
          <p:cNvSpPr txBox="1">
            <a:spLocks noGrp="1"/>
          </p:cNvSpPr>
          <p:nvPr>
            <p:ph type="title" idx="7"/>
          </p:nvPr>
        </p:nvSpPr>
        <p:spPr>
          <a:xfrm>
            <a:off x="6441667" y="3301352"/>
            <a:ext cx="19848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214" name="Google Shape;214;p20"/>
          <p:cNvSpPr txBox="1">
            <a:spLocks noGrp="1"/>
          </p:cNvSpPr>
          <p:nvPr>
            <p:ph type="subTitle" idx="8"/>
          </p:nvPr>
        </p:nvSpPr>
        <p:spPr>
          <a:xfrm>
            <a:off x="6441667" y="3704652"/>
            <a:ext cx="1984800" cy="9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215" name="Google Shape;215;p20"/>
          <p:cNvGrpSpPr/>
          <p:nvPr/>
        </p:nvGrpSpPr>
        <p:grpSpPr>
          <a:xfrm>
            <a:off x="7676452" y="-6"/>
            <a:ext cx="1430732" cy="1059983"/>
            <a:chOff x="7676452" y="-6"/>
            <a:chExt cx="1430732" cy="1059983"/>
          </a:xfrm>
        </p:grpSpPr>
        <p:grpSp>
          <p:nvGrpSpPr>
            <p:cNvPr id="216" name="Google Shape;216;p20"/>
            <p:cNvGrpSpPr/>
            <p:nvPr/>
          </p:nvGrpSpPr>
          <p:grpSpPr>
            <a:xfrm rot="10690018">
              <a:off x="7690194" y="79769"/>
              <a:ext cx="1152535" cy="877616"/>
              <a:chOff x="3077675" y="6690087"/>
              <a:chExt cx="2525088" cy="1922768"/>
            </a:xfrm>
          </p:grpSpPr>
          <p:sp>
            <p:nvSpPr>
              <p:cNvPr id="217" name="Google Shape;217;p20"/>
              <p:cNvSpPr/>
              <p:nvPr/>
            </p:nvSpPr>
            <p:spPr>
              <a:xfrm>
                <a:off x="3538754" y="6690087"/>
                <a:ext cx="2064009" cy="1922768"/>
              </a:xfrm>
              <a:custGeom>
                <a:avLst/>
                <a:gdLst/>
                <a:ahLst/>
                <a:cxnLst/>
                <a:rect l="l" t="t" r="r" b="b"/>
                <a:pathLst>
                  <a:path w="83428" h="77719" extrusionOk="0">
                    <a:moveTo>
                      <a:pt x="43744" y="1"/>
                    </a:moveTo>
                    <a:cubicBezTo>
                      <a:pt x="43607" y="1"/>
                      <a:pt x="43469" y="5"/>
                      <a:pt x="43328" y="15"/>
                    </a:cubicBezTo>
                    <a:cubicBezTo>
                      <a:pt x="39256" y="277"/>
                      <a:pt x="37779" y="4360"/>
                      <a:pt x="36839" y="7718"/>
                    </a:cubicBezTo>
                    <a:cubicBezTo>
                      <a:pt x="35589" y="12203"/>
                      <a:pt x="34968" y="18558"/>
                      <a:pt x="31040" y="18558"/>
                    </a:cubicBezTo>
                    <a:cubicBezTo>
                      <a:pt x="29952" y="18558"/>
                      <a:pt x="28611" y="18070"/>
                      <a:pt x="26933" y="16921"/>
                    </a:cubicBezTo>
                    <a:cubicBezTo>
                      <a:pt x="25614" y="16019"/>
                      <a:pt x="23908" y="14589"/>
                      <a:pt x="22178" y="14589"/>
                    </a:cubicBezTo>
                    <a:cubicBezTo>
                      <a:pt x="21830" y="14589"/>
                      <a:pt x="21481" y="14647"/>
                      <a:pt x="21134" y="14778"/>
                    </a:cubicBezTo>
                    <a:cubicBezTo>
                      <a:pt x="15276" y="16993"/>
                      <a:pt x="19075" y="24530"/>
                      <a:pt x="19753" y="28387"/>
                    </a:cubicBezTo>
                    <a:cubicBezTo>
                      <a:pt x="20166" y="30701"/>
                      <a:pt x="20096" y="34763"/>
                      <a:pt x="17456" y="34763"/>
                    </a:cubicBezTo>
                    <a:cubicBezTo>
                      <a:pt x="17054" y="34763"/>
                      <a:pt x="16592" y="34669"/>
                      <a:pt x="16062" y="34459"/>
                    </a:cubicBezTo>
                    <a:cubicBezTo>
                      <a:pt x="11365" y="32594"/>
                      <a:pt x="10296" y="26273"/>
                      <a:pt x="4770" y="26273"/>
                    </a:cubicBezTo>
                    <a:cubicBezTo>
                      <a:pt x="4512" y="26273"/>
                      <a:pt x="4244" y="26287"/>
                      <a:pt x="3966" y="26315"/>
                    </a:cubicBezTo>
                    <a:cubicBezTo>
                      <a:pt x="715" y="26649"/>
                      <a:pt x="1" y="29554"/>
                      <a:pt x="489" y="32328"/>
                    </a:cubicBezTo>
                    <a:cubicBezTo>
                      <a:pt x="1251" y="36555"/>
                      <a:pt x="3644" y="40222"/>
                      <a:pt x="5085" y="44211"/>
                    </a:cubicBezTo>
                    <a:cubicBezTo>
                      <a:pt x="6597" y="48390"/>
                      <a:pt x="7061" y="52997"/>
                      <a:pt x="6549" y="57403"/>
                    </a:cubicBezTo>
                    <a:cubicBezTo>
                      <a:pt x="6275" y="59784"/>
                      <a:pt x="4037" y="62999"/>
                      <a:pt x="4632" y="65380"/>
                    </a:cubicBezTo>
                    <a:cubicBezTo>
                      <a:pt x="5513" y="68856"/>
                      <a:pt x="12336" y="68321"/>
                      <a:pt x="15050" y="68797"/>
                    </a:cubicBezTo>
                    <a:cubicBezTo>
                      <a:pt x="18884" y="69476"/>
                      <a:pt x="22766" y="70095"/>
                      <a:pt x="26468" y="71345"/>
                    </a:cubicBezTo>
                    <a:cubicBezTo>
                      <a:pt x="30939" y="72847"/>
                      <a:pt x="38196" y="77718"/>
                      <a:pt x="44090" y="77718"/>
                    </a:cubicBezTo>
                    <a:cubicBezTo>
                      <a:pt x="46186" y="77718"/>
                      <a:pt x="48109" y="77102"/>
                      <a:pt x="49674" y="75500"/>
                    </a:cubicBezTo>
                    <a:cubicBezTo>
                      <a:pt x="51602" y="73524"/>
                      <a:pt x="50626" y="70488"/>
                      <a:pt x="49185" y="68559"/>
                    </a:cubicBezTo>
                    <a:cubicBezTo>
                      <a:pt x="47364" y="66130"/>
                      <a:pt x="44090" y="64594"/>
                      <a:pt x="42661" y="61856"/>
                    </a:cubicBezTo>
                    <a:cubicBezTo>
                      <a:pt x="41468" y="59570"/>
                      <a:pt x="43103" y="58980"/>
                      <a:pt x="45242" y="58980"/>
                    </a:cubicBezTo>
                    <a:cubicBezTo>
                      <a:pt x="47158" y="58980"/>
                      <a:pt x="49479" y="59453"/>
                      <a:pt x="50531" y="59605"/>
                    </a:cubicBezTo>
                    <a:cubicBezTo>
                      <a:pt x="52312" y="59861"/>
                      <a:pt x="54410" y="60234"/>
                      <a:pt x="56446" y="60234"/>
                    </a:cubicBezTo>
                    <a:cubicBezTo>
                      <a:pt x="59050" y="60234"/>
                      <a:pt x="61553" y="59624"/>
                      <a:pt x="63163" y="57379"/>
                    </a:cubicBezTo>
                    <a:cubicBezTo>
                      <a:pt x="66116" y="53271"/>
                      <a:pt x="61497" y="49068"/>
                      <a:pt x="58818" y="46354"/>
                    </a:cubicBezTo>
                    <a:cubicBezTo>
                      <a:pt x="55151" y="42627"/>
                      <a:pt x="56532" y="41246"/>
                      <a:pt x="59306" y="40817"/>
                    </a:cubicBezTo>
                    <a:cubicBezTo>
                      <a:pt x="60111" y="40689"/>
                      <a:pt x="61032" y="40643"/>
                      <a:pt x="61979" y="40643"/>
                    </a:cubicBezTo>
                    <a:cubicBezTo>
                      <a:pt x="63762" y="40643"/>
                      <a:pt x="65636" y="40807"/>
                      <a:pt x="66997" y="40901"/>
                    </a:cubicBezTo>
                    <a:cubicBezTo>
                      <a:pt x="68350" y="40991"/>
                      <a:pt x="70090" y="41137"/>
                      <a:pt x="71903" y="41137"/>
                    </a:cubicBezTo>
                    <a:cubicBezTo>
                      <a:pt x="76075" y="41137"/>
                      <a:pt x="80636" y="40364"/>
                      <a:pt x="81773" y="36364"/>
                    </a:cubicBezTo>
                    <a:cubicBezTo>
                      <a:pt x="83428" y="30578"/>
                      <a:pt x="75260" y="28090"/>
                      <a:pt x="71057" y="27816"/>
                    </a:cubicBezTo>
                    <a:cubicBezTo>
                      <a:pt x="69545" y="27720"/>
                      <a:pt x="66307" y="27518"/>
                      <a:pt x="65557" y="25863"/>
                    </a:cubicBezTo>
                    <a:cubicBezTo>
                      <a:pt x="64425" y="23339"/>
                      <a:pt x="68890" y="21386"/>
                      <a:pt x="70414" y="20291"/>
                    </a:cubicBezTo>
                    <a:cubicBezTo>
                      <a:pt x="73534" y="18029"/>
                      <a:pt x="75927" y="14493"/>
                      <a:pt x="76606" y="10659"/>
                    </a:cubicBezTo>
                    <a:cubicBezTo>
                      <a:pt x="77201" y="7313"/>
                      <a:pt x="75355" y="4337"/>
                      <a:pt x="72319" y="2920"/>
                    </a:cubicBezTo>
                    <a:cubicBezTo>
                      <a:pt x="71216" y="2408"/>
                      <a:pt x="70191" y="2186"/>
                      <a:pt x="69227" y="2186"/>
                    </a:cubicBezTo>
                    <a:cubicBezTo>
                      <a:pt x="63183" y="2186"/>
                      <a:pt x="59515" y="10924"/>
                      <a:pt x="53960" y="12135"/>
                    </a:cubicBezTo>
                    <a:cubicBezTo>
                      <a:pt x="53728" y="12186"/>
                      <a:pt x="53514" y="12210"/>
                      <a:pt x="53317" y="12210"/>
                    </a:cubicBezTo>
                    <a:cubicBezTo>
                      <a:pt x="50797" y="12210"/>
                      <a:pt x="50946" y="8282"/>
                      <a:pt x="50317" y="6206"/>
                    </a:cubicBezTo>
                    <a:cubicBezTo>
                      <a:pt x="49353" y="3076"/>
                      <a:pt x="47297" y="1"/>
                      <a:pt x="4374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20"/>
              <p:cNvSpPr/>
              <p:nvPr/>
            </p:nvSpPr>
            <p:spPr>
              <a:xfrm>
                <a:off x="3077675" y="7144734"/>
                <a:ext cx="1927197" cy="1319656"/>
              </a:xfrm>
              <a:custGeom>
                <a:avLst/>
                <a:gdLst/>
                <a:ahLst/>
                <a:cxnLst/>
                <a:rect l="l" t="t" r="r" b="b"/>
                <a:pathLst>
                  <a:path w="77898" h="53341" extrusionOk="0">
                    <a:moveTo>
                      <a:pt x="77657" y="0"/>
                    </a:moveTo>
                    <a:cubicBezTo>
                      <a:pt x="77524" y="0"/>
                      <a:pt x="77309" y="98"/>
                      <a:pt x="77038" y="330"/>
                    </a:cubicBezTo>
                    <a:cubicBezTo>
                      <a:pt x="77038" y="330"/>
                      <a:pt x="75681" y="1521"/>
                      <a:pt x="73430" y="3497"/>
                    </a:cubicBezTo>
                    <a:cubicBezTo>
                      <a:pt x="72299" y="4486"/>
                      <a:pt x="70954" y="5664"/>
                      <a:pt x="69430" y="6998"/>
                    </a:cubicBezTo>
                    <a:cubicBezTo>
                      <a:pt x="68668" y="7665"/>
                      <a:pt x="67870" y="8367"/>
                      <a:pt x="67037" y="9093"/>
                    </a:cubicBezTo>
                    <a:cubicBezTo>
                      <a:pt x="66203" y="9820"/>
                      <a:pt x="65334" y="10594"/>
                      <a:pt x="64441" y="11391"/>
                    </a:cubicBezTo>
                    <a:cubicBezTo>
                      <a:pt x="63548" y="12177"/>
                      <a:pt x="62631" y="12999"/>
                      <a:pt x="61691" y="13832"/>
                    </a:cubicBezTo>
                    <a:cubicBezTo>
                      <a:pt x="61453" y="14034"/>
                      <a:pt x="61215" y="14249"/>
                      <a:pt x="60976" y="14463"/>
                    </a:cubicBezTo>
                    <a:cubicBezTo>
                      <a:pt x="60750" y="14677"/>
                      <a:pt x="60512" y="14892"/>
                      <a:pt x="60274" y="15106"/>
                    </a:cubicBezTo>
                    <a:cubicBezTo>
                      <a:pt x="59798" y="15535"/>
                      <a:pt x="59321" y="15975"/>
                      <a:pt x="58845" y="16416"/>
                    </a:cubicBezTo>
                    <a:cubicBezTo>
                      <a:pt x="57881" y="17297"/>
                      <a:pt x="56916" y="18190"/>
                      <a:pt x="55940" y="19083"/>
                    </a:cubicBezTo>
                    <a:lnTo>
                      <a:pt x="55571" y="19416"/>
                    </a:lnTo>
                    <a:lnTo>
                      <a:pt x="55214" y="19773"/>
                    </a:lnTo>
                    <a:cubicBezTo>
                      <a:pt x="54976" y="20011"/>
                      <a:pt x="54738" y="20250"/>
                      <a:pt x="54499" y="20488"/>
                    </a:cubicBezTo>
                    <a:cubicBezTo>
                      <a:pt x="54035" y="20964"/>
                      <a:pt x="53571" y="21440"/>
                      <a:pt x="53106" y="21916"/>
                    </a:cubicBezTo>
                    <a:cubicBezTo>
                      <a:pt x="51261" y="23845"/>
                      <a:pt x="49463" y="25798"/>
                      <a:pt x="47725" y="27691"/>
                    </a:cubicBezTo>
                    <a:cubicBezTo>
                      <a:pt x="45975" y="29572"/>
                      <a:pt x="44284" y="31370"/>
                      <a:pt x="42653" y="33025"/>
                    </a:cubicBezTo>
                    <a:cubicBezTo>
                      <a:pt x="41033" y="34668"/>
                      <a:pt x="39259" y="36406"/>
                      <a:pt x="37342" y="38085"/>
                    </a:cubicBezTo>
                    <a:cubicBezTo>
                      <a:pt x="36378" y="38918"/>
                      <a:pt x="35390" y="39752"/>
                      <a:pt x="34354" y="40538"/>
                    </a:cubicBezTo>
                    <a:cubicBezTo>
                      <a:pt x="33318" y="41335"/>
                      <a:pt x="32247" y="42109"/>
                      <a:pt x="31151" y="42824"/>
                    </a:cubicBezTo>
                    <a:cubicBezTo>
                      <a:pt x="30044" y="43550"/>
                      <a:pt x="28913" y="44205"/>
                      <a:pt x="27746" y="44812"/>
                    </a:cubicBezTo>
                    <a:cubicBezTo>
                      <a:pt x="27460" y="44967"/>
                      <a:pt x="27175" y="45122"/>
                      <a:pt x="26877" y="45253"/>
                    </a:cubicBezTo>
                    <a:cubicBezTo>
                      <a:pt x="26579" y="45395"/>
                      <a:pt x="26293" y="45538"/>
                      <a:pt x="25996" y="45669"/>
                    </a:cubicBezTo>
                    <a:cubicBezTo>
                      <a:pt x="25401" y="45919"/>
                      <a:pt x="24793" y="46146"/>
                      <a:pt x="24186" y="46384"/>
                    </a:cubicBezTo>
                    <a:cubicBezTo>
                      <a:pt x="23888" y="46503"/>
                      <a:pt x="23591" y="46622"/>
                      <a:pt x="23293" y="46741"/>
                    </a:cubicBezTo>
                    <a:cubicBezTo>
                      <a:pt x="23138" y="46800"/>
                      <a:pt x="22995" y="46860"/>
                      <a:pt x="22853" y="46919"/>
                    </a:cubicBezTo>
                    <a:cubicBezTo>
                      <a:pt x="22698" y="46967"/>
                      <a:pt x="22543" y="47027"/>
                      <a:pt x="22400" y="47074"/>
                    </a:cubicBezTo>
                    <a:cubicBezTo>
                      <a:pt x="21793" y="47289"/>
                      <a:pt x="21198" y="47491"/>
                      <a:pt x="20602" y="47693"/>
                    </a:cubicBezTo>
                    <a:cubicBezTo>
                      <a:pt x="20317" y="47801"/>
                      <a:pt x="20019" y="47908"/>
                      <a:pt x="19721" y="48003"/>
                    </a:cubicBezTo>
                    <a:cubicBezTo>
                      <a:pt x="19435" y="48098"/>
                      <a:pt x="19138" y="48182"/>
                      <a:pt x="18852" y="48277"/>
                    </a:cubicBezTo>
                    <a:cubicBezTo>
                      <a:pt x="18257" y="48455"/>
                      <a:pt x="17685" y="48634"/>
                      <a:pt x="17114" y="48813"/>
                    </a:cubicBezTo>
                    <a:cubicBezTo>
                      <a:pt x="12566" y="50170"/>
                      <a:pt x="8470" y="51087"/>
                      <a:pt x="5553" y="51753"/>
                    </a:cubicBezTo>
                    <a:cubicBezTo>
                      <a:pt x="4100" y="52075"/>
                      <a:pt x="2922" y="52337"/>
                      <a:pt x="2112" y="52503"/>
                    </a:cubicBezTo>
                    <a:cubicBezTo>
                      <a:pt x="1314" y="52682"/>
                      <a:pt x="874" y="52777"/>
                      <a:pt x="874" y="52777"/>
                    </a:cubicBezTo>
                    <a:cubicBezTo>
                      <a:pt x="47" y="52974"/>
                      <a:pt x="1" y="53340"/>
                      <a:pt x="641" y="53340"/>
                    </a:cubicBezTo>
                    <a:cubicBezTo>
                      <a:pt x="739" y="53340"/>
                      <a:pt x="852" y="53332"/>
                      <a:pt x="981" y="53313"/>
                    </a:cubicBezTo>
                    <a:cubicBezTo>
                      <a:pt x="981" y="53313"/>
                      <a:pt x="1421" y="53218"/>
                      <a:pt x="2231" y="53063"/>
                    </a:cubicBezTo>
                    <a:cubicBezTo>
                      <a:pt x="3041" y="52896"/>
                      <a:pt x="4219" y="52658"/>
                      <a:pt x="5684" y="52361"/>
                    </a:cubicBezTo>
                    <a:cubicBezTo>
                      <a:pt x="8625" y="51741"/>
                      <a:pt x="12732" y="50884"/>
                      <a:pt x="17340" y="49575"/>
                    </a:cubicBezTo>
                    <a:cubicBezTo>
                      <a:pt x="17911" y="49408"/>
                      <a:pt x="18495" y="49241"/>
                      <a:pt x="19090" y="49063"/>
                    </a:cubicBezTo>
                    <a:cubicBezTo>
                      <a:pt x="19388" y="48979"/>
                      <a:pt x="19686" y="48884"/>
                      <a:pt x="19983" y="48801"/>
                    </a:cubicBezTo>
                    <a:cubicBezTo>
                      <a:pt x="20281" y="48705"/>
                      <a:pt x="20578" y="48598"/>
                      <a:pt x="20876" y="48503"/>
                    </a:cubicBezTo>
                    <a:cubicBezTo>
                      <a:pt x="21471" y="48301"/>
                      <a:pt x="22079" y="48098"/>
                      <a:pt x="22686" y="47896"/>
                    </a:cubicBezTo>
                    <a:cubicBezTo>
                      <a:pt x="22841" y="47848"/>
                      <a:pt x="22995" y="47789"/>
                      <a:pt x="23150" y="47741"/>
                    </a:cubicBezTo>
                    <a:cubicBezTo>
                      <a:pt x="23293" y="47681"/>
                      <a:pt x="23448" y="47622"/>
                      <a:pt x="23603" y="47562"/>
                    </a:cubicBezTo>
                    <a:cubicBezTo>
                      <a:pt x="23900" y="47455"/>
                      <a:pt x="24210" y="47336"/>
                      <a:pt x="24519" y="47217"/>
                    </a:cubicBezTo>
                    <a:cubicBezTo>
                      <a:pt x="25127" y="46979"/>
                      <a:pt x="25746" y="46753"/>
                      <a:pt x="26365" y="46515"/>
                    </a:cubicBezTo>
                    <a:cubicBezTo>
                      <a:pt x="26663" y="46372"/>
                      <a:pt x="26972" y="46229"/>
                      <a:pt x="27270" y="46086"/>
                    </a:cubicBezTo>
                    <a:cubicBezTo>
                      <a:pt x="27579" y="45955"/>
                      <a:pt x="27877" y="45800"/>
                      <a:pt x="28175" y="45646"/>
                    </a:cubicBezTo>
                    <a:cubicBezTo>
                      <a:pt x="29365" y="45038"/>
                      <a:pt x="30544" y="44372"/>
                      <a:pt x="31675" y="43645"/>
                    </a:cubicBezTo>
                    <a:cubicBezTo>
                      <a:pt x="32806" y="42919"/>
                      <a:pt x="33902" y="42145"/>
                      <a:pt x="34961" y="41347"/>
                    </a:cubicBezTo>
                    <a:cubicBezTo>
                      <a:pt x="36021" y="40538"/>
                      <a:pt x="37033" y="39704"/>
                      <a:pt x="38021" y="38859"/>
                    </a:cubicBezTo>
                    <a:cubicBezTo>
                      <a:pt x="39974" y="37168"/>
                      <a:pt x="41772" y="35430"/>
                      <a:pt x="43415" y="33763"/>
                    </a:cubicBezTo>
                    <a:cubicBezTo>
                      <a:pt x="45046" y="32108"/>
                      <a:pt x="46748" y="30286"/>
                      <a:pt x="48475" y="28381"/>
                    </a:cubicBezTo>
                    <a:cubicBezTo>
                      <a:pt x="50213" y="26488"/>
                      <a:pt x="51999" y="24524"/>
                      <a:pt x="53809" y="22595"/>
                    </a:cubicBezTo>
                    <a:cubicBezTo>
                      <a:pt x="54273" y="22107"/>
                      <a:pt x="54726" y="21631"/>
                      <a:pt x="55190" y="21154"/>
                    </a:cubicBezTo>
                    <a:cubicBezTo>
                      <a:pt x="55416" y="20916"/>
                      <a:pt x="55642" y="20678"/>
                      <a:pt x="55881" y="20452"/>
                    </a:cubicBezTo>
                    <a:lnTo>
                      <a:pt x="56226" y="20095"/>
                    </a:lnTo>
                    <a:lnTo>
                      <a:pt x="56583" y="19761"/>
                    </a:lnTo>
                    <a:cubicBezTo>
                      <a:pt x="57547" y="18857"/>
                      <a:pt x="58512" y="17952"/>
                      <a:pt x="59452" y="17071"/>
                    </a:cubicBezTo>
                    <a:cubicBezTo>
                      <a:pt x="59929" y="16618"/>
                      <a:pt x="60393" y="16178"/>
                      <a:pt x="60869" y="15749"/>
                    </a:cubicBezTo>
                    <a:cubicBezTo>
                      <a:pt x="61095" y="15523"/>
                      <a:pt x="61334" y="15308"/>
                      <a:pt x="61560" y="15094"/>
                    </a:cubicBezTo>
                    <a:cubicBezTo>
                      <a:pt x="61798" y="14880"/>
                      <a:pt x="62024" y="14666"/>
                      <a:pt x="62262" y="14451"/>
                    </a:cubicBezTo>
                    <a:cubicBezTo>
                      <a:pt x="63191" y="13606"/>
                      <a:pt x="64096" y="12784"/>
                      <a:pt x="64977" y="11987"/>
                    </a:cubicBezTo>
                    <a:cubicBezTo>
                      <a:pt x="72049" y="5581"/>
                      <a:pt x="77407" y="735"/>
                      <a:pt x="77407" y="735"/>
                    </a:cubicBezTo>
                    <a:cubicBezTo>
                      <a:pt x="77868" y="321"/>
                      <a:pt x="77898" y="0"/>
                      <a:pt x="776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20"/>
              <p:cNvSpPr/>
              <p:nvPr/>
            </p:nvSpPr>
            <p:spPr>
              <a:xfrm>
                <a:off x="4083257" y="7963826"/>
                <a:ext cx="485028" cy="66056"/>
              </a:xfrm>
              <a:custGeom>
                <a:avLst/>
                <a:gdLst/>
                <a:ahLst/>
                <a:cxnLst/>
                <a:rect l="l" t="t" r="r" b="b"/>
                <a:pathLst>
                  <a:path w="19605" h="2670" extrusionOk="0">
                    <a:moveTo>
                      <a:pt x="13901" y="0"/>
                    </a:moveTo>
                    <a:cubicBezTo>
                      <a:pt x="13437" y="0"/>
                      <a:pt x="12960" y="12"/>
                      <a:pt x="12472" y="24"/>
                    </a:cubicBezTo>
                    <a:cubicBezTo>
                      <a:pt x="12234" y="24"/>
                      <a:pt x="11996" y="36"/>
                      <a:pt x="11758" y="36"/>
                    </a:cubicBezTo>
                    <a:cubicBezTo>
                      <a:pt x="11639" y="48"/>
                      <a:pt x="11520" y="48"/>
                      <a:pt x="11401" y="48"/>
                    </a:cubicBezTo>
                    <a:cubicBezTo>
                      <a:pt x="11282" y="60"/>
                      <a:pt x="11163" y="72"/>
                      <a:pt x="11044" y="72"/>
                    </a:cubicBezTo>
                    <a:cubicBezTo>
                      <a:pt x="10579" y="107"/>
                      <a:pt x="10127" y="143"/>
                      <a:pt x="9710" y="179"/>
                    </a:cubicBezTo>
                    <a:cubicBezTo>
                      <a:pt x="9472" y="203"/>
                      <a:pt x="9222" y="226"/>
                      <a:pt x="8972" y="250"/>
                    </a:cubicBezTo>
                    <a:cubicBezTo>
                      <a:pt x="8722" y="286"/>
                      <a:pt x="8460" y="322"/>
                      <a:pt x="8198" y="357"/>
                    </a:cubicBezTo>
                    <a:cubicBezTo>
                      <a:pt x="7674" y="429"/>
                      <a:pt x="7138" y="500"/>
                      <a:pt x="6602" y="584"/>
                    </a:cubicBezTo>
                    <a:cubicBezTo>
                      <a:pt x="6067" y="679"/>
                      <a:pt x="5519" y="786"/>
                      <a:pt x="4995" y="881"/>
                    </a:cubicBezTo>
                    <a:cubicBezTo>
                      <a:pt x="4733" y="941"/>
                      <a:pt x="4471" y="988"/>
                      <a:pt x="4221" y="1036"/>
                    </a:cubicBezTo>
                    <a:cubicBezTo>
                      <a:pt x="3971" y="1096"/>
                      <a:pt x="3733" y="1155"/>
                      <a:pt x="3495" y="1215"/>
                    </a:cubicBezTo>
                    <a:cubicBezTo>
                      <a:pt x="3019" y="1334"/>
                      <a:pt x="2566" y="1441"/>
                      <a:pt x="2161" y="1536"/>
                    </a:cubicBezTo>
                    <a:cubicBezTo>
                      <a:pt x="1769" y="1655"/>
                      <a:pt x="1411" y="1762"/>
                      <a:pt x="1114" y="1846"/>
                    </a:cubicBezTo>
                    <a:cubicBezTo>
                      <a:pt x="530" y="2024"/>
                      <a:pt x="173" y="2131"/>
                      <a:pt x="173" y="2131"/>
                    </a:cubicBezTo>
                    <a:cubicBezTo>
                      <a:pt x="1" y="2200"/>
                      <a:pt x="117" y="2669"/>
                      <a:pt x="307" y="2669"/>
                    </a:cubicBezTo>
                    <a:cubicBezTo>
                      <a:pt x="314" y="2669"/>
                      <a:pt x="321" y="2668"/>
                      <a:pt x="328" y="2667"/>
                    </a:cubicBezTo>
                    <a:cubicBezTo>
                      <a:pt x="328" y="2667"/>
                      <a:pt x="685" y="2584"/>
                      <a:pt x="1280" y="2453"/>
                    </a:cubicBezTo>
                    <a:cubicBezTo>
                      <a:pt x="1578" y="2393"/>
                      <a:pt x="1923" y="2310"/>
                      <a:pt x="2328" y="2227"/>
                    </a:cubicBezTo>
                    <a:cubicBezTo>
                      <a:pt x="2733" y="2155"/>
                      <a:pt x="3173" y="2084"/>
                      <a:pt x="3650" y="2000"/>
                    </a:cubicBezTo>
                    <a:cubicBezTo>
                      <a:pt x="3888" y="1953"/>
                      <a:pt x="4126" y="1917"/>
                      <a:pt x="4376" y="1870"/>
                    </a:cubicBezTo>
                    <a:cubicBezTo>
                      <a:pt x="4626" y="1834"/>
                      <a:pt x="4888" y="1798"/>
                      <a:pt x="5150" y="1762"/>
                    </a:cubicBezTo>
                    <a:cubicBezTo>
                      <a:pt x="5674" y="1691"/>
                      <a:pt x="6210" y="1619"/>
                      <a:pt x="6733" y="1548"/>
                    </a:cubicBezTo>
                    <a:cubicBezTo>
                      <a:pt x="7269" y="1489"/>
                      <a:pt x="7805" y="1429"/>
                      <a:pt x="8317" y="1381"/>
                    </a:cubicBezTo>
                    <a:cubicBezTo>
                      <a:pt x="8579" y="1346"/>
                      <a:pt x="8829" y="1322"/>
                      <a:pt x="9079" y="1298"/>
                    </a:cubicBezTo>
                    <a:cubicBezTo>
                      <a:pt x="9329" y="1274"/>
                      <a:pt x="9567" y="1250"/>
                      <a:pt x="9805" y="1239"/>
                    </a:cubicBezTo>
                    <a:cubicBezTo>
                      <a:pt x="10222" y="1191"/>
                      <a:pt x="10663" y="1155"/>
                      <a:pt x="11127" y="1108"/>
                    </a:cubicBezTo>
                    <a:cubicBezTo>
                      <a:pt x="11234" y="1096"/>
                      <a:pt x="11353" y="1084"/>
                      <a:pt x="11460" y="1072"/>
                    </a:cubicBezTo>
                    <a:cubicBezTo>
                      <a:pt x="11579" y="1072"/>
                      <a:pt x="11698" y="1060"/>
                      <a:pt x="11817" y="1060"/>
                    </a:cubicBezTo>
                    <a:cubicBezTo>
                      <a:pt x="12056" y="1036"/>
                      <a:pt x="12282" y="1024"/>
                      <a:pt x="12520" y="1012"/>
                    </a:cubicBezTo>
                    <a:cubicBezTo>
                      <a:pt x="12996" y="977"/>
                      <a:pt x="13460" y="941"/>
                      <a:pt x="13925" y="917"/>
                    </a:cubicBezTo>
                    <a:cubicBezTo>
                      <a:pt x="14389" y="893"/>
                      <a:pt x="14842" y="881"/>
                      <a:pt x="15258" y="869"/>
                    </a:cubicBezTo>
                    <a:cubicBezTo>
                      <a:pt x="15830" y="838"/>
                      <a:pt x="16354" y="838"/>
                      <a:pt x="16802" y="838"/>
                    </a:cubicBezTo>
                    <a:lnTo>
                      <a:pt x="16802" y="838"/>
                    </a:lnTo>
                    <a:cubicBezTo>
                      <a:pt x="17026" y="838"/>
                      <a:pt x="17231" y="838"/>
                      <a:pt x="17413" y="834"/>
                    </a:cubicBezTo>
                    <a:cubicBezTo>
                      <a:pt x="17866" y="834"/>
                      <a:pt x="18189" y="834"/>
                      <a:pt x="18314" y="827"/>
                    </a:cubicBezTo>
                    <a:lnTo>
                      <a:pt x="18314" y="827"/>
                    </a:lnTo>
                    <a:cubicBezTo>
                      <a:pt x="18323" y="833"/>
                      <a:pt x="18333" y="839"/>
                      <a:pt x="18342" y="846"/>
                    </a:cubicBezTo>
                    <a:cubicBezTo>
                      <a:pt x="18378" y="858"/>
                      <a:pt x="18413" y="869"/>
                      <a:pt x="18449" y="881"/>
                    </a:cubicBezTo>
                    <a:cubicBezTo>
                      <a:pt x="18509" y="905"/>
                      <a:pt x="18556" y="917"/>
                      <a:pt x="18616" y="929"/>
                    </a:cubicBezTo>
                    <a:cubicBezTo>
                      <a:pt x="18711" y="953"/>
                      <a:pt x="18794" y="977"/>
                      <a:pt x="18866" y="988"/>
                    </a:cubicBezTo>
                    <a:cubicBezTo>
                      <a:pt x="19009" y="1012"/>
                      <a:pt x="19104" y="1024"/>
                      <a:pt x="19175" y="1036"/>
                    </a:cubicBezTo>
                    <a:cubicBezTo>
                      <a:pt x="19318" y="1060"/>
                      <a:pt x="19330" y="1060"/>
                      <a:pt x="19330" y="1060"/>
                    </a:cubicBezTo>
                    <a:cubicBezTo>
                      <a:pt x="19533" y="1060"/>
                      <a:pt x="19604" y="607"/>
                      <a:pt x="19414" y="524"/>
                    </a:cubicBezTo>
                    <a:cubicBezTo>
                      <a:pt x="19414" y="524"/>
                      <a:pt x="19402" y="524"/>
                      <a:pt x="19271" y="500"/>
                    </a:cubicBezTo>
                    <a:cubicBezTo>
                      <a:pt x="19199" y="488"/>
                      <a:pt x="19104" y="465"/>
                      <a:pt x="18973" y="441"/>
                    </a:cubicBezTo>
                    <a:cubicBezTo>
                      <a:pt x="18914" y="429"/>
                      <a:pt x="18830" y="417"/>
                      <a:pt x="18759" y="393"/>
                    </a:cubicBezTo>
                    <a:cubicBezTo>
                      <a:pt x="18723" y="381"/>
                      <a:pt x="18675" y="369"/>
                      <a:pt x="18640" y="357"/>
                    </a:cubicBezTo>
                    <a:cubicBezTo>
                      <a:pt x="18616" y="346"/>
                      <a:pt x="18604" y="334"/>
                      <a:pt x="18580" y="334"/>
                    </a:cubicBezTo>
                    <a:cubicBezTo>
                      <a:pt x="18568" y="322"/>
                      <a:pt x="18556" y="322"/>
                      <a:pt x="18544" y="310"/>
                    </a:cubicBezTo>
                    <a:lnTo>
                      <a:pt x="18449" y="274"/>
                    </a:lnTo>
                    <a:lnTo>
                      <a:pt x="18402" y="262"/>
                    </a:lnTo>
                    <a:cubicBezTo>
                      <a:pt x="18354" y="250"/>
                      <a:pt x="18009" y="215"/>
                      <a:pt x="17449" y="167"/>
                    </a:cubicBezTo>
                    <a:cubicBezTo>
                      <a:pt x="16889" y="119"/>
                      <a:pt x="16127" y="36"/>
                      <a:pt x="15258" y="36"/>
                    </a:cubicBezTo>
                    <a:cubicBezTo>
                      <a:pt x="14830" y="24"/>
                      <a:pt x="14377" y="12"/>
                      <a:pt x="1390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20"/>
              <p:cNvSpPr/>
              <p:nvPr/>
            </p:nvSpPr>
            <p:spPr>
              <a:xfrm>
                <a:off x="4465836" y="7206782"/>
                <a:ext cx="184066" cy="404227"/>
              </a:xfrm>
              <a:custGeom>
                <a:avLst/>
                <a:gdLst/>
                <a:ahLst/>
                <a:cxnLst/>
                <a:rect l="l" t="t" r="r" b="b"/>
                <a:pathLst>
                  <a:path w="7440" h="16339" extrusionOk="0">
                    <a:moveTo>
                      <a:pt x="7065" y="0"/>
                    </a:moveTo>
                    <a:cubicBezTo>
                      <a:pt x="6996" y="0"/>
                      <a:pt x="6934" y="18"/>
                      <a:pt x="6902" y="61"/>
                    </a:cubicBezTo>
                    <a:cubicBezTo>
                      <a:pt x="6902" y="61"/>
                      <a:pt x="6771" y="370"/>
                      <a:pt x="6569" y="870"/>
                    </a:cubicBezTo>
                    <a:cubicBezTo>
                      <a:pt x="6367" y="1406"/>
                      <a:pt x="6081" y="2097"/>
                      <a:pt x="5759" y="2930"/>
                    </a:cubicBezTo>
                    <a:cubicBezTo>
                      <a:pt x="5140" y="4573"/>
                      <a:pt x="4378" y="6609"/>
                      <a:pt x="3771" y="8205"/>
                    </a:cubicBezTo>
                    <a:cubicBezTo>
                      <a:pt x="3473" y="9002"/>
                      <a:pt x="3128" y="9895"/>
                      <a:pt x="2759" y="10788"/>
                    </a:cubicBezTo>
                    <a:cubicBezTo>
                      <a:pt x="2378" y="11681"/>
                      <a:pt x="1973" y="12562"/>
                      <a:pt x="1580" y="13336"/>
                    </a:cubicBezTo>
                    <a:cubicBezTo>
                      <a:pt x="1378" y="13717"/>
                      <a:pt x="1187" y="14086"/>
                      <a:pt x="1009" y="14408"/>
                    </a:cubicBezTo>
                    <a:cubicBezTo>
                      <a:pt x="830" y="14717"/>
                      <a:pt x="663" y="15003"/>
                      <a:pt x="533" y="15241"/>
                    </a:cubicBezTo>
                    <a:cubicBezTo>
                      <a:pt x="247" y="15706"/>
                      <a:pt x="68" y="15991"/>
                      <a:pt x="68" y="15991"/>
                    </a:cubicBezTo>
                    <a:cubicBezTo>
                      <a:pt x="0" y="16117"/>
                      <a:pt x="265" y="16339"/>
                      <a:pt x="429" y="16339"/>
                    </a:cubicBezTo>
                    <a:cubicBezTo>
                      <a:pt x="466" y="16339"/>
                      <a:pt x="499" y="16327"/>
                      <a:pt x="521" y="16301"/>
                    </a:cubicBezTo>
                    <a:cubicBezTo>
                      <a:pt x="521" y="16301"/>
                      <a:pt x="723" y="16027"/>
                      <a:pt x="1056" y="15587"/>
                    </a:cubicBezTo>
                    <a:cubicBezTo>
                      <a:pt x="1211" y="15360"/>
                      <a:pt x="1402" y="15086"/>
                      <a:pt x="1616" y="14765"/>
                    </a:cubicBezTo>
                    <a:cubicBezTo>
                      <a:pt x="1818" y="14455"/>
                      <a:pt x="2045" y="14098"/>
                      <a:pt x="2283" y="13729"/>
                    </a:cubicBezTo>
                    <a:cubicBezTo>
                      <a:pt x="2735" y="12955"/>
                      <a:pt x="3211" y="12086"/>
                      <a:pt x="3640" y="11193"/>
                    </a:cubicBezTo>
                    <a:cubicBezTo>
                      <a:pt x="4069" y="10288"/>
                      <a:pt x="4462" y="9383"/>
                      <a:pt x="4759" y="8574"/>
                    </a:cubicBezTo>
                    <a:cubicBezTo>
                      <a:pt x="5378" y="6966"/>
                      <a:pt x="6009" y="4871"/>
                      <a:pt x="6521" y="3192"/>
                    </a:cubicBezTo>
                    <a:cubicBezTo>
                      <a:pt x="7033" y="1501"/>
                      <a:pt x="7414" y="227"/>
                      <a:pt x="7414" y="227"/>
                    </a:cubicBezTo>
                    <a:cubicBezTo>
                      <a:pt x="7439" y="102"/>
                      <a:pt x="7229" y="0"/>
                      <a:pt x="706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1" name="Google Shape;221;p20"/>
            <p:cNvGrpSpPr/>
            <p:nvPr/>
          </p:nvGrpSpPr>
          <p:grpSpPr>
            <a:xfrm rot="8905895">
              <a:off x="8402486" y="210113"/>
              <a:ext cx="491590" cy="778812"/>
              <a:chOff x="-1904298" y="1056455"/>
              <a:chExt cx="581725" cy="921611"/>
            </a:xfrm>
          </p:grpSpPr>
          <p:sp>
            <p:nvSpPr>
              <p:cNvPr id="222" name="Google Shape;222;p20"/>
              <p:cNvSpPr/>
              <p:nvPr/>
            </p:nvSpPr>
            <p:spPr>
              <a:xfrm>
                <a:off x="-1904298" y="1056455"/>
                <a:ext cx="581725" cy="887132"/>
              </a:xfrm>
              <a:custGeom>
                <a:avLst/>
                <a:gdLst/>
                <a:ahLst/>
                <a:cxnLst/>
                <a:rect l="l" t="t" r="r" b="b"/>
                <a:pathLst>
                  <a:path w="38196" h="58249" extrusionOk="0">
                    <a:moveTo>
                      <a:pt x="34903" y="0"/>
                    </a:moveTo>
                    <a:cubicBezTo>
                      <a:pt x="34867" y="0"/>
                      <a:pt x="34830" y="5"/>
                      <a:pt x="34790" y="15"/>
                    </a:cubicBezTo>
                    <a:cubicBezTo>
                      <a:pt x="28206" y="1801"/>
                      <a:pt x="22396" y="5385"/>
                      <a:pt x="17002" y="9468"/>
                    </a:cubicBezTo>
                    <a:cubicBezTo>
                      <a:pt x="11918" y="13326"/>
                      <a:pt x="6870" y="17434"/>
                      <a:pt x="3929" y="23232"/>
                    </a:cubicBezTo>
                    <a:cubicBezTo>
                      <a:pt x="1143" y="28733"/>
                      <a:pt x="179" y="34983"/>
                      <a:pt x="83" y="41103"/>
                    </a:cubicBezTo>
                    <a:cubicBezTo>
                      <a:pt x="0" y="46771"/>
                      <a:pt x="310" y="52998"/>
                      <a:pt x="4120" y="57534"/>
                    </a:cubicBezTo>
                    <a:cubicBezTo>
                      <a:pt x="4191" y="57635"/>
                      <a:pt x="4287" y="57668"/>
                      <a:pt x="4373" y="57668"/>
                    </a:cubicBezTo>
                    <a:cubicBezTo>
                      <a:pt x="4388" y="57668"/>
                      <a:pt x="4403" y="57667"/>
                      <a:pt x="4417" y="57665"/>
                    </a:cubicBezTo>
                    <a:lnTo>
                      <a:pt x="4417" y="57665"/>
                    </a:lnTo>
                    <a:cubicBezTo>
                      <a:pt x="4322" y="57903"/>
                      <a:pt x="4429" y="58248"/>
                      <a:pt x="4774" y="58248"/>
                    </a:cubicBezTo>
                    <a:cubicBezTo>
                      <a:pt x="16324" y="58213"/>
                      <a:pt x="26372" y="48259"/>
                      <a:pt x="31444" y="38674"/>
                    </a:cubicBezTo>
                    <a:cubicBezTo>
                      <a:pt x="37648" y="26983"/>
                      <a:pt x="38195" y="13278"/>
                      <a:pt x="35874" y="467"/>
                    </a:cubicBezTo>
                    <a:cubicBezTo>
                      <a:pt x="35836" y="265"/>
                      <a:pt x="35686" y="176"/>
                      <a:pt x="35526" y="176"/>
                    </a:cubicBezTo>
                    <a:cubicBezTo>
                      <a:pt x="35432" y="176"/>
                      <a:pt x="35334" y="207"/>
                      <a:pt x="35254" y="265"/>
                    </a:cubicBezTo>
                    <a:cubicBezTo>
                      <a:pt x="35205" y="116"/>
                      <a:pt x="35081" y="0"/>
                      <a:pt x="349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20"/>
              <p:cNvSpPr/>
              <p:nvPr/>
            </p:nvSpPr>
            <p:spPr>
              <a:xfrm>
                <a:off x="-1862965" y="1216748"/>
                <a:ext cx="442995" cy="761317"/>
              </a:xfrm>
              <a:custGeom>
                <a:avLst/>
                <a:gdLst/>
                <a:ahLst/>
                <a:cxnLst/>
                <a:rect l="l" t="t" r="r" b="b"/>
                <a:pathLst>
                  <a:path w="29087" h="49988" extrusionOk="0">
                    <a:moveTo>
                      <a:pt x="21381" y="0"/>
                    </a:moveTo>
                    <a:cubicBezTo>
                      <a:pt x="21179" y="0"/>
                      <a:pt x="20962" y="128"/>
                      <a:pt x="20932" y="384"/>
                    </a:cubicBezTo>
                    <a:cubicBezTo>
                      <a:pt x="20491" y="4468"/>
                      <a:pt x="20277" y="13386"/>
                      <a:pt x="20325" y="13540"/>
                    </a:cubicBezTo>
                    <a:cubicBezTo>
                      <a:pt x="17836" y="17624"/>
                      <a:pt x="15348" y="21696"/>
                      <a:pt x="12871" y="25780"/>
                    </a:cubicBezTo>
                    <a:cubicBezTo>
                      <a:pt x="12657" y="26137"/>
                      <a:pt x="12443" y="26494"/>
                      <a:pt x="12228" y="26852"/>
                    </a:cubicBezTo>
                    <a:cubicBezTo>
                      <a:pt x="10454" y="22565"/>
                      <a:pt x="9609" y="18065"/>
                      <a:pt x="9728" y="13433"/>
                    </a:cubicBezTo>
                    <a:cubicBezTo>
                      <a:pt x="9740" y="13171"/>
                      <a:pt x="9544" y="13040"/>
                      <a:pt x="9343" y="13040"/>
                    </a:cubicBezTo>
                    <a:cubicBezTo>
                      <a:pt x="9142" y="13040"/>
                      <a:pt x="8936" y="13171"/>
                      <a:pt x="8930" y="13433"/>
                    </a:cubicBezTo>
                    <a:cubicBezTo>
                      <a:pt x="8799" y="18196"/>
                      <a:pt x="9669" y="22839"/>
                      <a:pt x="11526" y="27245"/>
                    </a:cubicBezTo>
                    <a:cubicBezTo>
                      <a:pt x="11585" y="27387"/>
                      <a:pt x="11716" y="27471"/>
                      <a:pt x="11847" y="27495"/>
                    </a:cubicBezTo>
                    <a:cubicBezTo>
                      <a:pt x="8859" y="32483"/>
                      <a:pt x="6001" y="37567"/>
                      <a:pt x="3692" y="42889"/>
                    </a:cubicBezTo>
                    <a:cubicBezTo>
                      <a:pt x="1668" y="38996"/>
                      <a:pt x="834" y="34745"/>
                      <a:pt x="1227" y="30364"/>
                    </a:cubicBezTo>
                    <a:cubicBezTo>
                      <a:pt x="1251" y="30108"/>
                      <a:pt x="1063" y="29980"/>
                      <a:pt x="864" y="29980"/>
                    </a:cubicBezTo>
                    <a:cubicBezTo>
                      <a:pt x="664" y="29980"/>
                      <a:pt x="453" y="30108"/>
                      <a:pt x="429" y="30364"/>
                    </a:cubicBezTo>
                    <a:cubicBezTo>
                      <a:pt x="1" y="35019"/>
                      <a:pt x="953" y="39556"/>
                      <a:pt x="3180" y="43675"/>
                    </a:cubicBezTo>
                    <a:cubicBezTo>
                      <a:pt x="3215" y="43723"/>
                      <a:pt x="3251" y="43770"/>
                      <a:pt x="3299" y="43806"/>
                    </a:cubicBezTo>
                    <a:cubicBezTo>
                      <a:pt x="2513" y="45663"/>
                      <a:pt x="1799" y="47557"/>
                      <a:pt x="1167" y="49497"/>
                    </a:cubicBezTo>
                    <a:cubicBezTo>
                      <a:pt x="1074" y="49793"/>
                      <a:pt x="1320" y="49988"/>
                      <a:pt x="1563" y="49988"/>
                    </a:cubicBezTo>
                    <a:cubicBezTo>
                      <a:pt x="1722" y="49988"/>
                      <a:pt x="1880" y="49904"/>
                      <a:pt x="1941" y="49712"/>
                    </a:cubicBezTo>
                    <a:cubicBezTo>
                      <a:pt x="3323" y="45449"/>
                      <a:pt x="5132" y="41389"/>
                      <a:pt x="7168" y="37436"/>
                    </a:cubicBezTo>
                    <a:cubicBezTo>
                      <a:pt x="7216" y="37532"/>
                      <a:pt x="7287" y="37603"/>
                      <a:pt x="7430" y="37627"/>
                    </a:cubicBezTo>
                    <a:cubicBezTo>
                      <a:pt x="8398" y="37795"/>
                      <a:pt x="9366" y="37879"/>
                      <a:pt x="10324" y="37879"/>
                    </a:cubicBezTo>
                    <a:cubicBezTo>
                      <a:pt x="13834" y="37879"/>
                      <a:pt x="17225" y="36758"/>
                      <a:pt x="20087" y="34579"/>
                    </a:cubicBezTo>
                    <a:cubicBezTo>
                      <a:pt x="20431" y="34323"/>
                      <a:pt x="20214" y="33799"/>
                      <a:pt x="19894" y="33799"/>
                    </a:cubicBezTo>
                    <a:cubicBezTo>
                      <a:pt x="19826" y="33799"/>
                      <a:pt x="19754" y="33822"/>
                      <a:pt x="19682" y="33876"/>
                    </a:cubicBezTo>
                    <a:cubicBezTo>
                      <a:pt x="16937" y="35970"/>
                      <a:pt x="13691" y="37085"/>
                      <a:pt x="10318" y="37085"/>
                    </a:cubicBezTo>
                    <a:cubicBezTo>
                      <a:pt x="9433" y="37085"/>
                      <a:pt x="8540" y="37009"/>
                      <a:pt x="7644" y="36853"/>
                    </a:cubicBezTo>
                    <a:cubicBezTo>
                      <a:pt x="7615" y="36847"/>
                      <a:pt x="7585" y="36844"/>
                      <a:pt x="7557" y="36844"/>
                    </a:cubicBezTo>
                    <a:cubicBezTo>
                      <a:pt x="7528" y="36844"/>
                      <a:pt x="7502" y="36847"/>
                      <a:pt x="7478" y="36853"/>
                    </a:cubicBezTo>
                    <a:cubicBezTo>
                      <a:pt x="9478" y="33019"/>
                      <a:pt x="11693" y="29281"/>
                      <a:pt x="13943" y="25578"/>
                    </a:cubicBezTo>
                    <a:cubicBezTo>
                      <a:pt x="14872" y="24042"/>
                      <a:pt x="15812" y="22518"/>
                      <a:pt x="16741" y="20982"/>
                    </a:cubicBezTo>
                    <a:cubicBezTo>
                      <a:pt x="16788" y="21006"/>
                      <a:pt x="16848" y="21018"/>
                      <a:pt x="16919" y="21018"/>
                    </a:cubicBezTo>
                    <a:cubicBezTo>
                      <a:pt x="20956" y="20768"/>
                      <a:pt x="24861" y="19946"/>
                      <a:pt x="28659" y="18553"/>
                    </a:cubicBezTo>
                    <a:cubicBezTo>
                      <a:pt x="29087" y="18393"/>
                      <a:pt x="28967" y="17753"/>
                      <a:pt x="28585" y="17753"/>
                    </a:cubicBezTo>
                    <a:cubicBezTo>
                      <a:pt x="28542" y="17753"/>
                      <a:pt x="28495" y="17761"/>
                      <a:pt x="28445" y="17779"/>
                    </a:cubicBezTo>
                    <a:cubicBezTo>
                      <a:pt x="24813" y="19113"/>
                      <a:pt x="21087" y="19910"/>
                      <a:pt x="17229" y="20184"/>
                    </a:cubicBezTo>
                    <a:cubicBezTo>
                      <a:pt x="21075" y="13874"/>
                      <a:pt x="24944" y="7564"/>
                      <a:pt x="28790" y="1265"/>
                    </a:cubicBezTo>
                    <a:cubicBezTo>
                      <a:pt x="28979" y="953"/>
                      <a:pt x="28702" y="663"/>
                      <a:pt x="28427" y="663"/>
                    </a:cubicBezTo>
                    <a:cubicBezTo>
                      <a:pt x="28303" y="663"/>
                      <a:pt x="28180" y="721"/>
                      <a:pt x="28099" y="860"/>
                    </a:cubicBezTo>
                    <a:cubicBezTo>
                      <a:pt x="25790" y="4635"/>
                      <a:pt x="23468" y="8409"/>
                      <a:pt x="21158" y="12183"/>
                    </a:cubicBezTo>
                    <a:cubicBezTo>
                      <a:pt x="21134" y="8242"/>
                      <a:pt x="21313" y="4313"/>
                      <a:pt x="21741" y="384"/>
                    </a:cubicBezTo>
                    <a:cubicBezTo>
                      <a:pt x="21771" y="128"/>
                      <a:pt x="21584" y="0"/>
                      <a:pt x="2138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4" name="Google Shape;224;p20"/>
            <p:cNvSpPr/>
            <p:nvPr/>
          </p:nvSpPr>
          <p:spPr>
            <a:xfrm rot="10800000" flipH="1">
              <a:off x="7676500" y="-6"/>
              <a:ext cx="1430684" cy="365231"/>
            </a:xfrm>
            <a:custGeom>
              <a:avLst/>
              <a:gdLst/>
              <a:ahLst/>
              <a:cxnLst/>
              <a:rect l="l" t="t" r="r" b="b"/>
              <a:pathLst>
                <a:path w="43054" h="10991" extrusionOk="0">
                  <a:moveTo>
                    <a:pt x="21920" y="1"/>
                  </a:moveTo>
                  <a:cubicBezTo>
                    <a:pt x="19110" y="1"/>
                    <a:pt x="16717" y="2084"/>
                    <a:pt x="15753" y="5025"/>
                  </a:cubicBezTo>
                  <a:cubicBezTo>
                    <a:pt x="14574" y="3882"/>
                    <a:pt x="12967" y="3168"/>
                    <a:pt x="11181" y="3168"/>
                  </a:cubicBezTo>
                  <a:cubicBezTo>
                    <a:pt x="7954" y="3168"/>
                    <a:pt x="5275" y="5502"/>
                    <a:pt x="4739" y="8573"/>
                  </a:cubicBezTo>
                  <a:cubicBezTo>
                    <a:pt x="4299" y="8359"/>
                    <a:pt x="3811" y="8228"/>
                    <a:pt x="3287" y="8228"/>
                  </a:cubicBezTo>
                  <a:cubicBezTo>
                    <a:pt x="1644" y="8228"/>
                    <a:pt x="275" y="9419"/>
                    <a:pt x="1" y="10990"/>
                  </a:cubicBezTo>
                  <a:lnTo>
                    <a:pt x="43054" y="10990"/>
                  </a:lnTo>
                  <a:cubicBezTo>
                    <a:pt x="43054" y="10990"/>
                    <a:pt x="43054" y="10990"/>
                    <a:pt x="43054" y="10978"/>
                  </a:cubicBezTo>
                  <a:cubicBezTo>
                    <a:pt x="43054" y="8407"/>
                    <a:pt x="40970" y="6323"/>
                    <a:pt x="38398" y="6323"/>
                  </a:cubicBezTo>
                  <a:cubicBezTo>
                    <a:pt x="37744" y="6323"/>
                    <a:pt x="37124" y="6454"/>
                    <a:pt x="36565" y="6704"/>
                  </a:cubicBezTo>
                  <a:cubicBezTo>
                    <a:pt x="35815" y="4025"/>
                    <a:pt x="33374" y="2061"/>
                    <a:pt x="30469" y="2061"/>
                  </a:cubicBezTo>
                  <a:cubicBezTo>
                    <a:pt x="29231" y="2061"/>
                    <a:pt x="28088" y="2418"/>
                    <a:pt x="27123" y="3025"/>
                  </a:cubicBezTo>
                  <a:cubicBezTo>
                    <a:pt x="25909" y="1191"/>
                    <a:pt x="24028" y="1"/>
                    <a:pt x="219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3">
  <p:cSld name="CUSTOM_4_1_1_1">
    <p:bg>
      <p:bgPr>
        <a:solidFill>
          <a:schemeClr val="lt1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"/>
          <p:cNvSpPr/>
          <p:nvPr/>
        </p:nvSpPr>
        <p:spPr>
          <a:xfrm flipH="1">
            <a:off x="1" y="2854047"/>
            <a:ext cx="9136313" cy="2289456"/>
          </a:xfrm>
          <a:custGeom>
            <a:avLst/>
            <a:gdLst/>
            <a:ahLst/>
            <a:cxnLst/>
            <a:rect l="l" t="t" r="r" b="b"/>
            <a:pathLst>
              <a:path w="282858" h="70881" extrusionOk="0">
                <a:moveTo>
                  <a:pt x="57528" y="1"/>
                </a:moveTo>
                <a:cubicBezTo>
                  <a:pt x="37107" y="1"/>
                  <a:pt x="17867" y="6326"/>
                  <a:pt x="1" y="16029"/>
                </a:cubicBezTo>
                <a:lnTo>
                  <a:pt x="1" y="70881"/>
                </a:lnTo>
                <a:lnTo>
                  <a:pt x="282857" y="70881"/>
                </a:lnTo>
                <a:lnTo>
                  <a:pt x="282857" y="53831"/>
                </a:lnTo>
                <a:cubicBezTo>
                  <a:pt x="276183" y="53941"/>
                  <a:pt x="269511" y="54030"/>
                  <a:pt x="262852" y="54030"/>
                </a:cubicBezTo>
                <a:cubicBezTo>
                  <a:pt x="230491" y="54030"/>
                  <a:pt x="198425" y="51930"/>
                  <a:pt x="167736" y="39913"/>
                </a:cubicBezTo>
                <a:cubicBezTo>
                  <a:pt x="131005" y="25530"/>
                  <a:pt x="101025" y="967"/>
                  <a:pt x="59794" y="27"/>
                </a:cubicBezTo>
                <a:cubicBezTo>
                  <a:pt x="59037" y="10"/>
                  <a:pt x="58282" y="1"/>
                  <a:pt x="5752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2"/>
          <p:cNvSpPr txBox="1">
            <a:spLocks noGrp="1"/>
          </p:cNvSpPr>
          <p:nvPr>
            <p:ph type="title"/>
          </p:nvPr>
        </p:nvSpPr>
        <p:spPr>
          <a:xfrm>
            <a:off x="1329000" y="1471800"/>
            <a:ext cx="22464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8" name="Google Shape;248;p22"/>
          <p:cNvSpPr txBox="1">
            <a:spLocks noGrp="1"/>
          </p:cNvSpPr>
          <p:nvPr>
            <p:ph type="subTitle" idx="1"/>
          </p:nvPr>
        </p:nvSpPr>
        <p:spPr>
          <a:xfrm>
            <a:off x="1329000" y="1979450"/>
            <a:ext cx="22464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249" name="Google Shape;249;p22"/>
          <p:cNvSpPr txBox="1">
            <a:spLocks noGrp="1"/>
          </p:cNvSpPr>
          <p:nvPr>
            <p:ph type="title" idx="2"/>
          </p:nvPr>
        </p:nvSpPr>
        <p:spPr>
          <a:xfrm>
            <a:off x="5568000" y="1471800"/>
            <a:ext cx="22464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0" name="Google Shape;250;p22"/>
          <p:cNvSpPr txBox="1">
            <a:spLocks noGrp="1"/>
          </p:cNvSpPr>
          <p:nvPr>
            <p:ph type="subTitle" idx="3"/>
          </p:nvPr>
        </p:nvSpPr>
        <p:spPr>
          <a:xfrm>
            <a:off x="5568000" y="1979450"/>
            <a:ext cx="22464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251" name="Google Shape;251;p22"/>
          <p:cNvSpPr txBox="1">
            <a:spLocks noGrp="1"/>
          </p:cNvSpPr>
          <p:nvPr>
            <p:ph type="title" idx="4"/>
          </p:nvPr>
        </p:nvSpPr>
        <p:spPr>
          <a:xfrm>
            <a:off x="1329000" y="3305050"/>
            <a:ext cx="22464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2" name="Google Shape;252;p22"/>
          <p:cNvSpPr txBox="1">
            <a:spLocks noGrp="1"/>
          </p:cNvSpPr>
          <p:nvPr>
            <p:ph type="subTitle" idx="5"/>
          </p:nvPr>
        </p:nvSpPr>
        <p:spPr>
          <a:xfrm>
            <a:off x="1329000" y="3812700"/>
            <a:ext cx="22464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253" name="Google Shape;253;p22"/>
          <p:cNvSpPr txBox="1">
            <a:spLocks noGrp="1"/>
          </p:cNvSpPr>
          <p:nvPr>
            <p:ph type="title" idx="6"/>
          </p:nvPr>
        </p:nvSpPr>
        <p:spPr>
          <a:xfrm>
            <a:off x="5568000" y="3305050"/>
            <a:ext cx="22464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4" name="Google Shape;254;p22"/>
          <p:cNvSpPr txBox="1">
            <a:spLocks noGrp="1"/>
          </p:cNvSpPr>
          <p:nvPr>
            <p:ph type="subTitle" idx="7"/>
          </p:nvPr>
        </p:nvSpPr>
        <p:spPr>
          <a:xfrm>
            <a:off x="5568000" y="3812700"/>
            <a:ext cx="22464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255" name="Google Shape;255;p22"/>
          <p:cNvSpPr txBox="1">
            <a:spLocks noGrp="1"/>
          </p:cNvSpPr>
          <p:nvPr>
            <p:ph type="title" idx="8"/>
          </p:nvPr>
        </p:nvSpPr>
        <p:spPr>
          <a:xfrm>
            <a:off x="720000" y="554400"/>
            <a:ext cx="77040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56" name="Google Shape;256;p22"/>
          <p:cNvGrpSpPr/>
          <p:nvPr/>
        </p:nvGrpSpPr>
        <p:grpSpPr>
          <a:xfrm flipH="1">
            <a:off x="36826" y="-6"/>
            <a:ext cx="1430732" cy="1059983"/>
            <a:chOff x="7676452" y="-6"/>
            <a:chExt cx="1430732" cy="1059983"/>
          </a:xfrm>
        </p:grpSpPr>
        <p:grpSp>
          <p:nvGrpSpPr>
            <p:cNvPr id="257" name="Google Shape;257;p22"/>
            <p:cNvGrpSpPr/>
            <p:nvPr/>
          </p:nvGrpSpPr>
          <p:grpSpPr>
            <a:xfrm rot="10690018">
              <a:off x="7690194" y="79769"/>
              <a:ext cx="1152535" cy="877616"/>
              <a:chOff x="3077675" y="6690087"/>
              <a:chExt cx="2525088" cy="1922768"/>
            </a:xfrm>
          </p:grpSpPr>
          <p:sp>
            <p:nvSpPr>
              <p:cNvPr id="258" name="Google Shape;258;p22"/>
              <p:cNvSpPr/>
              <p:nvPr/>
            </p:nvSpPr>
            <p:spPr>
              <a:xfrm>
                <a:off x="3538754" y="6690087"/>
                <a:ext cx="2064009" cy="1922768"/>
              </a:xfrm>
              <a:custGeom>
                <a:avLst/>
                <a:gdLst/>
                <a:ahLst/>
                <a:cxnLst/>
                <a:rect l="l" t="t" r="r" b="b"/>
                <a:pathLst>
                  <a:path w="83428" h="77719" extrusionOk="0">
                    <a:moveTo>
                      <a:pt x="43744" y="1"/>
                    </a:moveTo>
                    <a:cubicBezTo>
                      <a:pt x="43607" y="1"/>
                      <a:pt x="43469" y="5"/>
                      <a:pt x="43328" y="15"/>
                    </a:cubicBezTo>
                    <a:cubicBezTo>
                      <a:pt x="39256" y="277"/>
                      <a:pt x="37779" y="4360"/>
                      <a:pt x="36839" y="7718"/>
                    </a:cubicBezTo>
                    <a:cubicBezTo>
                      <a:pt x="35589" y="12203"/>
                      <a:pt x="34968" y="18558"/>
                      <a:pt x="31040" y="18558"/>
                    </a:cubicBezTo>
                    <a:cubicBezTo>
                      <a:pt x="29952" y="18558"/>
                      <a:pt x="28611" y="18070"/>
                      <a:pt x="26933" y="16921"/>
                    </a:cubicBezTo>
                    <a:cubicBezTo>
                      <a:pt x="25614" y="16019"/>
                      <a:pt x="23908" y="14589"/>
                      <a:pt x="22178" y="14589"/>
                    </a:cubicBezTo>
                    <a:cubicBezTo>
                      <a:pt x="21830" y="14589"/>
                      <a:pt x="21481" y="14647"/>
                      <a:pt x="21134" y="14778"/>
                    </a:cubicBezTo>
                    <a:cubicBezTo>
                      <a:pt x="15276" y="16993"/>
                      <a:pt x="19075" y="24530"/>
                      <a:pt x="19753" y="28387"/>
                    </a:cubicBezTo>
                    <a:cubicBezTo>
                      <a:pt x="20166" y="30701"/>
                      <a:pt x="20096" y="34763"/>
                      <a:pt x="17456" y="34763"/>
                    </a:cubicBezTo>
                    <a:cubicBezTo>
                      <a:pt x="17054" y="34763"/>
                      <a:pt x="16592" y="34669"/>
                      <a:pt x="16062" y="34459"/>
                    </a:cubicBezTo>
                    <a:cubicBezTo>
                      <a:pt x="11365" y="32594"/>
                      <a:pt x="10296" y="26273"/>
                      <a:pt x="4770" y="26273"/>
                    </a:cubicBezTo>
                    <a:cubicBezTo>
                      <a:pt x="4512" y="26273"/>
                      <a:pt x="4244" y="26287"/>
                      <a:pt x="3966" y="26315"/>
                    </a:cubicBezTo>
                    <a:cubicBezTo>
                      <a:pt x="715" y="26649"/>
                      <a:pt x="1" y="29554"/>
                      <a:pt x="489" y="32328"/>
                    </a:cubicBezTo>
                    <a:cubicBezTo>
                      <a:pt x="1251" y="36555"/>
                      <a:pt x="3644" y="40222"/>
                      <a:pt x="5085" y="44211"/>
                    </a:cubicBezTo>
                    <a:cubicBezTo>
                      <a:pt x="6597" y="48390"/>
                      <a:pt x="7061" y="52997"/>
                      <a:pt x="6549" y="57403"/>
                    </a:cubicBezTo>
                    <a:cubicBezTo>
                      <a:pt x="6275" y="59784"/>
                      <a:pt x="4037" y="62999"/>
                      <a:pt x="4632" y="65380"/>
                    </a:cubicBezTo>
                    <a:cubicBezTo>
                      <a:pt x="5513" y="68856"/>
                      <a:pt x="12336" y="68321"/>
                      <a:pt x="15050" y="68797"/>
                    </a:cubicBezTo>
                    <a:cubicBezTo>
                      <a:pt x="18884" y="69476"/>
                      <a:pt x="22766" y="70095"/>
                      <a:pt x="26468" y="71345"/>
                    </a:cubicBezTo>
                    <a:cubicBezTo>
                      <a:pt x="30939" y="72847"/>
                      <a:pt x="38196" y="77718"/>
                      <a:pt x="44090" y="77718"/>
                    </a:cubicBezTo>
                    <a:cubicBezTo>
                      <a:pt x="46186" y="77718"/>
                      <a:pt x="48109" y="77102"/>
                      <a:pt x="49674" y="75500"/>
                    </a:cubicBezTo>
                    <a:cubicBezTo>
                      <a:pt x="51602" y="73524"/>
                      <a:pt x="50626" y="70488"/>
                      <a:pt x="49185" y="68559"/>
                    </a:cubicBezTo>
                    <a:cubicBezTo>
                      <a:pt x="47364" y="66130"/>
                      <a:pt x="44090" y="64594"/>
                      <a:pt x="42661" y="61856"/>
                    </a:cubicBezTo>
                    <a:cubicBezTo>
                      <a:pt x="41468" y="59570"/>
                      <a:pt x="43103" y="58980"/>
                      <a:pt x="45242" y="58980"/>
                    </a:cubicBezTo>
                    <a:cubicBezTo>
                      <a:pt x="47158" y="58980"/>
                      <a:pt x="49479" y="59453"/>
                      <a:pt x="50531" y="59605"/>
                    </a:cubicBezTo>
                    <a:cubicBezTo>
                      <a:pt x="52312" y="59861"/>
                      <a:pt x="54410" y="60234"/>
                      <a:pt x="56446" y="60234"/>
                    </a:cubicBezTo>
                    <a:cubicBezTo>
                      <a:pt x="59050" y="60234"/>
                      <a:pt x="61553" y="59624"/>
                      <a:pt x="63163" y="57379"/>
                    </a:cubicBezTo>
                    <a:cubicBezTo>
                      <a:pt x="66116" y="53271"/>
                      <a:pt x="61497" y="49068"/>
                      <a:pt x="58818" y="46354"/>
                    </a:cubicBezTo>
                    <a:cubicBezTo>
                      <a:pt x="55151" y="42627"/>
                      <a:pt x="56532" y="41246"/>
                      <a:pt x="59306" y="40817"/>
                    </a:cubicBezTo>
                    <a:cubicBezTo>
                      <a:pt x="60111" y="40689"/>
                      <a:pt x="61032" y="40643"/>
                      <a:pt x="61979" y="40643"/>
                    </a:cubicBezTo>
                    <a:cubicBezTo>
                      <a:pt x="63762" y="40643"/>
                      <a:pt x="65636" y="40807"/>
                      <a:pt x="66997" y="40901"/>
                    </a:cubicBezTo>
                    <a:cubicBezTo>
                      <a:pt x="68350" y="40991"/>
                      <a:pt x="70090" y="41137"/>
                      <a:pt x="71903" y="41137"/>
                    </a:cubicBezTo>
                    <a:cubicBezTo>
                      <a:pt x="76075" y="41137"/>
                      <a:pt x="80636" y="40364"/>
                      <a:pt x="81773" y="36364"/>
                    </a:cubicBezTo>
                    <a:cubicBezTo>
                      <a:pt x="83428" y="30578"/>
                      <a:pt x="75260" y="28090"/>
                      <a:pt x="71057" y="27816"/>
                    </a:cubicBezTo>
                    <a:cubicBezTo>
                      <a:pt x="69545" y="27720"/>
                      <a:pt x="66307" y="27518"/>
                      <a:pt x="65557" y="25863"/>
                    </a:cubicBezTo>
                    <a:cubicBezTo>
                      <a:pt x="64425" y="23339"/>
                      <a:pt x="68890" y="21386"/>
                      <a:pt x="70414" y="20291"/>
                    </a:cubicBezTo>
                    <a:cubicBezTo>
                      <a:pt x="73534" y="18029"/>
                      <a:pt x="75927" y="14493"/>
                      <a:pt x="76606" y="10659"/>
                    </a:cubicBezTo>
                    <a:cubicBezTo>
                      <a:pt x="77201" y="7313"/>
                      <a:pt x="75355" y="4337"/>
                      <a:pt x="72319" y="2920"/>
                    </a:cubicBezTo>
                    <a:cubicBezTo>
                      <a:pt x="71216" y="2408"/>
                      <a:pt x="70191" y="2186"/>
                      <a:pt x="69227" y="2186"/>
                    </a:cubicBezTo>
                    <a:cubicBezTo>
                      <a:pt x="63183" y="2186"/>
                      <a:pt x="59515" y="10924"/>
                      <a:pt x="53960" y="12135"/>
                    </a:cubicBezTo>
                    <a:cubicBezTo>
                      <a:pt x="53728" y="12186"/>
                      <a:pt x="53514" y="12210"/>
                      <a:pt x="53317" y="12210"/>
                    </a:cubicBezTo>
                    <a:cubicBezTo>
                      <a:pt x="50797" y="12210"/>
                      <a:pt x="50946" y="8282"/>
                      <a:pt x="50317" y="6206"/>
                    </a:cubicBezTo>
                    <a:cubicBezTo>
                      <a:pt x="49353" y="3076"/>
                      <a:pt x="47297" y="1"/>
                      <a:pt x="4374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22"/>
              <p:cNvSpPr/>
              <p:nvPr/>
            </p:nvSpPr>
            <p:spPr>
              <a:xfrm>
                <a:off x="3077675" y="7144734"/>
                <a:ext cx="1927197" cy="1319656"/>
              </a:xfrm>
              <a:custGeom>
                <a:avLst/>
                <a:gdLst/>
                <a:ahLst/>
                <a:cxnLst/>
                <a:rect l="l" t="t" r="r" b="b"/>
                <a:pathLst>
                  <a:path w="77898" h="53341" extrusionOk="0">
                    <a:moveTo>
                      <a:pt x="77657" y="0"/>
                    </a:moveTo>
                    <a:cubicBezTo>
                      <a:pt x="77524" y="0"/>
                      <a:pt x="77309" y="98"/>
                      <a:pt x="77038" y="330"/>
                    </a:cubicBezTo>
                    <a:cubicBezTo>
                      <a:pt x="77038" y="330"/>
                      <a:pt x="75681" y="1521"/>
                      <a:pt x="73430" y="3497"/>
                    </a:cubicBezTo>
                    <a:cubicBezTo>
                      <a:pt x="72299" y="4486"/>
                      <a:pt x="70954" y="5664"/>
                      <a:pt x="69430" y="6998"/>
                    </a:cubicBezTo>
                    <a:cubicBezTo>
                      <a:pt x="68668" y="7665"/>
                      <a:pt x="67870" y="8367"/>
                      <a:pt x="67037" y="9093"/>
                    </a:cubicBezTo>
                    <a:cubicBezTo>
                      <a:pt x="66203" y="9820"/>
                      <a:pt x="65334" y="10594"/>
                      <a:pt x="64441" y="11391"/>
                    </a:cubicBezTo>
                    <a:cubicBezTo>
                      <a:pt x="63548" y="12177"/>
                      <a:pt x="62631" y="12999"/>
                      <a:pt x="61691" y="13832"/>
                    </a:cubicBezTo>
                    <a:cubicBezTo>
                      <a:pt x="61453" y="14034"/>
                      <a:pt x="61215" y="14249"/>
                      <a:pt x="60976" y="14463"/>
                    </a:cubicBezTo>
                    <a:cubicBezTo>
                      <a:pt x="60750" y="14677"/>
                      <a:pt x="60512" y="14892"/>
                      <a:pt x="60274" y="15106"/>
                    </a:cubicBezTo>
                    <a:cubicBezTo>
                      <a:pt x="59798" y="15535"/>
                      <a:pt x="59321" y="15975"/>
                      <a:pt x="58845" y="16416"/>
                    </a:cubicBezTo>
                    <a:cubicBezTo>
                      <a:pt x="57881" y="17297"/>
                      <a:pt x="56916" y="18190"/>
                      <a:pt x="55940" y="19083"/>
                    </a:cubicBezTo>
                    <a:lnTo>
                      <a:pt x="55571" y="19416"/>
                    </a:lnTo>
                    <a:lnTo>
                      <a:pt x="55214" y="19773"/>
                    </a:lnTo>
                    <a:cubicBezTo>
                      <a:pt x="54976" y="20011"/>
                      <a:pt x="54738" y="20250"/>
                      <a:pt x="54499" y="20488"/>
                    </a:cubicBezTo>
                    <a:cubicBezTo>
                      <a:pt x="54035" y="20964"/>
                      <a:pt x="53571" y="21440"/>
                      <a:pt x="53106" y="21916"/>
                    </a:cubicBezTo>
                    <a:cubicBezTo>
                      <a:pt x="51261" y="23845"/>
                      <a:pt x="49463" y="25798"/>
                      <a:pt x="47725" y="27691"/>
                    </a:cubicBezTo>
                    <a:cubicBezTo>
                      <a:pt x="45975" y="29572"/>
                      <a:pt x="44284" y="31370"/>
                      <a:pt x="42653" y="33025"/>
                    </a:cubicBezTo>
                    <a:cubicBezTo>
                      <a:pt x="41033" y="34668"/>
                      <a:pt x="39259" y="36406"/>
                      <a:pt x="37342" y="38085"/>
                    </a:cubicBezTo>
                    <a:cubicBezTo>
                      <a:pt x="36378" y="38918"/>
                      <a:pt x="35390" y="39752"/>
                      <a:pt x="34354" y="40538"/>
                    </a:cubicBezTo>
                    <a:cubicBezTo>
                      <a:pt x="33318" y="41335"/>
                      <a:pt x="32247" y="42109"/>
                      <a:pt x="31151" y="42824"/>
                    </a:cubicBezTo>
                    <a:cubicBezTo>
                      <a:pt x="30044" y="43550"/>
                      <a:pt x="28913" y="44205"/>
                      <a:pt x="27746" y="44812"/>
                    </a:cubicBezTo>
                    <a:cubicBezTo>
                      <a:pt x="27460" y="44967"/>
                      <a:pt x="27175" y="45122"/>
                      <a:pt x="26877" y="45253"/>
                    </a:cubicBezTo>
                    <a:cubicBezTo>
                      <a:pt x="26579" y="45395"/>
                      <a:pt x="26293" y="45538"/>
                      <a:pt x="25996" y="45669"/>
                    </a:cubicBezTo>
                    <a:cubicBezTo>
                      <a:pt x="25401" y="45919"/>
                      <a:pt x="24793" y="46146"/>
                      <a:pt x="24186" y="46384"/>
                    </a:cubicBezTo>
                    <a:cubicBezTo>
                      <a:pt x="23888" y="46503"/>
                      <a:pt x="23591" y="46622"/>
                      <a:pt x="23293" y="46741"/>
                    </a:cubicBezTo>
                    <a:cubicBezTo>
                      <a:pt x="23138" y="46800"/>
                      <a:pt x="22995" y="46860"/>
                      <a:pt x="22853" y="46919"/>
                    </a:cubicBezTo>
                    <a:cubicBezTo>
                      <a:pt x="22698" y="46967"/>
                      <a:pt x="22543" y="47027"/>
                      <a:pt x="22400" y="47074"/>
                    </a:cubicBezTo>
                    <a:cubicBezTo>
                      <a:pt x="21793" y="47289"/>
                      <a:pt x="21198" y="47491"/>
                      <a:pt x="20602" y="47693"/>
                    </a:cubicBezTo>
                    <a:cubicBezTo>
                      <a:pt x="20317" y="47801"/>
                      <a:pt x="20019" y="47908"/>
                      <a:pt x="19721" y="48003"/>
                    </a:cubicBezTo>
                    <a:cubicBezTo>
                      <a:pt x="19435" y="48098"/>
                      <a:pt x="19138" y="48182"/>
                      <a:pt x="18852" y="48277"/>
                    </a:cubicBezTo>
                    <a:cubicBezTo>
                      <a:pt x="18257" y="48455"/>
                      <a:pt x="17685" y="48634"/>
                      <a:pt x="17114" y="48813"/>
                    </a:cubicBezTo>
                    <a:cubicBezTo>
                      <a:pt x="12566" y="50170"/>
                      <a:pt x="8470" y="51087"/>
                      <a:pt x="5553" y="51753"/>
                    </a:cubicBezTo>
                    <a:cubicBezTo>
                      <a:pt x="4100" y="52075"/>
                      <a:pt x="2922" y="52337"/>
                      <a:pt x="2112" y="52503"/>
                    </a:cubicBezTo>
                    <a:cubicBezTo>
                      <a:pt x="1314" y="52682"/>
                      <a:pt x="874" y="52777"/>
                      <a:pt x="874" y="52777"/>
                    </a:cubicBezTo>
                    <a:cubicBezTo>
                      <a:pt x="47" y="52974"/>
                      <a:pt x="1" y="53340"/>
                      <a:pt x="641" y="53340"/>
                    </a:cubicBezTo>
                    <a:cubicBezTo>
                      <a:pt x="739" y="53340"/>
                      <a:pt x="852" y="53332"/>
                      <a:pt x="981" y="53313"/>
                    </a:cubicBezTo>
                    <a:cubicBezTo>
                      <a:pt x="981" y="53313"/>
                      <a:pt x="1421" y="53218"/>
                      <a:pt x="2231" y="53063"/>
                    </a:cubicBezTo>
                    <a:cubicBezTo>
                      <a:pt x="3041" y="52896"/>
                      <a:pt x="4219" y="52658"/>
                      <a:pt x="5684" y="52361"/>
                    </a:cubicBezTo>
                    <a:cubicBezTo>
                      <a:pt x="8625" y="51741"/>
                      <a:pt x="12732" y="50884"/>
                      <a:pt x="17340" y="49575"/>
                    </a:cubicBezTo>
                    <a:cubicBezTo>
                      <a:pt x="17911" y="49408"/>
                      <a:pt x="18495" y="49241"/>
                      <a:pt x="19090" y="49063"/>
                    </a:cubicBezTo>
                    <a:cubicBezTo>
                      <a:pt x="19388" y="48979"/>
                      <a:pt x="19686" y="48884"/>
                      <a:pt x="19983" y="48801"/>
                    </a:cubicBezTo>
                    <a:cubicBezTo>
                      <a:pt x="20281" y="48705"/>
                      <a:pt x="20578" y="48598"/>
                      <a:pt x="20876" y="48503"/>
                    </a:cubicBezTo>
                    <a:cubicBezTo>
                      <a:pt x="21471" y="48301"/>
                      <a:pt x="22079" y="48098"/>
                      <a:pt x="22686" y="47896"/>
                    </a:cubicBezTo>
                    <a:cubicBezTo>
                      <a:pt x="22841" y="47848"/>
                      <a:pt x="22995" y="47789"/>
                      <a:pt x="23150" y="47741"/>
                    </a:cubicBezTo>
                    <a:cubicBezTo>
                      <a:pt x="23293" y="47681"/>
                      <a:pt x="23448" y="47622"/>
                      <a:pt x="23603" y="47562"/>
                    </a:cubicBezTo>
                    <a:cubicBezTo>
                      <a:pt x="23900" y="47455"/>
                      <a:pt x="24210" y="47336"/>
                      <a:pt x="24519" y="47217"/>
                    </a:cubicBezTo>
                    <a:cubicBezTo>
                      <a:pt x="25127" y="46979"/>
                      <a:pt x="25746" y="46753"/>
                      <a:pt x="26365" y="46515"/>
                    </a:cubicBezTo>
                    <a:cubicBezTo>
                      <a:pt x="26663" y="46372"/>
                      <a:pt x="26972" y="46229"/>
                      <a:pt x="27270" y="46086"/>
                    </a:cubicBezTo>
                    <a:cubicBezTo>
                      <a:pt x="27579" y="45955"/>
                      <a:pt x="27877" y="45800"/>
                      <a:pt x="28175" y="45646"/>
                    </a:cubicBezTo>
                    <a:cubicBezTo>
                      <a:pt x="29365" y="45038"/>
                      <a:pt x="30544" y="44372"/>
                      <a:pt x="31675" y="43645"/>
                    </a:cubicBezTo>
                    <a:cubicBezTo>
                      <a:pt x="32806" y="42919"/>
                      <a:pt x="33902" y="42145"/>
                      <a:pt x="34961" y="41347"/>
                    </a:cubicBezTo>
                    <a:cubicBezTo>
                      <a:pt x="36021" y="40538"/>
                      <a:pt x="37033" y="39704"/>
                      <a:pt x="38021" y="38859"/>
                    </a:cubicBezTo>
                    <a:cubicBezTo>
                      <a:pt x="39974" y="37168"/>
                      <a:pt x="41772" y="35430"/>
                      <a:pt x="43415" y="33763"/>
                    </a:cubicBezTo>
                    <a:cubicBezTo>
                      <a:pt x="45046" y="32108"/>
                      <a:pt x="46748" y="30286"/>
                      <a:pt x="48475" y="28381"/>
                    </a:cubicBezTo>
                    <a:cubicBezTo>
                      <a:pt x="50213" y="26488"/>
                      <a:pt x="51999" y="24524"/>
                      <a:pt x="53809" y="22595"/>
                    </a:cubicBezTo>
                    <a:cubicBezTo>
                      <a:pt x="54273" y="22107"/>
                      <a:pt x="54726" y="21631"/>
                      <a:pt x="55190" y="21154"/>
                    </a:cubicBezTo>
                    <a:cubicBezTo>
                      <a:pt x="55416" y="20916"/>
                      <a:pt x="55642" y="20678"/>
                      <a:pt x="55881" y="20452"/>
                    </a:cubicBezTo>
                    <a:lnTo>
                      <a:pt x="56226" y="20095"/>
                    </a:lnTo>
                    <a:lnTo>
                      <a:pt x="56583" y="19761"/>
                    </a:lnTo>
                    <a:cubicBezTo>
                      <a:pt x="57547" y="18857"/>
                      <a:pt x="58512" y="17952"/>
                      <a:pt x="59452" y="17071"/>
                    </a:cubicBezTo>
                    <a:cubicBezTo>
                      <a:pt x="59929" y="16618"/>
                      <a:pt x="60393" y="16178"/>
                      <a:pt x="60869" y="15749"/>
                    </a:cubicBezTo>
                    <a:cubicBezTo>
                      <a:pt x="61095" y="15523"/>
                      <a:pt x="61334" y="15308"/>
                      <a:pt x="61560" y="15094"/>
                    </a:cubicBezTo>
                    <a:cubicBezTo>
                      <a:pt x="61798" y="14880"/>
                      <a:pt x="62024" y="14666"/>
                      <a:pt x="62262" y="14451"/>
                    </a:cubicBezTo>
                    <a:cubicBezTo>
                      <a:pt x="63191" y="13606"/>
                      <a:pt x="64096" y="12784"/>
                      <a:pt x="64977" y="11987"/>
                    </a:cubicBezTo>
                    <a:cubicBezTo>
                      <a:pt x="72049" y="5581"/>
                      <a:pt x="77407" y="735"/>
                      <a:pt x="77407" y="735"/>
                    </a:cubicBezTo>
                    <a:cubicBezTo>
                      <a:pt x="77868" y="321"/>
                      <a:pt x="77898" y="0"/>
                      <a:pt x="776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22"/>
              <p:cNvSpPr/>
              <p:nvPr/>
            </p:nvSpPr>
            <p:spPr>
              <a:xfrm>
                <a:off x="4083257" y="7963826"/>
                <a:ext cx="485028" cy="66056"/>
              </a:xfrm>
              <a:custGeom>
                <a:avLst/>
                <a:gdLst/>
                <a:ahLst/>
                <a:cxnLst/>
                <a:rect l="l" t="t" r="r" b="b"/>
                <a:pathLst>
                  <a:path w="19605" h="2670" extrusionOk="0">
                    <a:moveTo>
                      <a:pt x="13901" y="0"/>
                    </a:moveTo>
                    <a:cubicBezTo>
                      <a:pt x="13437" y="0"/>
                      <a:pt x="12960" y="12"/>
                      <a:pt x="12472" y="24"/>
                    </a:cubicBezTo>
                    <a:cubicBezTo>
                      <a:pt x="12234" y="24"/>
                      <a:pt x="11996" y="36"/>
                      <a:pt x="11758" y="36"/>
                    </a:cubicBezTo>
                    <a:cubicBezTo>
                      <a:pt x="11639" y="48"/>
                      <a:pt x="11520" y="48"/>
                      <a:pt x="11401" y="48"/>
                    </a:cubicBezTo>
                    <a:cubicBezTo>
                      <a:pt x="11282" y="60"/>
                      <a:pt x="11163" y="72"/>
                      <a:pt x="11044" y="72"/>
                    </a:cubicBezTo>
                    <a:cubicBezTo>
                      <a:pt x="10579" y="107"/>
                      <a:pt x="10127" y="143"/>
                      <a:pt x="9710" y="179"/>
                    </a:cubicBezTo>
                    <a:cubicBezTo>
                      <a:pt x="9472" y="203"/>
                      <a:pt x="9222" y="226"/>
                      <a:pt x="8972" y="250"/>
                    </a:cubicBezTo>
                    <a:cubicBezTo>
                      <a:pt x="8722" y="286"/>
                      <a:pt x="8460" y="322"/>
                      <a:pt x="8198" y="357"/>
                    </a:cubicBezTo>
                    <a:cubicBezTo>
                      <a:pt x="7674" y="429"/>
                      <a:pt x="7138" y="500"/>
                      <a:pt x="6602" y="584"/>
                    </a:cubicBezTo>
                    <a:cubicBezTo>
                      <a:pt x="6067" y="679"/>
                      <a:pt x="5519" y="786"/>
                      <a:pt x="4995" y="881"/>
                    </a:cubicBezTo>
                    <a:cubicBezTo>
                      <a:pt x="4733" y="941"/>
                      <a:pt x="4471" y="988"/>
                      <a:pt x="4221" y="1036"/>
                    </a:cubicBezTo>
                    <a:cubicBezTo>
                      <a:pt x="3971" y="1096"/>
                      <a:pt x="3733" y="1155"/>
                      <a:pt x="3495" y="1215"/>
                    </a:cubicBezTo>
                    <a:cubicBezTo>
                      <a:pt x="3019" y="1334"/>
                      <a:pt x="2566" y="1441"/>
                      <a:pt x="2161" y="1536"/>
                    </a:cubicBezTo>
                    <a:cubicBezTo>
                      <a:pt x="1769" y="1655"/>
                      <a:pt x="1411" y="1762"/>
                      <a:pt x="1114" y="1846"/>
                    </a:cubicBezTo>
                    <a:cubicBezTo>
                      <a:pt x="530" y="2024"/>
                      <a:pt x="173" y="2131"/>
                      <a:pt x="173" y="2131"/>
                    </a:cubicBezTo>
                    <a:cubicBezTo>
                      <a:pt x="1" y="2200"/>
                      <a:pt x="117" y="2669"/>
                      <a:pt x="307" y="2669"/>
                    </a:cubicBezTo>
                    <a:cubicBezTo>
                      <a:pt x="314" y="2669"/>
                      <a:pt x="321" y="2668"/>
                      <a:pt x="328" y="2667"/>
                    </a:cubicBezTo>
                    <a:cubicBezTo>
                      <a:pt x="328" y="2667"/>
                      <a:pt x="685" y="2584"/>
                      <a:pt x="1280" y="2453"/>
                    </a:cubicBezTo>
                    <a:cubicBezTo>
                      <a:pt x="1578" y="2393"/>
                      <a:pt x="1923" y="2310"/>
                      <a:pt x="2328" y="2227"/>
                    </a:cubicBezTo>
                    <a:cubicBezTo>
                      <a:pt x="2733" y="2155"/>
                      <a:pt x="3173" y="2084"/>
                      <a:pt x="3650" y="2000"/>
                    </a:cubicBezTo>
                    <a:cubicBezTo>
                      <a:pt x="3888" y="1953"/>
                      <a:pt x="4126" y="1917"/>
                      <a:pt x="4376" y="1870"/>
                    </a:cubicBezTo>
                    <a:cubicBezTo>
                      <a:pt x="4626" y="1834"/>
                      <a:pt x="4888" y="1798"/>
                      <a:pt x="5150" y="1762"/>
                    </a:cubicBezTo>
                    <a:cubicBezTo>
                      <a:pt x="5674" y="1691"/>
                      <a:pt x="6210" y="1619"/>
                      <a:pt x="6733" y="1548"/>
                    </a:cubicBezTo>
                    <a:cubicBezTo>
                      <a:pt x="7269" y="1489"/>
                      <a:pt x="7805" y="1429"/>
                      <a:pt x="8317" y="1381"/>
                    </a:cubicBezTo>
                    <a:cubicBezTo>
                      <a:pt x="8579" y="1346"/>
                      <a:pt x="8829" y="1322"/>
                      <a:pt x="9079" y="1298"/>
                    </a:cubicBezTo>
                    <a:cubicBezTo>
                      <a:pt x="9329" y="1274"/>
                      <a:pt x="9567" y="1250"/>
                      <a:pt x="9805" y="1239"/>
                    </a:cubicBezTo>
                    <a:cubicBezTo>
                      <a:pt x="10222" y="1191"/>
                      <a:pt x="10663" y="1155"/>
                      <a:pt x="11127" y="1108"/>
                    </a:cubicBezTo>
                    <a:cubicBezTo>
                      <a:pt x="11234" y="1096"/>
                      <a:pt x="11353" y="1084"/>
                      <a:pt x="11460" y="1072"/>
                    </a:cubicBezTo>
                    <a:cubicBezTo>
                      <a:pt x="11579" y="1072"/>
                      <a:pt x="11698" y="1060"/>
                      <a:pt x="11817" y="1060"/>
                    </a:cubicBezTo>
                    <a:cubicBezTo>
                      <a:pt x="12056" y="1036"/>
                      <a:pt x="12282" y="1024"/>
                      <a:pt x="12520" y="1012"/>
                    </a:cubicBezTo>
                    <a:cubicBezTo>
                      <a:pt x="12996" y="977"/>
                      <a:pt x="13460" y="941"/>
                      <a:pt x="13925" y="917"/>
                    </a:cubicBezTo>
                    <a:cubicBezTo>
                      <a:pt x="14389" y="893"/>
                      <a:pt x="14842" y="881"/>
                      <a:pt x="15258" y="869"/>
                    </a:cubicBezTo>
                    <a:cubicBezTo>
                      <a:pt x="15830" y="838"/>
                      <a:pt x="16354" y="838"/>
                      <a:pt x="16802" y="838"/>
                    </a:cubicBezTo>
                    <a:lnTo>
                      <a:pt x="16802" y="838"/>
                    </a:lnTo>
                    <a:cubicBezTo>
                      <a:pt x="17026" y="838"/>
                      <a:pt x="17231" y="838"/>
                      <a:pt x="17413" y="834"/>
                    </a:cubicBezTo>
                    <a:cubicBezTo>
                      <a:pt x="17866" y="834"/>
                      <a:pt x="18189" y="834"/>
                      <a:pt x="18314" y="827"/>
                    </a:cubicBezTo>
                    <a:lnTo>
                      <a:pt x="18314" y="827"/>
                    </a:lnTo>
                    <a:cubicBezTo>
                      <a:pt x="18323" y="833"/>
                      <a:pt x="18333" y="839"/>
                      <a:pt x="18342" y="846"/>
                    </a:cubicBezTo>
                    <a:cubicBezTo>
                      <a:pt x="18378" y="858"/>
                      <a:pt x="18413" y="869"/>
                      <a:pt x="18449" y="881"/>
                    </a:cubicBezTo>
                    <a:cubicBezTo>
                      <a:pt x="18509" y="905"/>
                      <a:pt x="18556" y="917"/>
                      <a:pt x="18616" y="929"/>
                    </a:cubicBezTo>
                    <a:cubicBezTo>
                      <a:pt x="18711" y="953"/>
                      <a:pt x="18794" y="977"/>
                      <a:pt x="18866" y="988"/>
                    </a:cubicBezTo>
                    <a:cubicBezTo>
                      <a:pt x="19009" y="1012"/>
                      <a:pt x="19104" y="1024"/>
                      <a:pt x="19175" y="1036"/>
                    </a:cubicBezTo>
                    <a:cubicBezTo>
                      <a:pt x="19318" y="1060"/>
                      <a:pt x="19330" y="1060"/>
                      <a:pt x="19330" y="1060"/>
                    </a:cubicBezTo>
                    <a:cubicBezTo>
                      <a:pt x="19533" y="1060"/>
                      <a:pt x="19604" y="607"/>
                      <a:pt x="19414" y="524"/>
                    </a:cubicBezTo>
                    <a:cubicBezTo>
                      <a:pt x="19414" y="524"/>
                      <a:pt x="19402" y="524"/>
                      <a:pt x="19271" y="500"/>
                    </a:cubicBezTo>
                    <a:cubicBezTo>
                      <a:pt x="19199" y="488"/>
                      <a:pt x="19104" y="465"/>
                      <a:pt x="18973" y="441"/>
                    </a:cubicBezTo>
                    <a:cubicBezTo>
                      <a:pt x="18914" y="429"/>
                      <a:pt x="18830" y="417"/>
                      <a:pt x="18759" y="393"/>
                    </a:cubicBezTo>
                    <a:cubicBezTo>
                      <a:pt x="18723" y="381"/>
                      <a:pt x="18675" y="369"/>
                      <a:pt x="18640" y="357"/>
                    </a:cubicBezTo>
                    <a:cubicBezTo>
                      <a:pt x="18616" y="346"/>
                      <a:pt x="18604" y="334"/>
                      <a:pt x="18580" y="334"/>
                    </a:cubicBezTo>
                    <a:cubicBezTo>
                      <a:pt x="18568" y="322"/>
                      <a:pt x="18556" y="322"/>
                      <a:pt x="18544" y="310"/>
                    </a:cubicBezTo>
                    <a:lnTo>
                      <a:pt x="18449" y="274"/>
                    </a:lnTo>
                    <a:lnTo>
                      <a:pt x="18402" y="262"/>
                    </a:lnTo>
                    <a:cubicBezTo>
                      <a:pt x="18354" y="250"/>
                      <a:pt x="18009" y="215"/>
                      <a:pt x="17449" y="167"/>
                    </a:cubicBezTo>
                    <a:cubicBezTo>
                      <a:pt x="16889" y="119"/>
                      <a:pt x="16127" y="36"/>
                      <a:pt x="15258" y="36"/>
                    </a:cubicBezTo>
                    <a:cubicBezTo>
                      <a:pt x="14830" y="24"/>
                      <a:pt x="14377" y="12"/>
                      <a:pt x="1390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22"/>
              <p:cNvSpPr/>
              <p:nvPr/>
            </p:nvSpPr>
            <p:spPr>
              <a:xfrm>
                <a:off x="4465836" y="7206782"/>
                <a:ext cx="184066" cy="404227"/>
              </a:xfrm>
              <a:custGeom>
                <a:avLst/>
                <a:gdLst/>
                <a:ahLst/>
                <a:cxnLst/>
                <a:rect l="l" t="t" r="r" b="b"/>
                <a:pathLst>
                  <a:path w="7440" h="16339" extrusionOk="0">
                    <a:moveTo>
                      <a:pt x="7065" y="0"/>
                    </a:moveTo>
                    <a:cubicBezTo>
                      <a:pt x="6996" y="0"/>
                      <a:pt x="6934" y="18"/>
                      <a:pt x="6902" y="61"/>
                    </a:cubicBezTo>
                    <a:cubicBezTo>
                      <a:pt x="6902" y="61"/>
                      <a:pt x="6771" y="370"/>
                      <a:pt x="6569" y="870"/>
                    </a:cubicBezTo>
                    <a:cubicBezTo>
                      <a:pt x="6367" y="1406"/>
                      <a:pt x="6081" y="2097"/>
                      <a:pt x="5759" y="2930"/>
                    </a:cubicBezTo>
                    <a:cubicBezTo>
                      <a:pt x="5140" y="4573"/>
                      <a:pt x="4378" y="6609"/>
                      <a:pt x="3771" y="8205"/>
                    </a:cubicBezTo>
                    <a:cubicBezTo>
                      <a:pt x="3473" y="9002"/>
                      <a:pt x="3128" y="9895"/>
                      <a:pt x="2759" y="10788"/>
                    </a:cubicBezTo>
                    <a:cubicBezTo>
                      <a:pt x="2378" y="11681"/>
                      <a:pt x="1973" y="12562"/>
                      <a:pt x="1580" y="13336"/>
                    </a:cubicBezTo>
                    <a:cubicBezTo>
                      <a:pt x="1378" y="13717"/>
                      <a:pt x="1187" y="14086"/>
                      <a:pt x="1009" y="14408"/>
                    </a:cubicBezTo>
                    <a:cubicBezTo>
                      <a:pt x="830" y="14717"/>
                      <a:pt x="663" y="15003"/>
                      <a:pt x="533" y="15241"/>
                    </a:cubicBezTo>
                    <a:cubicBezTo>
                      <a:pt x="247" y="15706"/>
                      <a:pt x="68" y="15991"/>
                      <a:pt x="68" y="15991"/>
                    </a:cubicBezTo>
                    <a:cubicBezTo>
                      <a:pt x="0" y="16117"/>
                      <a:pt x="265" y="16339"/>
                      <a:pt x="429" y="16339"/>
                    </a:cubicBezTo>
                    <a:cubicBezTo>
                      <a:pt x="466" y="16339"/>
                      <a:pt x="499" y="16327"/>
                      <a:pt x="521" y="16301"/>
                    </a:cubicBezTo>
                    <a:cubicBezTo>
                      <a:pt x="521" y="16301"/>
                      <a:pt x="723" y="16027"/>
                      <a:pt x="1056" y="15587"/>
                    </a:cubicBezTo>
                    <a:cubicBezTo>
                      <a:pt x="1211" y="15360"/>
                      <a:pt x="1402" y="15086"/>
                      <a:pt x="1616" y="14765"/>
                    </a:cubicBezTo>
                    <a:cubicBezTo>
                      <a:pt x="1818" y="14455"/>
                      <a:pt x="2045" y="14098"/>
                      <a:pt x="2283" y="13729"/>
                    </a:cubicBezTo>
                    <a:cubicBezTo>
                      <a:pt x="2735" y="12955"/>
                      <a:pt x="3211" y="12086"/>
                      <a:pt x="3640" y="11193"/>
                    </a:cubicBezTo>
                    <a:cubicBezTo>
                      <a:pt x="4069" y="10288"/>
                      <a:pt x="4462" y="9383"/>
                      <a:pt x="4759" y="8574"/>
                    </a:cubicBezTo>
                    <a:cubicBezTo>
                      <a:pt x="5378" y="6966"/>
                      <a:pt x="6009" y="4871"/>
                      <a:pt x="6521" y="3192"/>
                    </a:cubicBezTo>
                    <a:cubicBezTo>
                      <a:pt x="7033" y="1501"/>
                      <a:pt x="7414" y="227"/>
                      <a:pt x="7414" y="227"/>
                    </a:cubicBezTo>
                    <a:cubicBezTo>
                      <a:pt x="7439" y="102"/>
                      <a:pt x="7229" y="0"/>
                      <a:pt x="706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2" name="Google Shape;262;p22"/>
            <p:cNvGrpSpPr/>
            <p:nvPr/>
          </p:nvGrpSpPr>
          <p:grpSpPr>
            <a:xfrm rot="8905895">
              <a:off x="8402486" y="210113"/>
              <a:ext cx="491590" cy="778812"/>
              <a:chOff x="-1904298" y="1056455"/>
              <a:chExt cx="581725" cy="921611"/>
            </a:xfrm>
          </p:grpSpPr>
          <p:sp>
            <p:nvSpPr>
              <p:cNvPr id="263" name="Google Shape;263;p22"/>
              <p:cNvSpPr/>
              <p:nvPr/>
            </p:nvSpPr>
            <p:spPr>
              <a:xfrm>
                <a:off x="-1904298" y="1056455"/>
                <a:ext cx="581725" cy="887132"/>
              </a:xfrm>
              <a:custGeom>
                <a:avLst/>
                <a:gdLst/>
                <a:ahLst/>
                <a:cxnLst/>
                <a:rect l="l" t="t" r="r" b="b"/>
                <a:pathLst>
                  <a:path w="38196" h="58249" extrusionOk="0">
                    <a:moveTo>
                      <a:pt x="34903" y="0"/>
                    </a:moveTo>
                    <a:cubicBezTo>
                      <a:pt x="34867" y="0"/>
                      <a:pt x="34830" y="5"/>
                      <a:pt x="34790" y="15"/>
                    </a:cubicBezTo>
                    <a:cubicBezTo>
                      <a:pt x="28206" y="1801"/>
                      <a:pt x="22396" y="5385"/>
                      <a:pt x="17002" y="9468"/>
                    </a:cubicBezTo>
                    <a:cubicBezTo>
                      <a:pt x="11918" y="13326"/>
                      <a:pt x="6870" y="17434"/>
                      <a:pt x="3929" y="23232"/>
                    </a:cubicBezTo>
                    <a:cubicBezTo>
                      <a:pt x="1143" y="28733"/>
                      <a:pt x="179" y="34983"/>
                      <a:pt x="83" y="41103"/>
                    </a:cubicBezTo>
                    <a:cubicBezTo>
                      <a:pt x="0" y="46771"/>
                      <a:pt x="310" y="52998"/>
                      <a:pt x="4120" y="57534"/>
                    </a:cubicBezTo>
                    <a:cubicBezTo>
                      <a:pt x="4191" y="57635"/>
                      <a:pt x="4287" y="57668"/>
                      <a:pt x="4373" y="57668"/>
                    </a:cubicBezTo>
                    <a:cubicBezTo>
                      <a:pt x="4388" y="57668"/>
                      <a:pt x="4403" y="57667"/>
                      <a:pt x="4417" y="57665"/>
                    </a:cubicBezTo>
                    <a:lnTo>
                      <a:pt x="4417" y="57665"/>
                    </a:lnTo>
                    <a:cubicBezTo>
                      <a:pt x="4322" y="57903"/>
                      <a:pt x="4429" y="58248"/>
                      <a:pt x="4774" y="58248"/>
                    </a:cubicBezTo>
                    <a:cubicBezTo>
                      <a:pt x="16324" y="58213"/>
                      <a:pt x="26372" y="48259"/>
                      <a:pt x="31444" y="38674"/>
                    </a:cubicBezTo>
                    <a:cubicBezTo>
                      <a:pt x="37648" y="26983"/>
                      <a:pt x="38195" y="13278"/>
                      <a:pt x="35874" y="467"/>
                    </a:cubicBezTo>
                    <a:cubicBezTo>
                      <a:pt x="35836" y="265"/>
                      <a:pt x="35686" y="176"/>
                      <a:pt x="35526" y="176"/>
                    </a:cubicBezTo>
                    <a:cubicBezTo>
                      <a:pt x="35432" y="176"/>
                      <a:pt x="35334" y="207"/>
                      <a:pt x="35254" y="265"/>
                    </a:cubicBezTo>
                    <a:cubicBezTo>
                      <a:pt x="35205" y="116"/>
                      <a:pt x="35081" y="0"/>
                      <a:pt x="349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22"/>
              <p:cNvSpPr/>
              <p:nvPr/>
            </p:nvSpPr>
            <p:spPr>
              <a:xfrm>
                <a:off x="-1862965" y="1216748"/>
                <a:ext cx="442995" cy="761317"/>
              </a:xfrm>
              <a:custGeom>
                <a:avLst/>
                <a:gdLst/>
                <a:ahLst/>
                <a:cxnLst/>
                <a:rect l="l" t="t" r="r" b="b"/>
                <a:pathLst>
                  <a:path w="29087" h="49988" extrusionOk="0">
                    <a:moveTo>
                      <a:pt x="21381" y="0"/>
                    </a:moveTo>
                    <a:cubicBezTo>
                      <a:pt x="21179" y="0"/>
                      <a:pt x="20962" y="128"/>
                      <a:pt x="20932" y="384"/>
                    </a:cubicBezTo>
                    <a:cubicBezTo>
                      <a:pt x="20491" y="4468"/>
                      <a:pt x="20277" y="13386"/>
                      <a:pt x="20325" y="13540"/>
                    </a:cubicBezTo>
                    <a:cubicBezTo>
                      <a:pt x="17836" y="17624"/>
                      <a:pt x="15348" y="21696"/>
                      <a:pt x="12871" y="25780"/>
                    </a:cubicBezTo>
                    <a:cubicBezTo>
                      <a:pt x="12657" y="26137"/>
                      <a:pt x="12443" y="26494"/>
                      <a:pt x="12228" y="26852"/>
                    </a:cubicBezTo>
                    <a:cubicBezTo>
                      <a:pt x="10454" y="22565"/>
                      <a:pt x="9609" y="18065"/>
                      <a:pt x="9728" y="13433"/>
                    </a:cubicBezTo>
                    <a:cubicBezTo>
                      <a:pt x="9740" y="13171"/>
                      <a:pt x="9544" y="13040"/>
                      <a:pt x="9343" y="13040"/>
                    </a:cubicBezTo>
                    <a:cubicBezTo>
                      <a:pt x="9142" y="13040"/>
                      <a:pt x="8936" y="13171"/>
                      <a:pt x="8930" y="13433"/>
                    </a:cubicBezTo>
                    <a:cubicBezTo>
                      <a:pt x="8799" y="18196"/>
                      <a:pt x="9669" y="22839"/>
                      <a:pt x="11526" y="27245"/>
                    </a:cubicBezTo>
                    <a:cubicBezTo>
                      <a:pt x="11585" y="27387"/>
                      <a:pt x="11716" y="27471"/>
                      <a:pt x="11847" y="27495"/>
                    </a:cubicBezTo>
                    <a:cubicBezTo>
                      <a:pt x="8859" y="32483"/>
                      <a:pt x="6001" y="37567"/>
                      <a:pt x="3692" y="42889"/>
                    </a:cubicBezTo>
                    <a:cubicBezTo>
                      <a:pt x="1668" y="38996"/>
                      <a:pt x="834" y="34745"/>
                      <a:pt x="1227" y="30364"/>
                    </a:cubicBezTo>
                    <a:cubicBezTo>
                      <a:pt x="1251" y="30108"/>
                      <a:pt x="1063" y="29980"/>
                      <a:pt x="864" y="29980"/>
                    </a:cubicBezTo>
                    <a:cubicBezTo>
                      <a:pt x="664" y="29980"/>
                      <a:pt x="453" y="30108"/>
                      <a:pt x="429" y="30364"/>
                    </a:cubicBezTo>
                    <a:cubicBezTo>
                      <a:pt x="1" y="35019"/>
                      <a:pt x="953" y="39556"/>
                      <a:pt x="3180" y="43675"/>
                    </a:cubicBezTo>
                    <a:cubicBezTo>
                      <a:pt x="3215" y="43723"/>
                      <a:pt x="3251" y="43770"/>
                      <a:pt x="3299" y="43806"/>
                    </a:cubicBezTo>
                    <a:cubicBezTo>
                      <a:pt x="2513" y="45663"/>
                      <a:pt x="1799" y="47557"/>
                      <a:pt x="1167" y="49497"/>
                    </a:cubicBezTo>
                    <a:cubicBezTo>
                      <a:pt x="1074" y="49793"/>
                      <a:pt x="1320" y="49988"/>
                      <a:pt x="1563" y="49988"/>
                    </a:cubicBezTo>
                    <a:cubicBezTo>
                      <a:pt x="1722" y="49988"/>
                      <a:pt x="1880" y="49904"/>
                      <a:pt x="1941" y="49712"/>
                    </a:cubicBezTo>
                    <a:cubicBezTo>
                      <a:pt x="3323" y="45449"/>
                      <a:pt x="5132" y="41389"/>
                      <a:pt x="7168" y="37436"/>
                    </a:cubicBezTo>
                    <a:cubicBezTo>
                      <a:pt x="7216" y="37532"/>
                      <a:pt x="7287" y="37603"/>
                      <a:pt x="7430" y="37627"/>
                    </a:cubicBezTo>
                    <a:cubicBezTo>
                      <a:pt x="8398" y="37795"/>
                      <a:pt x="9366" y="37879"/>
                      <a:pt x="10324" y="37879"/>
                    </a:cubicBezTo>
                    <a:cubicBezTo>
                      <a:pt x="13834" y="37879"/>
                      <a:pt x="17225" y="36758"/>
                      <a:pt x="20087" y="34579"/>
                    </a:cubicBezTo>
                    <a:cubicBezTo>
                      <a:pt x="20431" y="34323"/>
                      <a:pt x="20214" y="33799"/>
                      <a:pt x="19894" y="33799"/>
                    </a:cubicBezTo>
                    <a:cubicBezTo>
                      <a:pt x="19826" y="33799"/>
                      <a:pt x="19754" y="33822"/>
                      <a:pt x="19682" y="33876"/>
                    </a:cubicBezTo>
                    <a:cubicBezTo>
                      <a:pt x="16937" y="35970"/>
                      <a:pt x="13691" y="37085"/>
                      <a:pt x="10318" y="37085"/>
                    </a:cubicBezTo>
                    <a:cubicBezTo>
                      <a:pt x="9433" y="37085"/>
                      <a:pt x="8540" y="37009"/>
                      <a:pt x="7644" y="36853"/>
                    </a:cubicBezTo>
                    <a:cubicBezTo>
                      <a:pt x="7615" y="36847"/>
                      <a:pt x="7585" y="36844"/>
                      <a:pt x="7557" y="36844"/>
                    </a:cubicBezTo>
                    <a:cubicBezTo>
                      <a:pt x="7528" y="36844"/>
                      <a:pt x="7502" y="36847"/>
                      <a:pt x="7478" y="36853"/>
                    </a:cubicBezTo>
                    <a:cubicBezTo>
                      <a:pt x="9478" y="33019"/>
                      <a:pt x="11693" y="29281"/>
                      <a:pt x="13943" y="25578"/>
                    </a:cubicBezTo>
                    <a:cubicBezTo>
                      <a:pt x="14872" y="24042"/>
                      <a:pt x="15812" y="22518"/>
                      <a:pt x="16741" y="20982"/>
                    </a:cubicBezTo>
                    <a:cubicBezTo>
                      <a:pt x="16788" y="21006"/>
                      <a:pt x="16848" y="21018"/>
                      <a:pt x="16919" y="21018"/>
                    </a:cubicBezTo>
                    <a:cubicBezTo>
                      <a:pt x="20956" y="20768"/>
                      <a:pt x="24861" y="19946"/>
                      <a:pt x="28659" y="18553"/>
                    </a:cubicBezTo>
                    <a:cubicBezTo>
                      <a:pt x="29087" y="18393"/>
                      <a:pt x="28967" y="17753"/>
                      <a:pt x="28585" y="17753"/>
                    </a:cubicBezTo>
                    <a:cubicBezTo>
                      <a:pt x="28542" y="17753"/>
                      <a:pt x="28495" y="17761"/>
                      <a:pt x="28445" y="17779"/>
                    </a:cubicBezTo>
                    <a:cubicBezTo>
                      <a:pt x="24813" y="19113"/>
                      <a:pt x="21087" y="19910"/>
                      <a:pt x="17229" y="20184"/>
                    </a:cubicBezTo>
                    <a:cubicBezTo>
                      <a:pt x="21075" y="13874"/>
                      <a:pt x="24944" y="7564"/>
                      <a:pt x="28790" y="1265"/>
                    </a:cubicBezTo>
                    <a:cubicBezTo>
                      <a:pt x="28979" y="953"/>
                      <a:pt x="28702" y="663"/>
                      <a:pt x="28427" y="663"/>
                    </a:cubicBezTo>
                    <a:cubicBezTo>
                      <a:pt x="28303" y="663"/>
                      <a:pt x="28180" y="721"/>
                      <a:pt x="28099" y="860"/>
                    </a:cubicBezTo>
                    <a:cubicBezTo>
                      <a:pt x="25790" y="4635"/>
                      <a:pt x="23468" y="8409"/>
                      <a:pt x="21158" y="12183"/>
                    </a:cubicBezTo>
                    <a:cubicBezTo>
                      <a:pt x="21134" y="8242"/>
                      <a:pt x="21313" y="4313"/>
                      <a:pt x="21741" y="384"/>
                    </a:cubicBezTo>
                    <a:cubicBezTo>
                      <a:pt x="21771" y="128"/>
                      <a:pt x="21584" y="0"/>
                      <a:pt x="2138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5" name="Google Shape;265;p22"/>
            <p:cNvSpPr/>
            <p:nvPr/>
          </p:nvSpPr>
          <p:spPr>
            <a:xfrm rot="10800000" flipH="1">
              <a:off x="7676500" y="-6"/>
              <a:ext cx="1430684" cy="365231"/>
            </a:xfrm>
            <a:custGeom>
              <a:avLst/>
              <a:gdLst/>
              <a:ahLst/>
              <a:cxnLst/>
              <a:rect l="l" t="t" r="r" b="b"/>
              <a:pathLst>
                <a:path w="43054" h="10991" extrusionOk="0">
                  <a:moveTo>
                    <a:pt x="21920" y="1"/>
                  </a:moveTo>
                  <a:cubicBezTo>
                    <a:pt x="19110" y="1"/>
                    <a:pt x="16717" y="2084"/>
                    <a:pt x="15753" y="5025"/>
                  </a:cubicBezTo>
                  <a:cubicBezTo>
                    <a:pt x="14574" y="3882"/>
                    <a:pt x="12967" y="3168"/>
                    <a:pt x="11181" y="3168"/>
                  </a:cubicBezTo>
                  <a:cubicBezTo>
                    <a:pt x="7954" y="3168"/>
                    <a:pt x="5275" y="5502"/>
                    <a:pt x="4739" y="8573"/>
                  </a:cubicBezTo>
                  <a:cubicBezTo>
                    <a:pt x="4299" y="8359"/>
                    <a:pt x="3811" y="8228"/>
                    <a:pt x="3287" y="8228"/>
                  </a:cubicBezTo>
                  <a:cubicBezTo>
                    <a:pt x="1644" y="8228"/>
                    <a:pt x="275" y="9419"/>
                    <a:pt x="1" y="10990"/>
                  </a:cubicBezTo>
                  <a:lnTo>
                    <a:pt x="43054" y="10990"/>
                  </a:lnTo>
                  <a:cubicBezTo>
                    <a:pt x="43054" y="10990"/>
                    <a:pt x="43054" y="10990"/>
                    <a:pt x="43054" y="10978"/>
                  </a:cubicBezTo>
                  <a:cubicBezTo>
                    <a:pt x="43054" y="8407"/>
                    <a:pt x="40970" y="6323"/>
                    <a:pt x="38398" y="6323"/>
                  </a:cubicBezTo>
                  <a:cubicBezTo>
                    <a:pt x="37744" y="6323"/>
                    <a:pt x="37124" y="6454"/>
                    <a:pt x="36565" y="6704"/>
                  </a:cubicBezTo>
                  <a:cubicBezTo>
                    <a:pt x="35815" y="4025"/>
                    <a:pt x="33374" y="2061"/>
                    <a:pt x="30469" y="2061"/>
                  </a:cubicBezTo>
                  <a:cubicBezTo>
                    <a:pt x="29231" y="2061"/>
                    <a:pt x="28088" y="2418"/>
                    <a:pt x="27123" y="3025"/>
                  </a:cubicBezTo>
                  <a:cubicBezTo>
                    <a:pt x="25909" y="1191"/>
                    <a:pt x="24028" y="1"/>
                    <a:pt x="219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2">
  <p:cSld name="CUSTOM_6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296;p25"/>
          <p:cNvGrpSpPr/>
          <p:nvPr/>
        </p:nvGrpSpPr>
        <p:grpSpPr>
          <a:xfrm>
            <a:off x="-300" y="3427904"/>
            <a:ext cx="9143704" cy="1715603"/>
            <a:chOff x="377798" y="3469600"/>
            <a:chExt cx="7110743" cy="1334165"/>
          </a:xfrm>
        </p:grpSpPr>
        <p:sp>
          <p:nvSpPr>
            <p:cNvPr id="297" name="Google Shape;297;p25"/>
            <p:cNvSpPr/>
            <p:nvPr/>
          </p:nvSpPr>
          <p:spPr>
            <a:xfrm>
              <a:off x="2934275" y="3745525"/>
              <a:ext cx="1009075" cy="526875"/>
            </a:xfrm>
            <a:custGeom>
              <a:avLst/>
              <a:gdLst/>
              <a:ahLst/>
              <a:cxnLst/>
              <a:rect l="l" t="t" r="r" b="b"/>
              <a:pathLst>
                <a:path w="40363" h="21075" extrusionOk="0">
                  <a:moveTo>
                    <a:pt x="20277" y="1"/>
                  </a:moveTo>
                  <a:cubicBezTo>
                    <a:pt x="16705" y="1"/>
                    <a:pt x="13574" y="1834"/>
                    <a:pt x="11752" y="4608"/>
                  </a:cubicBezTo>
                  <a:cubicBezTo>
                    <a:pt x="11327" y="5242"/>
                    <a:pt x="10616" y="5583"/>
                    <a:pt x="9876" y="5583"/>
                  </a:cubicBezTo>
                  <a:cubicBezTo>
                    <a:pt x="9684" y="5583"/>
                    <a:pt x="9491" y="5560"/>
                    <a:pt x="9300" y="5513"/>
                  </a:cubicBezTo>
                  <a:cubicBezTo>
                    <a:pt x="8728" y="5382"/>
                    <a:pt x="8133" y="5299"/>
                    <a:pt x="7514" y="5299"/>
                  </a:cubicBezTo>
                  <a:cubicBezTo>
                    <a:pt x="3358" y="5299"/>
                    <a:pt x="1" y="8657"/>
                    <a:pt x="1" y="12812"/>
                  </a:cubicBezTo>
                  <a:cubicBezTo>
                    <a:pt x="1" y="16955"/>
                    <a:pt x="3358" y="20313"/>
                    <a:pt x="7514" y="20313"/>
                  </a:cubicBezTo>
                  <a:cubicBezTo>
                    <a:pt x="9204" y="20313"/>
                    <a:pt x="10764" y="19753"/>
                    <a:pt x="12026" y="18813"/>
                  </a:cubicBezTo>
                  <a:cubicBezTo>
                    <a:pt x="12454" y="18488"/>
                    <a:pt x="12967" y="18320"/>
                    <a:pt x="13478" y="18320"/>
                  </a:cubicBezTo>
                  <a:cubicBezTo>
                    <a:pt x="13905" y="18320"/>
                    <a:pt x="14331" y="18438"/>
                    <a:pt x="14705" y="18682"/>
                  </a:cubicBezTo>
                  <a:cubicBezTo>
                    <a:pt x="16312" y="19729"/>
                    <a:pt x="18217" y="20337"/>
                    <a:pt x="20277" y="20337"/>
                  </a:cubicBezTo>
                  <a:cubicBezTo>
                    <a:pt x="21361" y="20337"/>
                    <a:pt x="22396" y="20170"/>
                    <a:pt x="23373" y="19860"/>
                  </a:cubicBezTo>
                  <a:cubicBezTo>
                    <a:pt x="23615" y="19784"/>
                    <a:pt x="23866" y="19745"/>
                    <a:pt x="24114" y="19745"/>
                  </a:cubicBezTo>
                  <a:cubicBezTo>
                    <a:pt x="24525" y="19745"/>
                    <a:pt x="24929" y="19852"/>
                    <a:pt x="25278" y="20075"/>
                  </a:cubicBezTo>
                  <a:cubicBezTo>
                    <a:pt x="26314" y="20706"/>
                    <a:pt x="27516" y="21075"/>
                    <a:pt x="28814" y="21075"/>
                  </a:cubicBezTo>
                  <a:cubicBezTo>
                    <a:pt x="30409" y="21075"/>
                    <a:pt x="31886" y="20515"/>
                    <a:pt x="33041" y="19575"/>
                  </a:cubicBezTo>
                  <a:cubicBezTo>
                    <a:pt x="33472" y="19231"/>
                    <a:pt x="34006" y="19037"/>
                    <a:pt x="34544" y="19037"/>
                  </a:cubicBezTo>
                  <a:cubicBezTo>
                    <a:pt x="34808" y="19037"/>
                    <a:pt x="35072" y="19084"/>
                    <a:pt x="35327" y="19182"/>
                  </a:cubicBezTo>
                  <a:cubicBezTo>
                    <a:pt x="35743" y="19360"/>
                    <a:pt x="36208" y="19444"/>
                    <a:pt x="36684" y="19444"/>
                  </a:cubicBezTo>
                  <a:cubicBezTo>
                    <a:pt x="38720" y="19444"/>
                    <a:pt x="40363" y="17801"/>
                    <a:pt x="40363" y="15776"/>
                  </a:cubicBezTo>
                  <a:cubicBezTo>
                    <a:pt x="40363" y="13741"/>
                    <a:pt x="38720" y="12097"/>
                    <a:pt x="36684" y="12097"/>
                  </a:cubicBezTo>
                  <a:lnTo>
                    <a:pt x="36672" y="12097"/>
                  </a:lnTo>
                  <a:cubicBezTo>
                    <a:pt x="35827" y="12097"/>
                    <a:pt x="35029" y="11693"/>
                    <a:pt x="34600" y="10966"/>
                  </a:cubicBezTo>
                  <a:cubicBezTo>
                    <a:pt x="33838" y="9680"/>
                    <a:pt x="32660" y="8668"/>
                    <a:pt x="31231" y="8121"/>
                  </a:cubicBezTo>
                  <a:cubicBezTo>
                    <a:pt x="30612" y="7871"/>
                    <a:pt x="30100" y="7394"/>
                    <a:pt x="29874" y="6752"/>
                  </a:cubicBezTo>
                  <a:cubicBezTo>
                    <a:pt x="28469" y="2823"/>
                    <a:pt x="24706" y="1"/>
                    <a:pt x="202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5"/>
            <p:cNvSpPr/>
            <p:nvPr/>
          </p:nvSpPr>
          <p:spPr>
            <a:xfrm>
              <a:off x="4838100" y="3469600"/>
              <a:ext cx="2018425" cy="1053725"/>
            </a:xfrm>
            <a:custGeom>
              <a:avLst/>
              <a:gdLst/>
              <a:ahLst/>
              <a:cxnLst/>
              <a:rect l="l" t="t" r="r" b="b"/>
              <a:pathLst>
                <a:path w="80737" h="42149" extrusionOk="0">
                  <a:moveTo>
                    <a:pt x="40565" y="1"/>
                  </a:moveTo>
                  <a:cubicBezTo>
                    <a:pt x="34671" y="1"/>
                    <a:pt x="29373" y="2489"/>
                    <a:pt x="25658" y="6478"/>
                  </a:cubicBezTo>
                  <a:cubicBezTo>
                    <a:pt x="23157" y="9151"/>
                    <a:pt x="19680" y="10629"/>
                    <a:pt x="16026" y="10629"/>
                  </a:cubicBezTo>
                  <a:cubicBezTo>
                    <a:pt x="15872" y="10629"/>
                    <a:pt x="15717" y="10626"/>
                    <a:pt x="15562" y="10621"/>
                  </a:cubicBezTo>
                  <a:cubicBezTo>
                    <a:pt x="15383" y="10609"/>
                    <a:pt x="15216" y="10609"/>
                    <a:pt x="15038" y="10609"/>
                  </a:cubicBezTo>
                  <a:cubicBezTo>
                    <a:pt x="6727" y="10609"/>
                    <a:pt x="0" y="17324"/>
                    <a:pt x="0" y="25623"/>
                  </a:cubicBezTo>
                  <a:cubicBezTo>
                    <a:pt x="0" y="33910"/>
                    <a:pt x="6727" y="40625"/>
                    <a:pt x="15038" y="40625"/>
                  </a:cubicBezTo>
                  <a:cubicBezTo>
                    <a:pt x="19705" y="40625"/>
                    <a:pt x="23872" y="38505"/>
                    <a:pt x="26623" y="35184"/>
                  </a:cubicBezTo>
                  <a:cubicBezTo>
                    <a:pt x="30278" y="38589"/>
                    <a:pt x="35171" y="40684"/>
                    <a:pt x="40565" y="40684"/>
                  </a:cubicBezTo>
                  <a:cubicBezTo>
                    <a:pt x="43529" y="40684"/>
                    <a:pt x="46351" y="40053"/>
                    <a:pt x="48887" y="38910"/>
                  </a:cubicBezTo>
                  <a:cubicBezTo>
                    <a:pt x="51233" y="40922"/>
                    <a:pt x="54293" y="42149"/>
                    <a:pt x="57638" y="42149"/>
                  </a:cubicBezTo>
                  <a:cubicBezTo>
                    <a:pt x="61984" y="42149"/>
                    <a:pt x="65854" y="40077"/>
                    <a:pt x="68306" y="36874"/>
                  </a:cubicBezTo>
                  <a:cubicBezTo>
                    <a:pt x="69628" y="38124"/>
                    <a:pt x="71414" y="38898"/>
                    <a:pt x="73378" y="38898"/>
                  </a:cubicBezTo>
                  <a:cubicBezTo>
                    <a:pt x="77438" y="38898"/>
                    <a:pt x="80736" y="35600"/>
                    <a:pt x="80736" y="31540"/>
                  </a:cubicBezTo>
                  <a:cubicBezTo>
                    <a:pt x="80736" y="27480"/>
                    <a:pt x="77438" y="24194"/>
                    <a:pt x="73378" y="24194"/>
                  </a:cubicBezTo>
                  <a:lnTo>
                    <a:pt x="73343" y="24194"/>
                  </a:lnTo>
                  <a:cubicBezTo>
                    <a:pt x="73331" y="24194"/>
                    <a:pt x="73318" y="24194"/>
                    <a:pt x="73306" y="24194"/>
                  </a:cubicBezTo>
                  <a:cubicBezTo>
                    <a:pt x="71641" y="24194"/>
                    <a:pt x="70062" y="23386"/>
                    <a:pt x="69211" y="21944"/>
                  </a:cubicBezTo>
                  <a:cubicBezTo>
                    <a:pt x="67925" y="19777"/>
                    <a:pt x="66044" y="17991"/>
                    <a:pt x="63782" y="16824"/>
                  </a:cubicBezTo>
                  <a:cubicBezTo>
                    <a:pt x="61734" y="15764"/>
                    <a:pt x="60091" y="14086"/>
                    <a:pt x="59139" y="11978"/>
                  </a:cubicBezTo>
                  <a:cubicBezTo>
                    <a:pt x="55948" y="4918"/>
                    <a:pt x="48840" y="1"/>
                    <a:pt x="405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5"/>
            <p:cNvSpPr/>
            <p:nvPr/>
          </p:nvSpPr>
          <p:spPr>
            <a:xfrm>
              <a:off x="377798" y="4155401"/>
              <a:ext cx="7110743" cy="648364"/>
            </a:xfrm>
            <a:custGeom>
              <a:avLst/>
              <a:gdLst/>
              <a:ahLst/>
              <a:cxnLst/>
              <a:rect l="l" t="t" r="r" b="b"/>
              <a:pathLst>
                <a:path w="285572" h="28409" extrusionOk="0">
                  <a:moveTo>
                    <a:pt x="1" y="1"/>
                  </a:moveTo>
                  <a:lnTo>
                    <a:pt x="1" y="28409"/>
                  </a:lnTo>
                  <a:lnTo>
                    <a:pt x="285572" y="28409"/>
                  </a:lnTo>
                  <a:lnTo>
                    <a:pt x="2855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0" name="Google Shape;300;p25"/>
          <p:cNvSpPr txBox="1">
            <a:spLocks noGrp="1"/>
          </p:cNvSpPr>
          <p:nvPr>
            <p:ph type="title"/>
          </p:nvPr>
        </p:nvSpPr>
        <p:spPr>
          <a:xfrm>
            <a:off x="717525" y="905150"/>
            <a:ext cx="2183400" cy="37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301" name="Google Shape;301;p25"/>
          <p:cNvSpPr txBox="1">
            <a:spLocks noGrp="1"/>
          </p:cNvSpPr>
          <p:nvPr>
            <p:ph type="subTitle" idx="1"/>
          </p:nvPr>
        </p:nvSpPr>
        <p:spPr>
          <a:xfrm>
            <a:off x="3343550" y="1515050"/>
            <a:ext cx="1529100" cy="6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25"/>
          <p:cNvSpPr txBox="1">
            <a:spLocks noGrp="1"/>
          </p:cNvSpPr>
          <p:nvPr>
            <p:ph type="title" idx="2"/>
          </p:nvPr>
        </p:nvSpPr>
        <p:spPr>
          <a:xfrm>
            <a:off x="3343550" y="1130825"/>
            <a:ext cx="1529100" cy="30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03" name="Google Shape;303;p25"/>
          <p:cNvSpPr txBox="1">
            <a:spLocks noGrp="1"/>
          </p:cNvSpPr>
          <p:nvPr>
            <p:ph type="subTitle" idx="3"/>
          </p:nvPr>
        </p:nvSpPr>
        <p:spPr>
          <a:xfrm>
            <a:off x="5120450" y="1515050"/>
            <a:ext cx="1529100" cy="6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25"/>
          <p:cNvSpPr txBox="1">
            <a:spLocks noGrp="1"/>
          </p:cNvSpPr>
          <p:nvPr>
            <p:ph type="title" idx="4"/>
          </p:nvPr>
        </p:nvSpPr>
        <p:spPr>
          <a:xfrm>
            <a:off x="5120463" y="1130825"/>
            <a:ext cx="1529100" cy="30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05" name="Google Shape;305;p25"/>
          <p:cNvSpPr txBox="1">
            <a:spLocks noGrp="1"/>
          </p:cNvSpPr>
          <p:nvPr>
            <p:ph type="subTitle" idx="5"/>
          </p:nvPr>
        </p:nvSpPr>
        <p:spPr>
          <a:xfrm>
            <a:off x="6897375" y="1515050"/>
            <a:ext cx="1529100" cy="6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25"/>
          <p:cNvSpPr txBox="1">
            <a:spLocks noGrp="1"/>
          </p:cNvSpPr>
          <p:nvPr>
            <p:ph type="title" idx="6"/>
          </p:nvPr>
        </p:nvSpPr>
        <p:spPr>
          <a:xfrm>
            <a:off x="6897375" y="1130825"/>
            <a:ext cx="1529100" cy="30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4">
  <p:cSld name="CUSTOM_8_1">
    <p:bg>
      <p:bgPr>
        <a:solidFill>
          <a:schemeClr val="dk2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7"/>
          <p:cNvSpPr txBox="1">
            <a:spLocks noGrp="1"/>
          </p:cNvSpPr>
          <p:nvPr>
            <p:ph type="title"/>
          </p:nvPr>
        </p:nvSpPr>
        <p:spPr>
          <a:xfrm>
            <a:off x="717525" y="55299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0" name="Google Shape;320;p27"/>
          <p:cNvSpPr txBox="1">
            <a:spLocks noGrp="1"/>
          </p:cNvSpPr>
          <p:nvPr>
            <p:ph type="title" idx="2"/>
          </p:nvPr>
        </p:nvSpPr>
        <p:spPr>
          <a:xfrm>
            <a:off x="720000" y="2440811"/>
            <a:ext cx="22320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321" name="Google Shape;321;p27"/>
          <p:cNvSpPr txBox="1">
            <a:spLocks noGrp="1"/>
          </p:cNvSpPr>
          <p:nvPr>
            <p:ph type="subTitle" idx="1"/>
          </p:nvPr>
        </p:nvSpPr>
        <p:spPr>
          <a:xfrm>
            <a:off x="720000" y="2948461"/>
            <a:ext cx="22320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27"/>
          <p:cNvSpPr txBox="1">
            <a:spLocks noGrp="1"/>
          </p:cNvSpPr>
          <p:nvPr>
            <p:ph type="title" idx="3"/>
          </p:nvPr>
        </p:nvSpPr>
        <p:spPr>
          <a:xfrm>
            <a:off x="3456581" y="2440811"/>
            <a:ext cx="22320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323" name="Google Shape;323;p27"/>
          <p:cNvSpPr txBox="1">
            <a:spLocks noGrp="1"/>
          </p:cNvSpPr>
          <p:nvPr>
            <p:ph type="subTitle" idx="4"/>
          </p:nvPr>
        </p:nvSpPr>
        <p:spPr>
          <a:xfrm>
            <a:off x="3457163" y="2948461"/>
            <a:ext cx="22320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27"/>
          <p:cNvSpPr txBox="1">
            <a:spLocks noGrp="1"/>
          </p:cNvSpPr>
          <p:nvPr>
            <p:ph type="title" idx="5"/>
          </p:nvPr>
        </p:nvSpPr>
        <p:spPr>
          <a:xfrm>
            <a:off x="6194325" y="2440811"/>
            <a:ext cx="22320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325" name="Google Shape;325;p27"/>
          <p:cNvSpPr txBox="1">
            <a:spLocks noGrp="1"/>
          </p:cNvSpPr>
          <p:nvPr>
            <p:ph type="subTitle" idx="6"/>
          </p:nvPr>
        </p:nvSpPr>
        <p:spPr>
          <a:xfrm>
            <a:off x="6194325" y="2948461"/>
            <a:ext cx="22320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326" name="Google Shape;326;p27"/>
          <p:cNvGrpSpPr/>
          <p:nvPr/>
        </p:nvGrpSpPr>
        <p:grpSpPr>
          <a:xfrm flipH="1">
            <a:off x="36826" y="-6"/>
            <a:ext cx="1430732" cy="1059983"/>
            <a:chOff x="7676452" y="-6"/>
            <a:chExt cx="1430732" cy="1059983"/>
          </a:xfrm>
        </p:grpSpPr>
        <p:grpSp>
          <p:nvGrpSpPr>
            <p:cNvPr id="327" name="Google Shape;327;p27"/>
            <p:cNvGrpSpPr/>
            <p:nvPr/>
          </p:nvGrpSpPr>
          <p:grpSpPr>
            <a:xfrm rot="10690018">
              <a:off x="7690194" y="79769"/>
              <a:ext cx="1152535" cy="877616"/>
              <a:chOff x="3077675" y="6690087"/>
              <a:chExt cx="2525088" cy="1922768"/>
            </a:xfrm>
          </p:grpSpPr>
          <p:sp>
            <p:nvSpPr>
              <p:cNvPr id="328" name="Google Shape;328;p27"/>
              <p:cNvSpPr/>
              <p:nvPr/>
            </p:nvSpPr>
            <p:spPr>
              <a:xfrm>
                <a:off x="3538754" y="6690087"/>
                <a:ext cx="2064009" cy="1922768"/>
              </a:xfrm>
              <a:custGeom>
                <a:avLst/>
                <a:gdLst/>
                <a:ahLst/>
                <a:cxnLst/>
                <a:rect l="l" t="t" r="r" b="b"/>
                <a:pathLst>
                  <a:path w="83428" h="77719" extrusionOk="0">
                    <a:moveTo>
                      <a:pt x="43744" y="1"/>
                    </a:moveTo>
                    <a:cubicBezTo>
                      <a:pt x="43607" y="1"/>
                      <a:pt x="43469" y="5"/>
                      <a:pt x="43328" y="15"/>
                    </a:cubicBezTo>
                    <a:cubicBezTo>
                      <a:pt x="39256" y="277"/>
                      <a:pt x="37779" y="4360"/>
                      <a:pt x="36839" y="7718"/>
                    </a:cubicBezTo>
                    <a:cubicBezTo>
                      <a:pt x="35589" y="12203"/>
                      <a:pt x="34968" y="18558"/>
                      <a:pt x="31040" y="18558"/>
                    </a:cubicBezTo>
                    <a:cubicBezTo>
                      <a:pt x="29952" y="18558"/>
                      <a:pt x="28611" y="18070"/>
                      <a:pt x="26933" y="16921"/>
                    </a:cubicBezTo>
                    <a:cubicBezTo>
                      <a:pt x="25614" y="16019"/>
                      <a:pt x="23908" y="14589"/>
                      <a:pt x="22178" y="14589"/>
                    </a:cubicBezTo>
                    <a:cubicBezTo>
                      <a:pt x="21830" y="14589"/>
                      <a:pt x="21481" y="14647"/>
                      <a:pt x="21134" y="14778"/>
                    </a:cubicBezTo>
                    <a:cubicBezTo>
                      <a:pt x="15276" y="16993"/>
                      <a:pt x="19075" y="24530"/>
                      <a:pt x="19753" y="28387"/>
                    </a:cubicBezTo>
                    <a:cubicBezTo>
                      <a:pt x="20166" y="30701"/>
                      <a:pt x="20096" y="34763"/>
                      <a:pt x="17456" y="34763"/>
                    </a:cubicBezTo>
                    <a:cubicBezTo>
                      <a:pt x="17054" y="34763"/>
                      <a:pt x="16592" y="34669"/>
                      <a:pt x="16062" y="34459"/>
                    </a:cubicBezTo>
                    <a:cubicBezTo>
                      <a:pt x="11365" y="32594"/>
                      <a:pt x="10296" y="26273"/>
                      <a:pt x="4770" y="26273"/>
                    </a:cubicBezTo>
                    <a:cubicBezTo>
                      <a:pt x="4512" y="26273"/>
                      <a:pt x="4244" y="26287"/>
                      <a:pt x="3966" y="26315"/>
                    </a:cubicBezTo>
                    <a:cubicBezTo>
                      <a:pt x="715" y="26649"/>
                      <a:pt x="1" y="29554"/>
                      <a:pt x="489" y="32328"/>
                    </a:cubicBezTo>
                    <a:cubicBezTo>
                      <a:pt x="1251" y="36555"/>
                      <a:pt x="3644" y="40222"/>
                      <a:pt x="5085" y="44211"/>
                    </a:cubicBezTo>
                    <a:cubicBezTo>
                      <a:pt x="6597" y="48390"/>
                      <a:pt x="7061" y="52997"/>
                      <a:pt x="6549" y="57403"/>
                    </a:cubicBezTo>
                    <a:cubicBezTo>
                      <a:pt x="6275" y="59784"/>
                      <a:pt x="4037" y="62999"/>
                      <a:pt x="4632" y="65380"/>
                    </a:cubicBezTo>
                    <a:cubicBezTo>
                      <a:pt x="5513" y="68856"/>
                      <a:pt x="12336" y="68321"/>
                      <a:pt x="15050" y="68797"/>
                    </a:cubicBezTo>
                    <a:cubicBezTo>
                      <a:pt x="18884" y="69476"/>
                      <a:pt x="22766" y="70095"/>
                      <a:pt x="26468" y="71345"/>
                    </a:cubicBezTo>
                    <a:cubicBezTo>
                      <a:pt x="30939" y="72847"/>
                      <a:pt x="38196" y="77718"/>
                      <a:pt x="44090" y="77718"/>
                    </a:cubicBezTo>
                    <a:cubicBezTo>
                      <a:pt x="46186" y="77718"/>
                      <a:pt x="48109" y="77102"/>
                      <a:pt x="49674" y="75500"/>
                    </a:cubicBezTo>
                    <a:cubicBezTo>
                      <a:pt x="51602" y="73524"/>
                      <a:pt x="50626" y="70488"/>
                      <a:pt x="49185" y="68559"/>
                    </a:cubicBezTo>
                    <a:cubicBezTo>
                      <a:pt x="47364" y="66130"/>
                      <a:pt x="44090" y="64594"/>
                      <a:pt x="42661" y="61856"/>
                    </a:cubicBezTo>
                    <a:cubicBezTo>
                      <a:pt x="41468" y="59570"/>
                      <a:pt x="43103" y="58980"/>
                      <a:pt x="45242" y="58980"/>
                    </a:cubicBezTo>
                    <a:cubicBezTo>
                      <a:pt x="47158" y="58980"/>
                      <a:pt x="49479" y="59453"/>
                      <a:pt x="50531" y="59605"/>
                    </a:cubicBezTo>
                    <a:cubicBezTo>
                      <a:pt x="52312" y="59861"/>
                      <a:pt x="54410" y="60234"/>
                      <a:pt x="56446" y="60234"/>
                    </a:cubicBezTo>
                    <a:cubicBezTo>
                      <a:pt x="59050" y="60234"/>
                      <a:pt x="61553" y="59624"/>
                      <a:pt x="63163" y="57379"/>
                    </a:cubicBezTo>
                    <a:cubicBezTo>
                      <a:pt x="66116" y="53271"/>
                      <a:pt x="61497" y="49068"/>
                      <a:pt x="58818" y="46354"/>
                    </a:cubicBezTo>
                    <a:cubicBezTo>
                      <a:pt x="55151" y="42627"/>
                      <a:pt x="56532" y="41246"/>
                      <a:pt x="59306" y="40817"/>
                    </a:cubicBezTo>
                    <a:cubicBezTo>
                      <a:pt x="60111" y="40689"/>
                      <a:pt x="61032" y="40643"/>
                      <a:pt x="61979" y="40643"/>
                    </a:cubicBezTo>
                    <a:cubicBezTo>
                      <a:pt x="63762" y="40643"/>
                      <a:pt x="65636" y="40807"/>
                      <a:pt x="66997" y="40901"/>
                    </a:cubicBezTo>
                    <a:cubicBezTo>
                      <a:pt x="68350" y="40991"/>
                      <a:pt x="70090" y="41137"/>
                      <a:pt x="71903" y="41137"/>
                    </a:cubicBezTo>
                    <a:cubicBezTo>
                      <a:pt x="76075" y="41137"/>
                      <a:pt x="80636" y="40364"/>
                      <a:pt x="81773" y="36364"/>
                    </a:cubicBezTo>
                    <a:cubicBezTo>
                      <a:pt x="83428" y="30578"/>
                      <a:pt x="75260" y="28090"/>
                      <a:pt x="71057" y="27816"/>
                    </a:cubicBezTo>
                    <a:cubicBezTo>
                      <a:pt x="69545" y="27720"/>
                      <a:pt x="66307" y="27518"/>
                      <a:pt x="65557" y="25863"/>
                    </a:cubicBezTo>
                    <a:cubicBezTo>
                      <a:pt x="64425" y="23339"/>
                      <a:pt x="68890" y="21386"/>
                      <a:pt x="70414" y="20291"/>
                    </a:cubicBezTo>
                    <a:cubicBezTo>
                      <a:pt x="73534" y="18029"/>
                      <a:pt x="75927" y="14493"/>
                      <a:pt x="76606" y="10659"/>
                    </a:cubicBezTo>
                    <a:cubicBezTo>
                      <a:pt x="77201" y="7313"/>
                      <a:pt x="75355" y="4337"/>
                      <a:pt x="72319" y="2920"/>
                    </a:cubicBezTo>
                    <a:cubicBezTo>
                      <a:pt x="71216" y="2408"/>
                      <a:pt x="70191" y="2186"/>
                      <a:pt x="69227" y="2186"/>
                    </a:cubicBezTo>
                    <a:cubicBezTo>
                      <a:pt x="63183" y="2186"/>
                      <a:pt x="59515" y="10924"/>
                      <a:pt x="53960" y="12135"/>
                    </a:cubicBezTo>
                    <a:cubicBezTo>
                      <a:pt x="53728" y="12186"/>
                      <a:pt x="53514" y="12210"/>
                      <a:pt x="53317" y="12210"/>
                    </a:cubicBezTo>
                    <a:cubicBezTo>
                      <a:pt x="50797" y="12210"/>
                      <a:pt x="50946" y="8282"/>
                      <a:pt x="50317" y="6206"/>
                    </a:cubicBezTo>
                    <a:cubicBezTo>
                      <a:pt x="49353" y="3076"/>
                      <a:pt x="47297" y="1"/>
                      <a:pt x="4374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27"/>
              <p:cNvSpPr/>
              <p:nvPr/>
            </p:nvSpPr>
            <p:spPr>
              <a:xfrm>
                <a:off x="3077675" y="7144734"/>
                <a:ext cx="1927197" cy="1319656"/>
              </a:xfrm>
              <a:custGeom>
                <a:avLst/>
                <a:gdLst/>
                <a:ahLst/>
                <a:cxnLst/>
                <a:rect l="l" t="t" r="r" b="b"/>
                <a:pathLst>
                  <a:path w="77898" h="53341" extrusionOk="0">
                    <a:moveTo>
                      <a:pt x="77657" y="0"/>
                    </a:moveTo>
                    <a:cubicBezTo>
                      <a:pt x="77524" y="0"/>
                      <a:pt x="77309" y="98"/>
                      <a:pt x="77038" y="330"/>
                    </a:cubicBezTo>
                    <a:cubicBezTo>
                      <a:pt x="77038" y="330"/>
                      <a:pt x="75681" y="1521"/>
                      <a:pt x="73430" y="3497"/>
                    </a:cubicBezTo>
                    <a:cubicBezTo>
                      <a:pt x="72299" y="4486"/>
                      <a:pt x="70954" y="5664"/>
                      <a:pt x="69430" y="6998"/>
                    </a:cubicBezTo>
                    <a:cubicBezTo>
                      <a:pt x="68668" y="7665"/>
                      <a:pt x="67870" y="8367"/>
                      <a:pt x="67037" y="9093"/>
                    </a:cubicBezTo>
                    <a:cubicBezTo>
                      <a:pt x="66203" y="9820"/>
                      <a:pt x="65334" y="10594"/>
                      <a:pt x="64441" y="11391"/>
                    </a:cubicBezTo>
                    <a:cubicBezTo>
                      <a:pt x="63548" y="12177"/>
                      <a:pt x="62631" y="12999"/>
                      <a:pt x="61691" y="13832"/>
                    </a:cubicBezTo>
                    <a:cubicBezTo>
                      <a:pt x="61453" y="14034"/>
                      <a:pt x="61215" y="14249"/>
                      <a:pt x="60976" y="14463"/>
                    </a:cubicBezTo>
                    <a:cubicBezTo>
                      <a:pt x="60750" y="14677"/>
                      <a:pt x="60512" y="14892"/>
                      <a:pt x="60274" y="15106"/>
                    </a:cubicBezTo>
                    <a:cubicBezTo>
                      <a:pt x="59798" y="15535"/>
                      <a:pt x="59321" y="15975"/>
                      <a:pt x="58845" y="16416"/>
                    </a:cubicBezTo>
                    <a:cubicBezTo>
                      <a:pt x="57881" y="17297"/>
                      <a:pt x="56916" y="18190"/>
                      <a:pt x="55940" y="19083"/>
                    </a:cubicBezTo>
                    <a:lnTo>
                      <a:pt x="55571" y="19416"/>
                    </a:lnTo>
                    <a:lnTo>
                      <a:pt x="55214" y="19773"/>
                    </a:lnTo>
                    <a:cubicBezTo>
                      <a:pt x="54976" y="20011"/>
                      <a:pt x="54738" y="20250"/>
                      <a:pt x="54499" y="20488"/>
                    </a:cubicBezTo>
                    <a:cubicBezTo>
                      <a:pt x="54035" y="20964"/>
                      <a:pt x="53571" y="21440"/>
                      <a:pt x="53106" y="21916"/>
                    </a:cubicBezTo>
                    <a:cubicBezTo>
                      <a:pt x="51261" y="23845"/>
                      <a:pt x="49463" y="25798"/>
                      <a:pt x="47725" y="27691"/>
                    </a:cubicBezTo>
                    <a:cubicBezTo>
                      <a:pt x="45975" y="29572"/>
                      <a:pt x="44284" y="31370"/>
                      <a:pt x="42653" y="33025"/>
                    </a:cubicBezTo>
                    <a:cubicBezTo>
                      <a:pt x="41033" y="34668"/>
                      <a:pt x="39259" y="36406"/>
                      <a:pt x="37342" y="38085"/>
                    </a:cubicBezTo>
                    <a:cubicBezTo>
                      <a:pt x="36378" y="38918"/>
                      <a:pt x="35390" y="39752"/>
                      <a:pt x="34354" y="40538"/>
                    </a:cubicBezTo>
                    <a:cubicBezTo>
                      <a:pt x="33318" y="41335"/>
                      <a:pt x="32247" y="42109"/>
                      <a:pt x="31151" y="42824"/>
                    </a:cubicBezTo>
                    <a:cubicBezTo>
                      <a:pt x="30044" y="43550"/>
                      <a:pt x="28913" y="44205"/>
                      <a:pt x="27746" y="44812"/>
                    </a:cubicBezTo>
                    <a:cubicBezTo>
                      <a:pt x="27460" y="44967"/>
                      <a:pt x="27175" y="45122"/>
                      <a:pt x="26877" y="45253"/>
                    </a:cubicBezTo>
                    <a:cubicBezTo>
                      <a:pt x="26579" y="45395"/>
                      <a:pt x="26293" y="45538"/>
                      <a:pt x="25996" y="45669"/>
                    </a:cubicBezTo>
                    <a:cubicBezTo>
                      <a:pt x="25401" y="45919"/>
                      <a:pt x="24793" y="46146"/>
                      <a:pt x="24186" y="46384"/>
                    </a:cubicBezTo>
                    <a:cubicBezTo>
                      <a:pt x="23888" y="46503"/>
                      <a:pt x="23591" y="46622"/>
                      <a:pt x="23293" y="46741"/>
                    </a:cubicBezTo>
                    <a:cubicBezTo>
                      <a:pt x="23138" y="46800"/>
                      <a:pt x="22995" y="46860"/>
                      <a:pt x="22853" y="46919"/>
                    </a:cubicBezTo>
                    <a:cubicBezTo>
                      <a:pt x="22698" y="46967"/>
                      <a:pt x="22543" y="47027"/>
                      <a:pt x="22400" y="47074"/>
                    </a:cubicBezTo>
                    <a:cubicBezTo>
                      <a:pt x="21793" y="47289"/>
                      <a:pt x="21198" y="47491"/>
                      <a:pt x="20602" y="47693"/>
                    </a:cubicBezTo>
                    <a:cubicBezTo>
                      <a:pt x="20317" y="47801"/>
                      <a:pt x="20019" y="47908"/>
                      <a:pt x="19721" y="48003"/>
                    </a:cubicBezTo>
                    <a:cubicBezTo>
                      <a:pt x="19435" y="48098"/>
                      <a:pt x="19138" y="48182"/>
                      <a:pt x="18852" y="48277"/>
                    </a:cubicBezTo>
                    <a:cubicBezTo>
                      <a:pt x="18257" y="48455"/>
                      <a:pt x="17685" y="48634"/>
                      <a:pt x="17114" y="48813"/>
                    </a:cubicBezTo>
                    <a:cubicBezTo>
                      <a:pt x="12566" y="50170"/>
                      <a:pt x="8470" y="51087"/>
                      <a:pt x="5553" y="51753"/>
                    </a:cubicBezTo>
                    <a:cubicBezTo>
                      <a:pt x="4100" y="52075"/>
                      <a:pt x="2922" y="52337"/>
                      <a:pt x="2112" y="52503"/>
                    </a:cubicBezTo>
                    <a:cubicBezTo>
                      <a:pt x="1314" y="52682"/>
                      <a:pt x="874" y="52777"/>
                      <a:pt x="874" y="52777"/>
                    </a:cubicBezTo>
                    <a:cubicBezTo>
                      <a:pt x="47" y="52974"/>
                      <a:pt x="1" y="53340"/>
                      <a:pt x="641" y="53340"/>
                    </a:cubicBezTo>
                    <a:cubicBezTo>
                      <a:pt x="739" y="53340"/>
                      <a:pt x="852" y="53332"/>
                      <a:pt x="981" y="53313"/>
                    </a:cubicBezTo>
                    <a:cubicBezTo>
                      <a:pt x="981" y="53313"/>
                      <a:pt x="1421" y="53218"/>
                      <a:pt x="2231" y="53063"/>
                    </a:cubicBezTo>
                    <a:cubicBezTo>
                      <a:pt x="3041" y="52896"/>
                      <a:pt x="4219" y="52658"/>
                      <a:pt x="5684" y="52361"/>
                    </a:cubicBezTo>
                    <a:cubicBezTo>
                      <a:pt x="8625" y="51741"/>
                      <a:pt x="12732" y="50884"/>
                      <a:pt x="17340" y="49575"/>
                    </a:cubicBezTo>
                    <a:cubicBezTo>
                      <a:pt x="17911" y="49408"/>
                      <a:pt x="18495" y="49241"/>
                      <a:pt x="19090" y="49063"/>
                    </a:cubicBezTo>
                    <a:cubicBezTo>
                      <a:pt x="19388" y="48979"/>
                      <a:pt x="19686" y="48884"/>
                      <a:pt x="19983" y="48801"/>
                    </a:cubicBezTo>
                    <a:cubicBezTo>
                      <a:pt x="20281" y="48705"/>
                      <a:pt x="20578" y="48598"/>
                      <a:pt x="20876" y="48503"/>
                    </a:cubicBezTo>
                    <a:cubicBezTo>
                      <a:pt x="21471" y="48301"/>
                      <a:pt x="22079" y="48098"/>
                      <a:pt x="22686" y="47896"/>
                    </a:cubicBezTo>
                    <a:cubicBezTo>
                      <a:pt x="22841" y="47848"/>
                      <a:pt x="22995" y="47789"/>
                      <a:pt x="23150" y="47741"/>
                    </a:cubicBezTo>
                    <a:cubicBezTo>
                      <a:pt x="23293" y="47681"/>
                      <a:pt x="23448" y="47622"/>
                      <a:pt x="23603" y="47562"/>
                    </a:cubicBezTo>
                    <a:cubicBezTo>
                      <a:pt x="23900" y="47455"/>
                      <a:pt x="24210" y="47336"/>
                      <a:pt x="24519" y="47217"/>
                    </a:cubicBezTo>
                    <a:cubicBezTo>
                      <a:pt x="25127" y="46979"/>
                      <a:pt x="25746" y="46753"/>
                      <a:pt x="26365" y="46515"/>
                    </a:cubicBezTo>
                    <a:cubicBezTo>
                      <a:pt x="26663" y="46372"/>
                      <a:pt x="26972" y="46229"/>
                      <a:pt x="27270" y="46086"/>
                    </a:cubicBezTo>
                    <a:cubicBezTo>
                      <a:pt x="27579" y="45955"/>
                      <a:pt x="27877" y="45800"/>
                      <a:pt x="28175" y="45646"/>
                    </a:cubicBezTo>
                    <a:cubicBezTo>
                      <a:pt x="29365" y="45038"/>
                      <a:pt x="30544" y="44372"/>
                      <a:pt x="31675" y="43645"/>
                    </a:cubicBezTo>
                    <a:cubicBezTo>
                      <a:pt x="32806" y="42919"/>
                      <a:pt x="33902" y="42145"/>
                      <a:pt x="34961" y="41347"/>
                    </a:cubicBezTo>
                    <a:cubicBezTo>
                      <a:pt x="36021" y="40538"/>
                      <a:pt x="37033" y="39704"/>
                      <a:pt x="38021" y="38859"/>
                    </a:cubicBezTo>
                    <a:cubicBezTo>
                      <a:pt x="39974" y="37168"/>
                      <a:pt x="41772" y="35430"/>
                      <a:pt x="43415" y="33763"/>
                    </a:cubicBezTo>
                    <a:cubicBezTo>
                      <a:pt x="45046" y="32108"/>
                      <a:pt x="46748" y="30286"/>
                      <a:pt x="48475" y="28381"/>
                    </a:cubicBezTo>
                    <a:cubicBezTo>
                      <a:pt x="50213" y="26488"/>
                      <a:pt x="51999" y="24524"/>
                      <a:pt x="53809" y="22595"/>
                    </a:cubicBezTo>
                    <a:cubicBezTo>
                      <a:pt x="54273" y="22107"/>
                      <a:pt x="54726" y="21631"/>
                      <a:pt x="55190" y="21154"/>
                    </a:cubicBezTo>
                    <a:cubicBezTo>
                      <a:pt x="55416" y="20916"/>
                      <a:pt x="55642" y="20678"/>
                      <a:pt x="55881" y="20452"/>
                    </a:cubicBezTo>
                    <a:lnTo>
                      <a:pt x="56226" y="20095"/>
                    </a:lnTo>
                    <a:lnTo>
                      <a:pt x="56583" y="19761"/>
                    </a:lnTo>
                    <a:cubicBezTo>
                      <a:pt x="57547" y="18857"/>
                      <a:pt x="58512" y="17952"/>
                      <a:pt x="59452" y="17071"/>
                    </a:cubicBezTo>
                    <a:cubicBezTo>
                      <a:pt x="59929" y="16618"/>
                      <a:pt x="60393" y="16178"/>
                      <a:pt x="60869" y="15749"/>
                    </a:cubicBezTo>
                    <a:cubicBezTo>
                      <a:pt x="61095" y="15523"/>
                      <a:pt x="61334" y="15308"/>
                      <a:pt x="61560" y="15094"/>
                    </a:cubicBezTo>
                    <a:cubicBezTo>
                      <a:pt x="61798" y="14880"/>
                      <a:pt x="62024" y="14666"/>
                      <a:pt x="62262" y="14451"/>
                    </a:cubicBezTo>
                    <a:cubicBezTo>
                      <a:pt x="63191" y="13606"/>
                      <a:pt x="64096" y="12784"/>
                      <a:pt x="64977" y="11987"/>
                    </a:cubicBezTo>
                    <a:cubicBezTo>
                      <a:pt x="72049" y="5581"/>
                      <a:pt x="77407" y="735"/>
                      <a:pt x="77407" y="735"/>
                    </a:cubicBezTo>
                    <a:cubicBezTo>
                      <a:pt x="77868" y="321"/>
                      <a:pt x="77898" y="0"/>
                      <a:pt x="776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27"/>
              <p:cNvSpPr/>
              <p:nvPr/>
            </p:nvSpPr>
            <p:spPr>
              <a:xfrm>
                <a:off x="4083257" y="7963826"/>
                <a:ext cx="485028" cy="66056"/>
              </a:xfrm>
              <a:custGeom>
                <a:avLst/>
                <a:gdLst/>
                <a:ahLst/>
                <a:cxnLst/>
                <a:rect l="l" t="t" r="r" b="b"/>
                <a:pathLst>
                  <a:path w="19605" h="2670" extrusionOk="0">
                    <a:moveTo>
                      <a:pt x="13901" y="0"/>
                    </a:moveTo>
                    <a:cubicBezTo>
                      <a:pt x="13437" y="0"/>
                      <a:pt x="12960" y="12"/>
                      <a:pt x="12472" y="24"/>
                    </a:cubicBezTo>
                    <a:cubicBezTo>
                      <a:pt x="12234" y="24"/>
                      <a:pt x="11996" y="36"/>
                      <a:pt x="11758" y="36"/>
                    </a:cubicBezTo>
                    <a:cubicBezTo>
                      <a:pt x="11639" y="48"/>
                      <a:pt x="11520" y="48"/>
                      <a:pt x="11401" y="48"/>
                    </a:cubicBezTo>
                    <a:cubicBezTo>
                      <a:pt x="11282" y="60"/>
                      <a:pt x="11163" y="72"/>
                      <a:pt x="11044" y="72"/>
                    </a:cubicBezTo>
                    <a:cubicBezTo>
                      <a:pt x="10579" y="107"/>
                      <a:pt x="10127" y="143"/>
                      <a:pt x="9710" y="179"/>
                    </a:cubicBezTo>
                    <a:cubicBezTo>
                      <a:pt x="9472" y="203"/>
                      <a:pt x="9222" y="226"/>
                      <a:pt x="8972" y="250"/>
                    </a:cubicBezTo>
                    <a:cubicBezTo>
                      <a:pt x="8722" y="286"/>
                      <a:pt x="8460" y="322"/>
                      <a:pt x="8198" y="357"/>
                    </a:cubicBezTo>
                    <a:cubicBezTo>
                      <a:pt x="7674" y="429"/>
                      <a:pt x="7138" y="500"/>
                      <a:pt x="6602" y="584"/>
                    </a:cubicBezTo>
                    <a:cubicBezTo>
                      <a:pt x="6067" y="679"/>
                      <a:pt x="5519" y="786"/>
                      <a:pt x="4995" y="881"/>
                    </a:cubicBezTo>
                    <a:cubicBezTo>
                      <a:pt x="4733" y="941"/>
                      <a:pt x="4471" y="988"/>
                      <a:pt x="4221" y="1036"/>
                    </a:cubicBezTo>
                    <a:cubicBezTo>
                      <a:pt x="3971" y="1096"/>
                      <a:pt x="3733" y="1155"/>
                      <a:pt x="3495" y="1215"/>
                    </a:cubicBezTo>
                    <a:cubicBezTo>
                      <a:pt x="3019" y="1334"/>
                      <a:pt x="2566" y="1441"/>
                      <a:pt x="2161" y="1536"/>
                    </a:cubicBezTo>
                    <a:cubicBezTo>
                      <a:pt x="1769" y="1655"/>
                      <a:pt x="1411" y="1762"/>
                      <a:pt x="1114" y="1846"/>
                    </a:cubicBezTo>
                    <a:cubicBezTo>
                      <a:pt x="530" y="2024"/>
                      <a:pt x="173" y="2131"/>
                      <a:pt x="173" y="2131"/>
                    </a:cubicBezTo>
                    <a:cubicBezTo>
                      <a:pt x="1" y="2200"/>
                      <a:pt x="117" y="2669"/>
                      <a:pt x="307" y="2669"/>
                    </a:cubicBezTo>
                    <a:cubicBezTo>
                      <a:pt x="314" y="2669"/>
                      <a:pt x="321" y="2668"/>
                      <a:pt x="328" y="2667"/>
                    </a:cubicBezTo>
                    <a:cubicBezTo>
                      <a:pt x="328" y="2667"/>
                      <a:pt x="685" y="2584"/>
                      <a:pt x="1280" y="2453"/>
                    </a:cubicBezTo>
                    <a:cubicBezTo>
                      <a:pt x="1578" y="2393"/>
                      <a:pt x="1923" y="2310"/>
                      <a:pt x="2328" y="2227"/>
                    </a:cubicBezTo>
                    <a:cubicBezTo>
                      <a:pt x="2733" y="2155"/>
                      <a:pt x="3173" y="2084"/>
                      <a:pt x="3650" y="2000"/>
                    </a:cubicBezTo>
                    <a:cubicBezTo>
                      <a:pt x="3888" y="1953"/>
                      <a:pt x="4126" y="1917"/>
                      <a:pt x="4376" y="1870"/>
                    </a:cubicBezTo>
                    <a:cubicBezTo>
                      <a:pt x="4626" y="1834"/>
                      <a:pt x="4888" y="1798"/>
                      <a:pt x="5150" y="1762"/>
                    </a:cubicBezTo>
                    <a:cubicBezTo>
                      <a:pt x="5674" y="1691"/>
                      <a:pt x="6210" y="1619"/>
                      <a:pt x="6733" y="1548"/>
                    </a:cubicBezTo>
                    <a:cubicBezTo>
                      <a:pt x="7269" y="1489"/>
                      <a:pt x="7805" y="1429"/>
                      <a:pt x="8317" y="1381"/>
                    </a:cubicBezTo>
                    <a:cubicBezTo>
                      <a:pt x="8579" y="1346"/>
                      <a:pt x="8829" y="1322"/>
                      <a:pt x="9079" y="1298"/>
                    </a:cubicBezTo>
                    <a:cubicBezTo>
                      <a:pt x="9329" y="1274"/>
                      <a:pt x="9567" y="1250"/>
                      <a:pt x="9805" y="1239"/>
                    </a:cubicBezTo>
                    <a:cubicBezTo>
                      <a:pt x="10222" y="1191"/>
                      <a:pt x="10663" y="1155"/>
                      <a:pt x="11127" y="1108"/>
                    </a:cubicBezTo>
                    <a:cubicBezTo>
                      <a:pt x="11234" y="1096"/>
                      <a:pt x="11353" y="1084"/>
                      <a:pt x="11460" y="1072"/>
                    </a:cubicBezTo>
                    <a:cubicBezTo>
                      <a:pt x="11579" y="1072"/>
                      <a:pt x="11698" y="1060"/>
                      <a:pt x="11817" y="1060"/>
                    </a:cubicBezTo>
                    <a:cubicBezTo>
                      <a:pt x="12056" y="1036"/>
                      <a:pt x="12282" y="1024"/>
                      <a:pt x="12520" y="1012"/>
                    </a:cubicBezTo>
                    <a:cubicBezTo>
                      <a:pt x="12996" y="977"/>
                      <a:pt x="13460" y="941"/>
                      <a:pt x="13925" y="917"/>
                    </a:cubicBezTo>
                    <a:cubicBezTo>
                      <a:pt x="14389" y="893"/>
                      <a:pt x="14842" y="881"/>
                      <a:pt x="15258" y="869"/>
                    </a:cubicBezTo>
                    <a:cubicBezTo>
                      <a:pt x="15830" y="838"/>
                      <a:pt x="16354" y="838"/>
                      <a:pt x="16802" y="838"/>
                    </a:cubicBezTo>
                    <a:lnTo>
                      <a:pt x="16802" y="838"/>
                    </a:lnTo>
                    <a:cubicBezTo>
                      <a:pt x="17026" y="838"/>
                      <a:pt x="17231" y="838"/>
                      <a:pt x="17413" y="834"/>
                    </a:cubicBezTo>
                    <a:cubicBezTo>
                      <a:pt x="17866" y="834"/>
                      <a:pt x="18189" y="834"/>
                      <a:pt x="18314" y="827"/>
                    </a:cubicBezTo>
                    <a:lnTo>
                      <a:pt x="18314" y="827"/>
                    </a:lnTo>
                    <a:cubicBezTo>
                      <a:pt x="18323" y="833"/>
                      <a:pt x="18333" y="839"/>
                      <a:pt x="18342" y="846"/>
                    </a:cubicBezTo>
                    <a:cubicBezTo>
                      <a:pt x="18378" y="858"/>
                      <a:pt x="18413" y="869"/>
                      <a:pt x="18449" y="881"/>
                    </a:cubicBezTo>
                    <a:cubicBezTo>
                      <a:pt x="18509" y="905"/>
                      <a:pt x="18556" y="917"/>
                      <a:pt x="18616" y="929"/>
                    </a:cubicBezTo>
                    <a:cubicBezTo>
                      <a:pt x="18711" y="953"/>
                      <a:pt x="18794" y="977"/>
                      <a:pt x="18866" y="988"/>
                    </a:cubicBezTo>
                    <a:cubicBezTo>
                      <a:pt x="19009" y="1012"/>
                      <a:pt x="19104" y="1024"/>
                      <a:pt x="19175" y="1036"/>
                    </a:cubicBezTo>
                    <a:cubicBezTo>
                      <a:pt x="19318" y="1060"/>
                      <a:pt x="19330" y="1060"/>
                      <a:pt x="19330" y="1060"/>
                    </a:cubicBezTo>
                    <a:cubicBezTo>
                      <a:pt x="19533" y="1060"/>
                      <a:pt x="19604" y="607"/>
                      <a:pt x="19414" y="524"/>
                    </a:cubicBezTo>
                    <a:cubicBezTo>
                      <a:pt x="19414" y="524"/>
                      <a:pt x="19402" y="524"/>
                      <a:pt x="19271" y="500"/>
                    </a:cubicBezTo>
                    <a:cubicBezTo>
                      <a:pt x="19199" y="488"/>
                      <a:pt x="19104" y="465"/>
                      <a:pt x="18973" y="441"/>
                    </a:cubicBezTo>
                    <a:cubicBezTo>
                      <a:pt x="18914" y="429"/>
                      <a:pt x="18830" y="417"/>
                      <a:pt x="18759" y="393"/>
                    </a:cubicBezTo>
                    <a:cubicBezTo>
                      <a:pt x="18723" y="381"/>
                      <a:pt x="18675" y="369"/>
                      <a:pt x="18640" y="357"/>
                    </a:cubicBezTo>
                    <a:cubicBezTo>
                      <a:pt x="18616" y="346"/>
                      <a:pt x="18604" y="334"/>
                      <a:pt x="18580" y="334"/>
                    </a:cubicBezTo>
                    <a:cubicBezTo>
                      <a:pt x="18568" y="322"/>
                      <a:pt x="18556" y="322"/>
                      <a:pt x="18544" y="310"/>
                    </a:cubicBezTo>
                    <a:lnTo>
                      <a:pt x="18449" y="274"/>
                    </a:lnTo>
                    <a:lnTo>
                      <a:pt x="18402" y="262"/>
                    </a:lnTo>
                    <a:cubicBezTo>
                      <a:pt x="18354" y="250"/>
                      <a:pt x="18009" y="215"/>
                      <a:pt x="17449" y="167"/>
                    </a:cubicBezTo>
                    <a:cubicBezTo>
                      <a:pt x="16889" y="119"/>
                      <a:pt x="16127" y="36"/>
                      <a:pt x="15258" y="36"/>
                    </a:cubicBezTo>
                    <a:cubicBezTo>
                      <a:pt x="14830" y="24"/>
                      <a:pt x="14377" y="12"/>
                      <a:pt x="1390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27"/>
              <p:cNvSpPr/>
              <p:nvPr/>
            </p:nvSpPr>
            <p:spPr>
              <a:xfrm>
                <a:off x="4465836" y="7206782"/>
                <a:ext cx="184066" cy="404227"/>
              </a:xfrm>
              <a:custGeom>
                <a:avLst/>
                <a:gdLst/>
                <a:ahLst/>
                <a:cxnLst/>
                <a:rect l="l" t="t" r="r" b="b"/>
                <a:pathLst>
                  <a:path w="7440" h="16339" extrusionOk="0">
                    <a:moveTo>
                      <a:pt x="7065" y="0"/>
                    </a:moveTo>
                    <a:cubicBezTo>
                      <a:pt x="6996" y="0"/>
                      <a:pt x="6934" y="18"/>
                      <a:pt x="6902" y="61"/>
                    </a:cubicBezTo>
                    <a:cubicBezTo>
                      <a:pt x="6902" y="61"/>
                      <a:pt x="6771" y="370"/>
                      <a:pt x="6569" y="870"/>
                    </a:cubicBezTo>
                    <a:cubicBezTo>
                      <a:pt x="6367" y="1406"/>
                      <a:pt x="6081" y="2097"/>
                      <a:pt x="5759" y="2930"/>
                    </a:cubicBezTo>
                    <a:cubicBezTo>
                      <a:pt x="5140" y="4573"/>
                      <a:pt x="4378" y="6609"/>
                      <a:pt x="3771" y="8205"/>
                    </a:cubicBezTo>
                    <a:cubicBezTo>
                      <a:pt x="3473" y="9002"/>
                      <a:pt x="3128" y="9895"/>
                      <a:pt x="2759" y="10788"/>
                    </a:cubicBezTo>
                    <a:cubicBezTo>
                      <a:pt x="2378" y="11681"/>
                      <a:pt x="1973" y="12562"/>
                      <a:pt x="1580" y="13336"/>
                    </a:cubicBezTo>
                    <a:cubicBezTo>
                      <a:pt x="1378" y="13717"/>
                      <a:pt x="1187" y="14086"/>
                      <a:pt x="1009" y="14408"/>
                    </a:cubicBezTo>
                    <a:cubicBezTo>
                      <a:pt x="830" y="14717"/>
                      <a:pt x="663" y="15003"/>
                      <a:pt x="533" y="15241"/>
                    </a:cubicBezTo>
                    <a:cubicBezTo>
                      <a:pt x="247" y="15706"/>
                      <a:pt x="68" y="15991"/>
                      <a:pt x="68" y="15991"/>
                    </a:cubicBezTo>
                    <a:cubicBezTo>
                      <a:pt x="0" y="16117"/>
                      <a:pt x="265" y="16339"/>
                      <a:pt x="429" y="16339"/>
                    </a:cubicBezTo>
                    <a:cubicBezTo>
                      <a:pt x="466" y="16339"/>
                      <a:pt x="499" y="16327"/>
                      <a:pt x="521" y="16301"/>
                    </a:cubicBezTo>
                    <a:cubicBezTo>
                      <a:pt x="521" y="16301"/>
                      <a:pt x="723" y="16027"/>
                      <a:pt x="1056" y="15587"/>
                    </a:cubicBezTo>
                    <a:cubicBezTo>
                      <a:pt x="1211" y="15360"/>
                      <a:pt x="1402" y="15086"/>
                      <a:pt x="1616" y="14765"/>
                    </a:cubicBezTo>
                    <a:cubicBezTo>
                      <a:pt x="1818" y="14455"/>
                      <a:pt x="2045" y="14098"/>
                      <a:pt x="2283" y="13729"/>
                    </a:cubicBezTo>
                    <a:cubicBezTo>
                      <a:pt x="2735" y="12955"/>
                      <a:pt x="3211" y="12086"/>
                      <a:pt x="3640" y="11193"/>
                    </a:cubicBezTo>
                    <a:cubicBezTo>
                      <a:pt x="4069" y="10288"/>
                      <a:pt x="4462" y="9383"/>
                      <a:pt x="4759" y="8574"/>
                    </a:cubicBezTo>
                    <a:cubicBezTo>
                      <a:pt x="5378" y="6966"/>
                      <a:pt x="6009" y="4871"/>
                      <a:pt x="6521" y="3192"/>
                    </a:cubicBezTo>
                    <a:cubicBezTo>
                      <a:pt x="7033" y="1501"/>
                      <a:pt x="7414" y="227"/>
                      <a:pt x="7414" y="227"/>
                    </a:cubicBezTo>
                    <a:cubicBezTo>
                      <a:pt x="7439" y="102"/>
                      <a:pt x="7229" y="0"/>
                      <a:pt x="706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2" name="Google Shape;332;p27"/>
            <p:cNvGrpSpPr/>
            <p:nvPr/>
          </p:nvGrpSpPr>
          <p:grpSpPr>
            <a:xfrm rot="8905895">
              <a:off x="8402486" y="210113"/>
              <a:ext cx="491590" cy="778812"/>
              <a:chOff x="-1904298" y="1056455"/>
              <a:chExt cx="581725" cy="921611"/>
            </a:xfrm>
          </p:grpSpPr>
          <p:sp>
            <p:nvSpPr>
              <p:cNvPr id="333" name="Google Shape;333;p27"/>
              <p:cNvSpPr/>
              <p:nvPr/>
            </p:nvSpPr>
            <p:spPr>
              <a:xfrm>
                <a:off x="-1904298" y="1056455"/>
                <a:ext cx="581725" cy="887132"/>
              </a:xfrm>
              <a:custGeom>
                <a:avLst/>
                <a:gdLst/>
                <a:ahLst/>
                <a:cxnLst/>
                <a:rect l="l" t="t" r="r" b="b"/>
                <a:pathLst>
                  <a:path w="38196" h="58249" extrusionOk="0">
                    <a:moveTo>
                      <a:pt x="34903" y="0"/>
                    </a:moveTo>
                    <a:cubicBezTo>
                      <a:pt x="34867" y="0"/>
                      <a:pt x="34830" y="5"/>
                      <a:pt x="34790" y="15"/>
                    </a:cubicBezTo>
                    <a:cubicBezTo>
                      <a:pt x="28206" y="1801"/>
                      <a:pt x="22396" y="5385"/>
                      <a:pt x="17002" y="9468"/>
                    </a:cubicBezTo>
                    <a:cubicBezTo>
                      <a:pt x="11918" y="13326"/>
                      <a:pt x="6870" y="17434"/>
                      <a:pt x="3929" y="23232"/>
                    </a:cubicBezTo>
                    <a:cubicBezTo>
                      <a:pt x="1143" y="28733"/>
                      <a:pt x="179" y="34983"/>
                      <a:pt x="83" y="41103"/>
                    </a:cubicBezTo>
                    <a:cubicBezTo>
                      <a:pt x="0" y="46771"/>
                      <a:pt x="310" y="52998"/>
                      <a:pt x="4120" y="57534"/>
                    </a:cubicBezTo>
                    <a:cubicBezTo>
                      <a:pt x="4191" y="57635"/>
                      <a:pt x="4287" y="57668"/>
                      <a:pt x="4373" y="57668"/>
                    </a:cubicBezTo>
                    <a:cubicBezTo>
                      <a:pt x="4388" y="57668"/>
                      <a:pt x="4403" y="57667"/>
                      <a:pt x="4417" y="57665"/>
                    </a:cubicBezTo>
                    <a:lnTo>
                      <a:pt x="4417" y="57665"/>
                    </a:lnTo>
                    <a:cubicBezTo>
                      <a:pt x="4322" y="57903"/>
                      <a:pt x="4429" y="58248"/>
                      <a:pt x="4774" y="58248"/>
                    </a:cubicBezTo>
                    <a:cubicBezTo>
                      <a:pt x="16324" y="58213"/>
                      <a:pt x="26372" y="48259"/>
                      <a:pt x="31444" y="38674"/>
                    </a:cubicBezTo>
                    <a:cubicBezTo>
                      <a:pt x="37648" y="26983"/>
                      <a:pt x="38195" y="13278"/>
                      <a:pt x="35874" y="467"/>
                    </a:cubicBezTo>
                    <a:cubicBezTo>
                      <a:pt x="35836" y="265"/>
                      <a:pt x="35686" y="176"/>
                      <a:pt x="35526" y="176"/>
                    </a:cubicBezTo>
                    <a:cubicBezTo>
                      <a:pt x="35432" y="176"/>
                      <a:pt x="35334" y="207"/>
                      <a:pt x="35254" y="265"/>
                    </a:cubicBezTo>
                    <a:cubicBezTo>
                      <a:pt x="35205" y="116"/>
                      <a:pt x="35081" y="0"/>
                      <a:pt x="349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27"/>
              <p:cNvSpPr/>
              <p:nvPr/>
            </p:nvSpPr>
            <p:spPr>
              <a:xfrm>
                <a:off x="-1862965" y="1216748"/>
                <a:ext cx="442995" cy="761317"/>
              </a:xfrm>
              <a:custGeom>
                <a:avLst/>
                <a:gdLst/>
                <a:ahLst/>
                <a:cxnLst/>
                <a:rect l="l" t="t" r="r" b="b"/>
                <a:pathLst>
                  <a:path w="29087" h="49988" extrusionOk="0">
                    <a:moveTo>
                      <a:pt x="21381" y="0"/>
                    </a:moveTo>
                    <a:cubicBezTo>
                      <a:pt x="21179" y="0"/>
                      <a:pt x="20962" y="128"/>
                      <a:pt x="20932" y="384"/>
                    </a:cubicBezTo>
                    <a:cubicBezTo>
                      <a:pt x="20491" y="4468"/>
                      <a:pt x="20277" y="13386"/>
                      <a:pt x="20325" y="13540"/>
                    </a:cubicBezTo>
                    <a:cubicBezTo>
                      <a:pt x="17836" y="17624"/>
                      <a:pt x="15348" y="21696"/>
                      <a:pt x="12871" y="25780"/>
                    </a:cubicBezTo>
                    <a:cubicBezTo>
                      <a:pt x="12657" y="26137"/>
                      <a:pt x="12443" y="26494"/>
                      <a:pt x="12228" y="26852"/>
                    </a:cubicBezTo>
                    <a:cubicBezTo>
                      <a:pt x="10454" y="22565"/>
                      <a:pt x="9609" y="18065"/>
                      <a:pt x="9728" y="13433"/>
                    </a:cubicBezTo>
                    <a:cubicBezTo>
                      <a:pt x="9740" y="13171"/>
                      <a:pt x="9544" y="13040"/>
                      <a:pt x="9343" y="13040"/>
                    </a:cubicBezTo>
                    <a:cubicBezTo>
                      <a:pt x="9142" y="13040"/>
                      <a:pt x="8936" y="13171"/>
                      <a:pt x="8930" y="13433"/>
                    </a:cubicBezTo>
                    <a:cubicBezTo>
                      <a:pt x="8799" y="18196"/>
                      <a:pt x="9669" y="22839"/>
                      <a:pt x="11526" y="27245"/>
                    </a:cubicBezTo>
                    <a:cubicBezTo>
                      <a:pt x="11585" y="27387"/>
                      <a:pt x="11716" y="27471"/>
                      <a:pt x="11847" y="27495"/>
                    </a:cubicBezTo>
                    <a:cubicBezTo>
                      <a:pt x="8859" y="32483"/>
                      <a:pt x="6001" y="37567"/>
                      <a:pt x="3692" y="42889"/>
                    </a:cubicBezTo>
                    <a:cubicBezTo>
                      <a:pt x="1668" y="38996"/>
                      <a:pt x="834" y="34745"/>
                      <a:pt x="1227" y="30364"/>
                    </a:cubicBezTo>
                    <a:cubicBezTo>
                      <a:pt x="1251" y="30108"/>
                      <a:pt x="1063" y="29980"/>
                      <a:pt x="864" y="29980"/>
                    </a:cubicBezTo>
                    <a:cubicBezTo>
                      <a:pt x="664" y="29980"/>
                      <a:pt x="453" y="30108"/>
                      <a:pt x="429" y="30364"/>
                    </a:cubicBezTo>
                    <a:cubicBezTo>
                      <a:pt x="1" y="35019"/>
                      <a:pt x="953" y="39556"/>
                      <a:pt x="3180" y="43675"/>
                    </a:cubicBezTo>
                    <a:cubicBezTo>
                      <a:pt x="3215" y="43723"/>
                      <a:pt x="3251" y="43770"/>
                      <a:pt x="3299" y="43806"/>
                    </a:cubicBezTo>
                    <a:cubicBezTo>
                      <a:pt x="2513" y="45663"/>
                      <a:pt x="1799" y="47557"/>
                      <a:pt x="1167" y="49497"/>
                    </a:cubicBezTo>
                    <a:cubicBezTo>
                      <a:pt x="1074" y="49793"/>
                      <a:pt x="1320" y="49988"/>
                      <a:pt x="1563" y="49988"/>
                    </a:cubicBezTo>
                    <a:cubicBezTo>
                      <a:pt x="1722" y="49988"/>
                      <a:pt x="1880" y="49904"/>
                      <a:pt x="1941" y="49712"/>
                    </a:cubicBezTo>
                    <a:cubicBezTo>
                      <a:pt x="3323" y="45449"/>
                      <a:pt x="5132" y="41389"/>
                      <a:pt x="7168" y="37436"/>
                    </a:cubicBezTo>
                    <a:cubicBezTo>
                      <a:pt x="7216" y="37532"/>
                      <a:pt x="7287" y="37603"/>
                      <a:pt x="7430" y="37627"/>
                    </a:cubicBezTo>
                    <a:cubicBezTo>
                      <a:pt x="8398" y="37795"/>
                      <a:pt x="9366" y="37879"/>
                      <a:pt x="10324" y="37879"/>
                    </a:cubicBezTo>
                    <a:cubicBezTo>
                      <a:pt x="13834" y="37879"/>
                      <a:pt x="17225" y="36758"/>
                      <a:pt x="20087" y="34579"/>
                    </a:cubicBezTo>
                    <a:cubicBezTo>
                      <a:pt x="20431" y="34323"/>
                      <a:pt x="20214" y="33799"/>
                      <a:pt x="19894" y="33799"/>
                    </a:cubicBezTo>
                    <a:cubicBezTo>
                      <a:pt x="19826" y="33799"/>
                      <a:pt x="19754" y="33822"/>
                      <a:pt x="19682" y="33876"/>
                    </a:cubicBezTo>
                    <a:cubicBezTo>
                      <a:pt x="16937" y="35970"/>
                      <a:pt x="13691" y="37085"/>
                      <a:pt x="10318" y="37085"/>
                    </a:cubicBezTo>
                    <a:cubicBezTo>
                      <a:pt x="9433" y="37085"/>
                      <a:pt x="8540" y="37009"/>
                      <a:pt x="7644" y="36853"/>
                    </a:cubicBezTo>
                    <a:cubicBezTo>
                      <a:pt x="7615" y="36847"/>
                      <a:pt x="7585" y="36844"/>
                      <a:pt x="7557" y="36844"/>
                    </a:cubicBezTo>
                    <a:cubicBezTo>
                      <a:pt x="7528" y="36844"/>
                      <a:pt x="7502" y="36847"/>
                      <a:pt x="7478" y="36853"/>
                    </a:cubicBezTo>
                    <a:cubicBezTo>
                      <a:pt x="9478" y="33019"/>
                      <a:pt x="11693" y="29281"/>
                      <a:pt x="13943" y="25578"/>
                    </a:cubicBezTo>
                    <a:cubicBezTo>
                      <a:pt x="14872" y="24042"/>
                      <a:pt x="15812" y="22518"/>
                      <a:pt x="16741" y="20982"/>
                    </a:cubicBezTo>
                    <a:cubicBezTo>
                      <a:pt x="16788" y="21006"/>
                      <a:pt x="16848" y="21018"/>
                      <a:pt x="16919" y="21018"/>
                    </a:cubicBezTo>
                    <a:cubicBezTo>
                      <a:pt x="20956" y="20768"/>
                      <a:pt x="24861" y="19946"/>
                      <a:pt x="28659" y="18553"/>
                    </a:cubicBezTo>
                    <a:cubicBezTo>
                      <a:pt x="29087" y="18393"/>
                      <a:pt x="28967" y="17753"/>
                      <a:pt x="28585" y="17753"/>
                    </a:cubicBezTo>
                    <a:cubicBezTo>
                      <a:pt x="28542" y="17753"/>
                      <a:pt x="28495" y="17761"/>
                      <a:pt x="28445" y="17779"/>
                    </a:cubicBezTo>
                    <a:cubicBezTo>
                      <a:pt x="24813" y="19113"/>
                      <a:pt x="21087" y="19910"/>
                      <a:pt x="17229" y="20184"/>
                    </a:cubicBezTo>
                    <a:cubicBezTo>
                      <a:pt x="21075" y="13874"/>
                      <a:pt x="24944" y="7564"/>
                      <a:pt x="28790" y="1265"/>
                    </a:cubicBezTo>
                    <a:cubicBezTo>
                      <a:pt x="28979" y="953"/>
                      <a:pt x="28702" y="663"/>
                      <a:pt x="28427" y="663"/>
                    </a:cubicBezTo>
                    <a:cubicBezTo>
                      <a:pt x="28303" y="663"/>
                      <a:pt x="28180" y="721"/>
                      <a:pt x="28099" y="860"/>
                    </a:cubicBezTo>
                    <a:cubicBezTo>
                      <a:pt x="25790" y="4635"/>
                      <a:pt x="23468" y="8409"/>
                      <a:pt x="21158" y="12183"/>
                    </a:cubicBezTo>
                    <a:cubicBezTo>
                      <a:pt x="21134" y="8242"/>
                      <a:pt x="21313" y="4313"/>
                      <a:pt x="21741" y="384"/>
                    </a:cubicBezTo>
                    <a:cubicBezTo>
                      <a:pt x="21771" y="128"/>
                      <a:pt x="21584" y="0"/>
                      <a:pt x="2138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5" name="Google Shape;335;p27"/>
            <p:cNvSpPr/>
            <p:nvPr/>
          </p:nvSpPr>
          <p:spPr>
            <a:xfrm rot="10800000" flipH="1">
              <a:off x="7676500" y="-6"/>
              <a:ext cx="1430684" cy="365231"/>
            </a:xfrm>
            <a:custGeom>
              <a:avLst/>
              <a:gdLst/>
              <a:ahLst/>
              <a:cxnLst/>
              <a:rect l="l" t="t" r="r" b="b"/>
              <a:pathLst>
                <a:path w="43054" h="10991" extrusionOk="0">
                  <a:moveTo>
                    <a:pt x="21920" y="1"/>
                  </a:moveTo>
                  <a:cubicBezTo>
                    <a:pt x="19110" y="1"/>
                    <a:pt x="16717" y="2084"/>
                    <a:pt x="15753" y="5025"/>
                  </a:cubicBezTo>
                  <a:cubicBezTo>
                    <a:pt x="14574" y="3882"/>
                    <a:pt x="12967" y="3168"/>
                    <a:pt x="11181" y="3168"/>
                  </a:cubicBezTo>
                  <a:cubicBezTo>
                    <a:pt x="7954" y="3168"/>
                    <a:pt x="5275" y="5502"/>
                    <a:pt x="4739" y="8573"/>
                  </a:cubicBezTo>
                  <a:cubicBezTo>
                    <a:pt x="4299" y="8359"/>
                    <a:pt x="3811" y="8228"/>
                    <a:pt x="3287" y="8228"/>
                  </a:cubicBezTo>
                  <a:cubicBezTo>
                    <a:pt x="1644" y="8228"/>
                    <a:pt x="275" y="9419"/>
                    <a:pt x="1" y="10990"/>
                  </a:cubicBezTo>
                  <a:lnTo>
                    <a:pt x="43054" y="10990"/>
                  </a:lnTo>
                  <a:cubicBezTo>
                    <a:pt x="43054" y="10990"/>
                    <a:pt x="43054" y="10990"/>
                    <a:pt x="43054" y="10978"/>
                  </a:cubicBezTo>
                  <a:cubicBezTo>
                    <a:pt x="43054" y="8407"/>
                    <a:pt x="40970" y="6323"/>
                    <a:pt x="38398" y="6323"/>
                  </a:cubicBezTo>
                  <a:cubicBezTo>
                    <a:pt x="37744" y="6323"/>
                    <a:pt x="37124" y="6454"/>
                    <a:pt x="36565" y="6704"/>
                  </a:cubicBezTo>
                  <a:cubicBezTo>
                    <a:pt x="35815" y="4025"/>
                    <a:pt x="33374" y="2061"/>
                    <a:pt x="30469" y="2061"/>
                  </a:cubicBezTo>
                  <a:cubicBezTo>
                    <a:pt x="29231" y="2061"/>
                    <a:pt x="28088" y="2418"/>
                    <a:pt x="27123" y="3025"/>
                  </a:cubicBezTo>
                  <a:cubicBezTo>
                    <a:pt x="25909" y="1191"/>
                    <a:pt x="24028" y="1"/>
                    <a:pt x="219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6" name="Google Shape;336;p27"/>
          <p:cNvGrpSpPr/>
          <p:nvPr/>
        </p:nvGrpSpPr>
        <p:grpSpPr>
          <a:xfrm flipH="1">
            <a:off x="5195593" y="4090039"/>
            <a:ext cx="3948417" cy="1053464"/>
            <a:chOff x="271750" y="3380525"/>
            <a:chExt cx="3056050" cy="815375"/>
          </a:xfrm>
        </p:grpSpPr>
        <p:sp>
          <p:nvSpPr>
            <p:cNvPr id="337" name="Google Shape;337;p27"/>
            <p:cNvSpPr/>
            <p:nvPr/>
          </p:nvSpPr>
          <p:spPr>
            <a:xfrm>
              <a:off x="271750" y="3380525"/>
              <a:ext cx="1876450" cy="815375"/>
            </a:xfrm>
            <a:custGeom>
              <a:avLst/>
              <a:gdLst/>
              <a:ahLst/>
              <a:cxnLst/>
              <a:rect l="l" t="t" r="r" b="b"/>
              <a:pathLst>
                <a:path w="75058" h="32615" extrusionOk="0">
                  <a:moveTo>
                    <a:pt x="26971" y="1"/>
                  </a:moveTo>
                  <a:cubicBezTo>
                    <a:pt x="16792" y="1"/>
                    <a:pt x="7040" y="5763"/>
                    <a:pt x="2429" y="15589"/>
                  </a:cubicBezTo>
                  <a:cubicBezTo>
                    <a:pt x="2382" y="15684"/>
                    <a:pt x="2358" y="15779"/>
                    <a:pt x="2310" y="15875"/>
                  </a:cubicBezTo>
                  <a:cubicBezTo>
                    <a:pt x="1453" y="16946"/>
                    <a:pt x="679" y="18065"/>
                    <a:pt x="0" y="19244"/>
                  </a:cubicBezTo>
                  <a:lnTo>
                    <a:pt x="0" y="32615"/>
                  </a:lnTo>
                  <a:lnTo>
                    <a:pt x="75057" y="32615"/>
                  </a:lnTo>
                  <a:cubicBezTo>
                    <a:pt x="73819" y="28007"/>
                    <a:pt x="70640" y="23959"/>
                    <a:pt x="65985" y="21768"/>
                  </a:cubicBezTo>
                  <a:cubicBezTo>
                    <a:pt x="63680" y="20692"/>
                    <a:pt x="61256" y="20183"/>
                    <a:pt x="58871" y="20183"/>
                  </a:cubicBezTo>
                  <a:cubicBezTo>
                    <a:pt x="56981" y="20183"/>
                    <a:pt x="55116" y="20503"/>
                    <a:pt x="53352" y="21113"/>
                  </a:cubicBezTo>
                  <a:cubicBezTo>
                    <a:pt x="51566" y="13255"/>
                    <a:pt x="46328" y="6266"/>
                    <a:pt x="38470" y="2575"/>
                  </a:cubicBezTo>
                  <a:cubicBezTo>
                    <a:pt x="34746" y="828"/>
                    <a:pt x="30828" y="1"/>
                    <a:pt x="269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7"/>
            <p:cNvSpPr/>
            <p:nvPr/>
          </p:nvSpPr>
          <p:spPr>
            <a:xfrm>
              <a:off x="1828200" y="3808500"/>
              <a:ext cx="1499600" cy="387400"/>
            </a:xfrm>
            <a:custGeom>
              <a:avLst/>
              <a:gdLst/>
              <a:ahLst/>
              <a:cxnLst/>
              <a:rect l="l" t="t" r="r" b="b"/>
              <a:pathLst>
                <a:path w="59984" h="15496" extrusionOk="0">
                  <a:moveTo>
                    <a:pt x="8620" y="0"/>
                  </a:moveTo>
                  <a:cubicBezTo>
                    <a:pt x="6622" y="0"/>
                    <a:pt x="4637" y="834"/>
                    <a:pt x="3227" y="2459"/>
                  </a:cubicBezTo>
                  <a:cubicBezTo>
                    <a:pt x="988" y="5042"/>
                    <a:pt x="941" y="8769"/>
                    <a:pt x="2893" y="11400"/>
                  </a:cubicBezTo>
                  <a:cubicBezTo>
                    <a:pt x="2608" y="11662"/>
                    <a:pt x="2334" y="11948"/>
                    <a:pt x="2072" y="12245"/>
                  </a:cubicBezTo>
                  <a:cubicBezTo>
                    <a:pt x="1203" y="13246"/>
                    <a:pt x="512" y="14341"/>
                    <a:pt x="0" y="15496"/>
                  </a:cubicBezTo>
                  <a:lnTo>
                    <a:pt x="59984" y="15496"/>
                  </a:lnTo>
                  <a:cubicBezTo>
                    <a:pt x="58853" y="11960"/>
                    <a:pt x="56781" y="8685"/>
                    <a:pt x="53769" y="6066"/>
                  </a:cubicBezTo>
                  <a:cubicBezTo>
                    <a:pt x="49777" y="2603"/>
                    <a:pt x="44856" y="905"/>
                    <a:pt x="39958" y="905"/>
                  </a:cubicBezTo>
                  <a:cubicBezTo>
                    <a:pt x="34060" y="905"/>
                    <a:pt x="28196" y="3367"/>
                    <a:pt x="24027" y="8174"/>
                  </a:cubicBezTo>
                  <a:cubicBezTo>
                    <a:pt x="23967" y="8233"/>
                    <a:pt x="23932" y="8304"/>
                    <a:pt x="23872" y="8364"/>
                  </a:cubicBezTo>
                  <a:cubicBezTo>
                    <a:pt x="22789" y="9138"/>
                    <a:pt x="21777" y="9995"/>
                    <a:pt x="20860" y="10960"/>
                  </a:cubicBezTo>
                  <a:cubicBezTo>
                    <a:pt x="20848" y="10948"/>
                    <a:pt x="20836" y="10936"/>
                    <a:pt x="20824" y="10924"/>
                  </a:cubicBezTo>
                  <a:cubicBezTo>
                    <a:pt x="19288" y="9578"/>
                    <a:pt x="17526" y="8674"/>
                    <a:pt x="15681" y="8162"/>
                  </a:cubicBezTo>
                  <a:cubicBezTo>
                    <a:pt x="16014" y="5840"/>
                    <a:pt x="15216" y="3399"/>
                    <a:pt x="13311" y="1756"/>
                  </a:cubicBezTo>
                  <a:cubicBezTo>
                    <a:pt x="11954" y="577"/>
                    <a:pt x="10283" y="0"/>
                    <a:pt x="8620" y="0"/>
                  </a:cubicBezTo>
                  <a:close/>
                </a:path>
              </a:pathLst>
            </a:custGeom>
            <a:solidFill>
              <a:schemeClr val="lt1">
                <a:alpha val="446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1">
  <p:cSld name="CUSTOM_7">
    <p:bg>
      <p:bgPr>
        <a:solidFill>
          <a:schemeClr val="dk2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9"/>
          <p:cNvSpPr txBox="1">
            <a:spLocks noGrp="1"/>
          </p:cNvSpPr>
          <p:nvPr>
            <p:ph type="title"/>
          </p:nvPr>
        </p:nvSpPr>
        <p:spPr>
          <a:xfrm>
            <a:off x="717525" y="55299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362" name="Google Shape;362;p29"/>
          <p:cNvGrpSpPr/>
          <p:nvPr/>
        </p:nvGrpSpPr>
        <p:grpSpPr>
          <a:xfrm>
            <a:off x="5496559" y="4259725"/>
            <a:ext cx="3647441" cy="883785"/>
            <a:chOff x="5496559" y="4280025"/>
            <a:chExt cx="3647441" cy="883785"/>
          </a:xfrm>
        </p:grpSpPr>
        <p:sp>
          <p:nvSpPr>
            <p:cNvPr id="363" name="Google Shape;363;p29"/>
            <p:cNvSpPr/>
            <p:nvPr/>
          </p:nvSpPr>
          <p:spPr>
            <a:xfrm flipH="1">
              <a:off x="7110116" y="4280025"/>
              <a:ext cx="2033884" cy="883785"/>
            </a:xfrm>
            <a:custGeom>
              <a:avLst/>
              <a:gdLst/>
              <a:ahLst/>
              <a:cxnLst/>
              <a:rect l="l" t="t" r="r" b="b"/>
              <a:pathLst>
                <a:path w="75058" h="32615" extrusionOk="0">
                  <a:moveTo>
                    <a:pt x="26971" y="1"/>
                  </a:moveTo>
                  <a:cubicBezTo>
                    <a:pt x="16792" y="1"/>
                    <a:pt x="7040" y="5763"/>
                    <a:pt x="2429" y="15589"/>
                  </a:cubicBezTo>
                  <a:cubicBezTo>
                    <a:pt x="2382" y="15684"/>
                    <a:pt x="2358" y="15779"/>
                    <a:pt x="2310" y="15875"/>
                  </a:cubicBezTo>
                  <a:cubicBezTo>
                    <a:pt x="1453" y="16946"/>
                    <a:pt x="679" y="18065"/>
                    <a:pt x="0" y="19244"/>
                  </a:cubicBezTo>
                  <a:lnTo>
                    <a:pt x="0" y="32615"/>
                  </a:lnTo>
                  <a:lnTo>
                    <a:pt x="75057" y="32615"/>
                  </a:lnTo>
                  <a:cubicBezTo>
                    <a:pt x="73819" y="28007"/>
                    <a:pt x="70640" y="23959"/>
                    <a:pt x="65985" y="21768"/>
                  </a:cubicBezTo>
                  <a:cubicBezTo>
                    <a:pt x="63680" y="20692"/>
                    <a:pt x="61256" y="20183"/>
                    <a:pt x="58871" y="20183"/>
                  </a:cubicBezTo>
                  <a:cubicBezTo>
                    <a:pt x="56981" y="20183"/>
                    <a:pt x="55116" y="20503"/>
                    <a:pt x="53352" y="21113"/>
                  </a:cubicBezTo>
                  <a:cubicBezTo>
                    <a:pt x="51566" y="13255"/>
                    <a:pt x="46328" y="6266"/>
                    <a:pt x="38470" y="2575"/>
                  </a:cubicBezTo>
                  <a:cubicBezTo>
                    <a:pt x="34746" y="828"/>
                    <a:pt x="30828" y="1"/>
                    <a:pt x="26971" y="1"/>
                  </a:cubicBezTo>
                  <a:close/>
                </a:path>
              </a:pathLst>
            </a:custGeom>
            <a:solidFill>
              <a:schemeClr val="lt1">
                <a:alpha val="446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9"/>
            <p:cNvSpPr/>
            <p:nvPr/>
          </p:nvSpPr>
          <p:spPr>
            <a:xfrm>
              <a:off x="5496559" y="4663290"/>
              <a:ext cx="1937483" cy="500521"/>
            </a:xfrm>
            <a:custGeom>
              <a:avLst/>
              <a:gdLst/>
              <a:ahLst/>
              <a:cxnLst/>
              <a:rect l="l" t="t" r="r" b="b"/>
              <a:pathLst>
                <a:path w="59984" h="15496" extrusionOk="0">
                  <a:moveTo>
                    <a:pt x="8620" y="0"/>
                  </a:moveTo>
                  <a:cubicBezTo>
                    <a:pt x="6622" y="0"/>
                    <a:pt x="4637" y="834"/>
                    <a:pt x="3227" y="2459"/>
                  </a:cubicBezTo>
                  <a:cubicBezTo>
                    <a:pt x="988" y="5042"/>
                    <a:pt x="941" y="8769"/>
                    <a:pt x="2893" y="11400"/>
                  </a:cubicBezTo>
                  <a:cubicBezTo>
                    <a:pt x="2608" y="11662"/>
                    <a:pt x="2334" y="11948"/>
                    <a:pt x="2072" y="12245"/>
                  </a:cubicBezTo>
                  <a:cubicBezTo>
                    <a:pt x="1203" y="13246"/>
                    <a:pt x="512" y="14341"/>
                    <a:pt x="0" y="15496"/>
                  </a:cubicBezTo>
                  <a:lnTo>
                    <a:pt x="59984" y="15496"/>
                  </a:lnTo>
                  <a:cubicBezTo>
                    <a:pt x="58853" y="11960"/>
                    <a:pt x="56781" y="8685"/>
                    <a:pt x="53769" y="6066"/>
                  </a:cubicBezTo>
                  <a:cubicBezTo>
                    <a:pt x="49777" y="2603"/>
                    <a:pt x="44856" y="905"/>
                    <a:pt x="39958" y="905"/>
                  </a:cubicBezTo>
                  <a:cubicBezTo>
                    <a:pt x="34060" y="905"/>
                    <a:pt x="28196" y="3367"/>
                    <a:pt x="24027" y="8174"/>
                  </a:cubicBezTo>
                  <a:cubicBezTo>
                    <a:pt x="23967" y="8233"/>
                    <a:pt x="23932" y="8304"/>
                    <a:pt x="23872" y="8364"/>
                  </a:cubicBezTo>
                  <a:cubicBezTo>
                    <a:pt x="22789" y="9138"/>
                    <a:pt x="21777" y="9995"/>
                    <a:pt x="20860" y="10960"/>
                  </a:cubicBezTo>
                  <a:cubicBezTo>
                    <a:pt x="20848" y="10948"/>
                    <a:pt x="20836" y="10936"/>
                    <a:pt x="20824" y="10924"/>
                  </a:cubicBezTo>
                  <a:cubicBezTo>
                    <a:pt x="19288" y="9578"/>
                    <a:pt x="17526" y="8674"/>
                    <a:pt x="15681" y="8162"/>
                  </a:cubicBezTo>
                  <a:cubicBezTo>
                    <a:pt x="16014" y="5840"/>
                    <a:pt x="15216" y="3399"/>
                    <a:pt x="13311" y="1756"/>
                  </a:cubicBezTo>
                  <a:cubicBezTo>
                    <a:pt x="11954" y="577"/>
                    <a:pt x="10283" y="0"/>
                    <a:pt x="8620" y="0"/>
                  </a:cubicBezTo>
                  <a:close/>
                </a:path>
              </a:pathLst>
            </a:custGeom>
            <a:solidFill>
              <a:schemeClr val="lt1">
                <a:alpha val="446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3">
  <p:cSld name="CUSTOM_15_1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6"/>
          <p:cNvSpPr txBox="1">
            <a:spLocks noGrp="1"/>
          </p:cNvSpPr>
          <p:nvPr>
            <p:ph type="title"/>
          </p:nvPr>
        </p:nvSpPr>
        <p:spPr>
          <a:xfrm>
            <a:off x="717525" y="552990"/>
            <a:ext cx="7708800" cy="4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493" name="Google Shape;493;p36"/>
          <p:cNvGrpSpPr/>
          <p:nvPr/>
        </p:nvGrpSpPr>
        <p:grpSpPr>
          <a:xfrm rot="-3108865">
            <a:off x="377868" y="4286613"/>
            <a:ext cx="448943" cy="711247"/>
            <a:chOff x="-1904298" y="1056455"/>
            <a:chExt cx="581725" cy="921611"/>
          </a:xfrm>
        </p:grpSpPr>
        <p:sp>
          <p:nvSpPr>
            <p:cNvPr id="494" name="Google Shape;494;p36"/>
            <p:cNvSpPr/>
            <p:nvPr/>
          </p:nvSpPr>
          <p:spPr>
            <a:xfrm>
              <a:off x="-1904298" y="1056455"/>
              <a:ext cx="581725" cy="887132"/>
            </a:xfrm>
            <a:custGeom>
              <a:avLst/>
              <a:gdLst/>
              <a:ahLst/>
              <a:cxnLst/>
              <a:rect l="l" t="t" r="r" b="b"/>
              <a:pathLst>
                <a:path w="38196" h="58249" extrusionOk="0">
                  <a:moveTo>
                    <a:pt x="34903" y="0"/>
                  </a:moveTo>
                  <a:cubicBezTo>
                    <a:pt x="34867" y="0"/>
                    <a:pt x="34830" y="5"/>
                    <a:pt x="34790" y="15"/>
                  </a:cubicBezTo>
                  <a:cubicBezTo>
                    <a:pt x="28206" y="1801"/>
                    <a:pt x="22396" y="5385"/>
                    <a:pt x="17002" y="9468"/>
                  </a:cubicBezTo>
                  <a:cubicBezTo>
                    <a:pt x="11918" y="13326"/>
                    <a:pt x="6870" y="17434"/>
                    <a:pt x="3929" y="23232"/>
                  </a:cubicBezTo>
                  <a:cubicBezTo>
                    <a:pt x="1143" y="28733"/>
                    <a:pt x="179" y="34983"/>
                    <a:pt x="83" y="41103"/>
                  </a:cubicBezTo>
                  <a:cubicBezTo>
                    <a:pt x="0" y="46771"/>
                    <a:pt x="310" y="52998"/>
                    <a:pt x="4120" y="57534"/>
                  </a:cubicBezTo>
                  <a:cubicBezTo>
                    <a:pt x="4191" y="57635"/>
                    <a:pt x="4287" y="57668"/>
                    <a:pt x="4373" y="57668"/>
                  </a:cubicBezTo>
                  <a:cubicBezTo>
                    <a:pt x="4388" y="57668"/>
                    <a:pt x="4403" y="57667"/>
                    <a:pt x="4417" y="57665"/>
                  </a:cubicBezTo>
                  <a:lnTo>
                    <a:pt x="4417" y="57665"/>
                  </a:lnTo>
                  <a:cubicBezTo>
                    <a:pt x="4322" y="57903"/>
                    <a:pt x="4429" y="58248"/>
                    <a:pt x="4774" y="58248"/>
                  </a:cubicBezTo>
                  <a:cubicBezTo>
                    <a:pt x="16324" y="58213"/>
                    <a:pt x="26372" y="48259"/>
                    <a:pt x="31444" y="38674"/>
                  </a:cubicBezTo>
                  <a:cubicBezTo>
                    <a:pt x="37648" y="26983"/>
                    <a:pt x="38195" y="13278"/>
                    <a:pt x="35874" y="467"/>
                  </a:cubicBezTo>
                  <a:cubicBezTo>
                    <a:pt x="35836" y="265"/>
                    <a:pt x="35686" y="176"/>
                    <a:pt x="35526" y="176"/>
                  </a:cubicBezTo>
                  <a:cubicBezTo>
                    <a:pt x="35432" y="176"/>
                    <a:pt x="35334" y="207"/>
                    <a:pt x="35254" y="265"/>
                  </a:cubicBezTo>
                  <a:cubicBezTo>
                    <a:pt x="35205" y="116"/>
                    <a:pt x="35081" y="0"/>
                    <a:pt x="349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6"/>
            <p:cNvSpPr/>
            <p:nvPr/>
          </p:nvSpPr>
          <p:spPr>
            <a:xfrm>
              <a:off x="-1862965" y="1216748"/>
              <a:ext cx="442995" cy="761317"/>
            </a:xfrm>
            <a:custGeom>
              <a:avLst/>
              <a:gdLst/>
              <a:ahLst/>
              <a:cxnLst/>
              <a:rect l="l" t="t" r="r" b="b"/>
              <a:pathLst>
                <a:path w="29087" h="49988" extrusionOk="0">
                  <a:moveTo>
                    <a:pt x="21381" y="0"/>
                  </a:moveTo>
                  <a:cubicBezTo>
                    <a:pt x="21179" y="0"/>
                    <a:pt x="20962" y="128"/>
                    <a:pt x="20932" y="384"/>
                  </a:cubicBezTo>
                  <a:cubicBezTo>
                    <a:pt x="20491" y="4468"/>
                    <a:pt x="20277" y="13386"/>
                    <a:pt x="20325" y="13540"/>
                  </a:cubicBezTo>
                  <a:cubicBezTo>
                    <a:pt x="17836" y="17624"/>
                    <a:pt x="15348" y="21696"/>
                    <a:pt x="12871" y="25780"/>
                  </a:cubicBezTo>
                  <a:cubicBezTo>
                    <a:pt x="12657" y="26137"/>
                    <a:pt x="12443" y="26494"/>
                    <a:pt x="12228" y="26852"/>
                  </a:cubicBezTo>
                  <a:cubicBezTo>
                    <a:pt x="10454" y="22565"/>
                    <a:pt x="9609" y="18065"/>
                    <a:pt x="9728" y="13433"/>
                  </a:cubicBezTo>
                  <a:cubicBezTo>
                    <a:pt x="9740" y="13171"/>
                    <a:pt x="9544" y="13040"/>
                    <a:pt x="9343" y="13040"/>
                  </a:cubicBezTo>
                  <a:cubicBezTo>
                    <a:pt x="9142" y="13040"/>
                    <a:pt x="8936" y="13171"/>
                    <a:pt x="8930" y="13433"/>
                  </a:cubicBezTo>
                  <a:cubicBezTo>
                    <a:pt x="8799" y="18196"/>
                    <a:pt x="9669" y="22839"/>
                    <a:pt x="11526" y="27245"/>
                  </a:cubicBezTo>
                  <a:cubicBezTo>
                    <a:pt x="11585" y="27387"/>
                    <a:pt x="11716" y="27471"/>
                    <a:pt x="11847" y="27495"/>
                  </a:cubicBezTo>
                  <a:cubicBezTo>
                    <a:pt x="8859" y="32483"/>
                    <a:pt x="6001" y="37567"/>
                    <a:pt x="3692" y="42889"/>
                  </a:cubicBezTo>
                  <a:cubicBezTo>
                    <a:pt x="1668" y="38996"/>
                    <a:pt x="834" y="34745"/>
                    <a:pt x="1227" y="30364"/>
                  </a:cubicBezTo>
                  <a:cubicBezTo>
                    <a:pt x="1251" y="30108"/>
                    <a:pt x="1063" y="29980"/>
                    <a:pt x="864" y="29980"/>
                  </a:cubicBezTo>
                  <a:cubicBezTo>
                    <a:pt x="664" y="29980"/>
                    <a:pt x="453" y="30108"/>
                    <a:pt x="429" y="30364"/>
                  </a:cubicBezTo>
                  <a:cubicBezTo>
                    <a:pt x="1" y="35019"/>
                    <a:pt x="953" y="39556"/>
                    <a:pt x="3180" y="43675"/>
                  </a:cubicBezTo>
                  <a:cubicBezTo>
                    <a:pt x="3215" y="43723"/>
                    <a:pt x="3251" y="43770"/>
                    <a:pt x="3299" y="43806"/>
                  </a:cubicBezTo>
                  <a:cubicBezTo>
                    <a:pt x="2513" y="45663"/>
                    <a:pt x="1799" y="47557"/>
                    <a:pt x="1167" y="49497"/>
                  </a:cubicBezTo>
                  <a:cubicBezTo>
                    <a:pt x="1074" y="49793"/>
                    <a:pt x="1320" y="49988"/>
                    <a:pt x="1563" y="49988"/>
                  </a:cubicBezTo>
                  <a:cubicBezTo>
                    <a:pt x="1722" y="49988"/>
                    <a:pt x="1880" y="49904"/>
                    <a:pt x="1941" y="49712"/>
                  </a:cubicBezTo>
                  <a:cubicBezTo>
                    <a:pt x="3323" y="45449"/>
                    <a:pt x="5132" y="41389"/>
                    <a:pt x="7168" y="37436"/>
                  </a:cubicBezTo>
                  <a:cubicBezTo>
                    <a:pt x="7216" y="37532"/>
                    <a:pt x="7287" y="37603"/>
                    <a:pt x="7430" y="37627"/>
                  </a:cubicBezTo>
                  <a:cubicBezTo>
                    <a:pt x="8398" y="37795"/>
                    <a:pt x="9366" y="37879"/>
                    <a:pt x="10324" y="37879"/>
                  </a:cubicBezTo>
                  <a:cubicBezTo>
                    <a:pt x="13834" y="37879"/>
                    <a:pt x="17225" y="36758"/>
                    <a:pt x="20087" y="34579"/>
                  </a:cubicBezTo>
                  <a:cubicBezTo>
                    <a:pt x="20431" y="34323"/>
                    <a:pt x="20214" y="33799"/>
                    <a:pt x="19894" y="33799"/>
                  </a:cubicBezTo>
                  <a:cubicBezTo>
                    <a:pt x="19826" y="33799"/>
                    <a:pt x="19754" y="33822"/>
                    <a:pt x="19682" y="33876"/>
                  </a:cubicBezTo>
                  <a:cubicBezTo>
                    <a:pt x="16937" y="35970"/>
                    <a:pt x="13691" y="37085"/>
                    <a:pt x="10318" y="37085"/>
                  </a:cubicBezTo>
                  <a:cubicBezTo>
                    <a:pt x="9433" y="37085"/>
                    <a:pt x="8540" y="37009"/>
                    <a:pt x="7644" y="36853"/>
                  </a:cubicBezTo>
                  <a:cubicBezTo>
                    <a:pt x="7615" y="36847"/>
                    <a:pt x="7585" y="36844"/>
                    <a:pt x="7557" y="36844"/>
                  </a:cubicBezTo>
                  <a:cubicBezTo>
                    <a:pt x="7528" y="36844"/>
                    <a:pt x="7502" y="36847"/>
                    <a:pt x="7478" y="36853"/>
                  </a:cubicBezTo>
                  <a:cubicBezTo>
                    <a:pt x="9478" y="33019"/>
                    <a:pt x="11693" y="29281"/>
                    <a:pt x="13943" y="25578"/>
                  </a:cubicBezTo>
                  <a:cubicBezTo>
                    <a:pt x="14872" y="24042"/>
                    <a:pt x="15812" y="22518"/>
                    <a:pt x="16741" y="20982"/>
                  </a:cubicBezTo>
                  <a:cubicBezTo>
                    <a:pt x="16788" y="21006"/>
                    <a:pt x="16848" y="21018"/>
                    <a:pt x="16919" y="21018"/>
                  </a:cubicBezTo>
                  <a:cubicBezTo>
                    <a:pt x="20956" y="20768"/>
                    <a:pt x="24861" y="19946"/>
                    <a:pt x="28659" y="18553"/>
                  </a:cubicBezTo>
                  <a:cubicBezTo>
                    <a:pt x="29087" y="18393"/>
                    <a:pt x="28967" y="17753"/>
                    <a:pt x="28585" y="17753"/>
                  </a:cubicBezTo>
                  <a:cubicBezTo>
                    <a:pt x="28542" y="17753"/>
                    <a:pt x="28495" y="17761"/>
                    <a:pt x="28445" y="17779"/>
                  </a:cubicBezTo>
                  <a:cubicBezTo>
                    <a:pt x="24813" y="19113"/>
                    <a:pt x="21087" y="19910"/>
                    <a:pt x="17229" y="20184"/>
                  </a:cubicBezTo>
                  <a:cubicBezTo>
                    <a:pt x="21075" y="13874"/>
                    <a:pt x="24944" y="7564"/>
                    <a:pt x="28790" y="1265"/>
                  </a:cubicBezTo>
                  <a:cubicBezTo>
                    <a:pt x="28979" y="953"/>
                    <a:pt x="28702" y="663"/>
                    <a:pt x="28427" y="663"/>
                  </a:cubicBezTo>
                  <a:cubicBezTo>
                    <a:pt x="28303" y="663"/>
                    <a:pt x="28180" y="721"/>
                    <a:pt x="28099" y="860"/>
                  </a:cubicBezTo>
                  <a:cubicBezTo>
                    <a:pt x="25790" y="4635"/>
                    <a:pt x="23468" y="8409"/>
                    <a:pt x="21158" y="12183"/>
                  </a:cubicBezTo>
                  <a:cubicBezTo>
                    <a:pt x="21134" y="8242"/>
                    <a:pt x="21313" y="4313"/>
                    <a:pt x="21741" y="384"/>
                  </a:cubicBezTo>
                  <a:cubicBezTo>
                    <a:pt x="21771" y="128"/>
                    <a:pt x="21584" y="0"/>
                    <a:pt x="213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6" name="Google Shape;496;p36"/>
          <p:cNvGrpSpPr/>
          <p:nvPr/>
        </p:nvGrpSpPr>
        <p:grpSpPr>
          <a:xfrm rot="-2014239">
            <a:off x="604038" y="4210956"/>
            <a:ext cx="687216" cy="635164"/>
            <a:chOff x="-1855532" y="1600966"/>
            <a:chExt cx="890361" cy="822923"/>
          </a:xfrm>
        </p:grpSpPr>
        <p:sp>
          <p:nvSpPr>
            <p:cNvPr id="497" name="Google Shape;497;p36"/>
            <p:cNvSpPr/>
            <p:nvPr/>
          </p:nvSpPr>
          <p:spPr>
            <a:xfrm>
              <a:off x="-1855532" y="1600966"/>
              <a:ext cx="890361" cy="822923"/>
            </a:xfrm>
            <a:custGeom>
              <a:avLst/>
              <a:gdLst/>
              <a:ahLst/>
              <a:cxnLst/>
              <a:rect l="l" t="t" r="r" b="b"/>
              <a:pathLst>
                <a:path w="58461" h="54033" extrusionOk="0">
                  <a:moveTo>
                    <a:pt x="47321" y="1"/>
                  </a:moveTo>
                  <a:cubicBezTo>
                    <a:pt x="40441" y="1"/>
                    <a:pt x="37679" y="10881"/>
                    <a:pt x="33040" y="10881"/>
                  </a:cubicBezTo>
                  <a:cubicBezTo>
                    <a:pt x="32537" y="10881"/>
                    <a:pt x="32012" y="10754"/>
                    <a:pt x="31457" y="10470"/>
                  </a:cubicBezTo>
                  <a:cubicBezTo>
                    <a:pt x="28833" y="9132"/>
                    <a:pt x="29046" y="767"/>
                    <a:pt x="24301" y="767"/>
                  </a:cubicBezTo>
                  <a:cubicBezTo>
                    <a:pt x="23556" y="767"/>
                    <a:pt x="22689" y="973"/>
                    <a:pt x="21670" y="1445"/>
                  </a:cubicBezTo>
                  <a:cubicBezTo>
                    <a:pt x="14944" y="4554"/>
                    <a:pt x="18014" y="15188"/>
                    <a:pt x="14423" y="15188"/>
                  </a:cubicBezTo>
                  <a:cubicBezTo>
                    <a:pt x="14149" y="15188"/>
                    <a:pt x="13837" y="15126"/>
                    <a:pt x="13479" y="14994"/>
                  </a:cubicBezTo>
                  <a:cubicBezTo>
                    <a:pt x="13466" y="14995"/>
                    <a:pt x="13454" y="14995"/>
                    <a:pt x="13442" y="14995"/>
                  </a:cubicBezTo>
                  <a:cubicBezTo>
                    <a:pt x="13056" y="14995"/>
                    <a:pt x="12597" y="14648"/>
                    <a:pt x="12193" y="14601"/>
                  </a:cubicBezTo>
                  <a:cubicBezTo>
                    <a:pt x="11921" y="14565"/>
                    <a:pt x="11656" y="14547"/>
                    <a:pt x="11398" y="14547"/>
                  </a:cubicBezTo>
                  <a:cubicBezTo>
                    <a:pt x="5868" y="14547"/>
                    <a:pt x="3575" y="22683"/>
                    <a:pt x="2596" y="26960"/>
                  </a:cubicBezTo>
                  <a:cubicBezTo>
                    <a:pt x="1" y="38140"/>
                    <a:pt x="3632" y="48629"/>
                    <a:pt x="3704" y="48677"/>
                  </a:cubicBezTo>
                  <a:cubicBezTo>
                    <a:pt x="8356" y="51599"/>
                    <a:pt x="14802" y="54033"/>
                    <a:pt x="20602" y="54033"/>
                  </a:cubicBezTo>
                  <a:cubicBezTo>
                    <a:pt x="22862" y="54033"/>
                    <a:pt x="25025" y="53663"/>
                    <a:pt x="26945" y="52809"/>
                  </a:cubicBezTo>
                  <a:cubicBezTo>
                    <a:pt x="34374" y="49499"/>
                    <a:pt x="30564" y="43272"/>
                    <a:pt x="30445" y="42355"/>
                  </a:cubicBezTo>
                  <a:cubicBezTo>
                    <a:pt x="30087" y="39653"/>
                    <a:pt x="31775" y="39051"/>
                    <a:pt x="33805" y="39051"/>
                  </a:cubicBezTo>
                  <a:cubicBezTo>
                    <a:pt x="35353" y="39051"/>
                    <a:pt x="37101" y="39402"/>
                    <a:pt x="38291" y="39438"/>
                  </a:cubicBezTo>
                  <a:cubicBezTo>
                    <a:pt x="38426" y="39442"/>
                    <a:pt x="38560" y="39444"/>
                    <a:pt x="38694" y="39444"/>
                  </a:cubicBezTo>
                  <a:cubicBezTo>
                    <a:pt x="43697" y="39444"/>
                    <a:pt x="48722" y="36430"/>
                    <a:pt x="47864" y="30830"/>
                  </a:cubicBezTo>
                  <a:cubicBezTo>
                    <a:pt x="47185" y="26484"/>
                    <a:pt x="43578" y="24353"/>
                    <a:pt x="49531" y="18495"/>
                  </a:cubicBezTo>
                  <a:cubicBezTo>
                    <a:pt x="58461" y="9708"/>
                    <a:pt x="54186" y="695"/>
                    <a:pt x="48043" y="40"/>
                  </a:cubicBezTo>
                  <a:cubicBezTo>
                    <a:pt x="47797" y="14"/>
                    <a:pt x="47556" y="1"/>
                    <a:pt x="473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6"/>
            <p:cNvSpPr/>
            <p:nvPr/>
          </p:nvSpPr>
          <p:spPr>
            <a:xfrm>
              <a:off x="-1801299" y="1673750"/>
              <a:ext cx="648448" cy="672557"/>
            </a:xfrm>
            <a:custGeom>
              <a:avLst/>
              <a:gdLst/>
              <a:ahLst/>
              <a:cxnLst/>
              <a:rect l="l" t="t" r="r" b="b"/>
              <a:pathLst>
                <a:path w="42577" h="44160" extrusionOk="0">
                  <a:moveTo>
                    <a:pt x="20562" y="1"/>
                  </a:moveTo>
                  <a:cubicBezTo>
                    <a:pt x="20402" y="1"/>
                    <a:pt x="20242" y="87"/>
                    <a:pt x="20181" y="286"/>
                  </a:cubicBezTo>
                  <a:cubicBezTo>
                    <a:pt x="19014" y="4024"/>
                    <a:pt x="18645" y="7906"/>
                    <a:pt x="18645" y="11823"/>
                  </a:cubicBezTo>
                  <a:cubicBezTo>
                    <a:pt x="18645" y="16121"/>
                    <a:pt x="19026" y="20431"/>
                    <a:pt x="17776" y="24622"/>
                  </a:cubicBezTo>
                  <a:cubicBezTo>
                    <a:pt x="17752" y="24705"/>
                    <a:pt x="17752" y="24789"/>
                    <a:pt x="17776" y="24848"/>
                  </a:cubicBezTo>
                  <a:cubicBezTo>
                    <a:pt x="12656" y="28956"/>
                    <a:pt x="7822" y="33397"/>
                    <a:pt x="3762" y="38528"/>
                  </a:cubicBezTo>
                  <a:cubicBezTo>
                    <a:pt x="4298" y="35540"/>
                    <a:pt x="3631" y="32516"/>
                    <a:pt x="3465" y="29492"/>
                  </a:cubicBezTo>
                  <a:cubicBezTo>
                    <a:pt x="3262" y="25693"/>
                    <a:pt x="3607" y="21931"/>
                    <a:pt x="5060" y="18395"/>
                  </a:cubicBezTo>
                  <a:cubicBezTo>
                    <a:pt x="5175" y="18100"/>
                    <a:pt x="4939" y="17910"/>
                    <a:pt x="4689" y="17910"/>
                  </a:cubicBezTo>
                  <a:cubicBezTo>
                    <a:pt x="4524" y="17910"/>
                    <a:pt x="4354" y="17992"/>
                    <a:pt x="4274" y="18181"/>
                  </a:cubicBezTo>
                  <a:cubicBezTo>
                    <a:pt x="2988" y="21348"/>
                    <a:pt x="2548" y="24693"/>
                    <a:pt x="2607" y="28098"/>
                  </a:cubicBezTo>
                  <a:cubicBezTo>
                    <a:pt x="2679" y="31885"/>
                    <a:pt x="3822" y="35814"/>
                    <a:pt x="2703" y="39517"/>
                  </a:cubicBezTo>
                  <a:cubicBezTo>
                    <a:pt x="2667" y="39659"/>
                    <a:pt x="2691" y="39767"/>
                    <a:pt x="2762" y="39862"/>
                  </a:cubicBezTo>
                  <a:cubicBezTo>
                    <a:pt x="1869" y="41064"/>
                    <a:pt x="1000" y="42291"/>
                    <a:pt x="190" y="43565"/>
                  </a:cubicBezTo>
                  <a:cubicBezTo>
                    <a:pt x="0" y="43871"/>
                    <a:pt x="281" y="44160"/>
                    <a:pt x="562" y="44160"/>
                  </a:cubicBezTo>
                  <a:cubicBezTo>
                    <a:pt x="686" y="44160"/>
                    <a:pt x="809" y="44104"/>
                    <a:pt x="893" y="43969"/>
                  </a:cubicBezTo>
                  <a:cubicBezTo>
                    <a:pt x="1988" y="42219"/>
                    <a:pt x="3203" y="40540"/>
                    <a:pt x="4477" y="38933"/>
                  </a:cubicBezTo>
                  <a:cubicBezTo>
                    <a:pt x="4665" y="38923"/>
                    <a:pt x="4852" y="38919"/>
                    <a:pt x="5039" y="38919"/>
                  </a:cubicBezTo>
                  <a:cubicBezTo>
                    <a:pt x="8447" y="38919"/>
                    <a:pt x="11650" y="40492"/>
                    <a:pt x="15025" y="40910"/>
                  </a:cubicBezTo>
                  <a:cubicBezTo>
                    <a:pt x="15977" y="41029"/>
                    <a:pt x="16929" y="41086"/>
                    <a:pt x="17878" y="41086"/>
                  </a:cubicBezTo>
                  <a:cubicBezTo>
                    <a:pt x="19862" y="41086"/>
                    <a:pt x="21836" y="40837"/>
                    <a:pt x="23777" y="40386"/>
                  </a:cubicBezTo>
                  <a:cubicBezTo>
                    <a:pt x="24256" y="40274"/>
                    <a:pt x="24099" y="39590"/>
                    <a:pt x="23657" y="39590"/>
                  </a:cubicBezTo>
                  <a:cubicBezTo>
                    <a:pt x="23627" y="39590"/>
                    <a:pt x="23595" y="39593"/>
                    <a:pt x="23562" y="39600"/>
                  </a:cubicBezTo>
                  <a:cubicBezTo>
                    <a:pt x="21684" y="40042"/>
                    <a:pt x="19777" y="40275"/>
                    <a:pt x="17868" y="40275"/>
                  </a:cubicBezTo>
                  <a:cubicBezTo>
                    <a:pt x="16281" y="40275"/>
                    <a:pt x="14694" y="40114"/>
                    <a:pt x="13120" y="39778"/>
                  </a:cubicBezTo>
                  <a:cubicBezTo>
                    <a:pt x="10418" y="39207"/>
                    <a:pt x="7882" y="38147"/>
                    <a:pt x="5119" y="38124"/>
                  </a:cubicBezTo>
                  <a:cubicBezTo>
                    <a:pt x="9632" y="32647"/>
                    <a:pt x="15037" y="27991"/>
                    <a:pt x="20657" y="23622"/>
                  </a:cubicBezTo>
                  <a:cubicBezTo>
                    <a:pt x="20693" y="23634"/>
                    <a:pt x="20717" y="23657"/>
                    <a:pt x="20764" y="23669"/>
                  </a:cubicBezTo>
                  <a:cubicBezTo>
                    <a:pt x="23741" y="24158"/>
                    <a:pt x="26479" y="25479"/>
                    <a:pt x="29503" y="25872"/>
                  </a:cubicBezTo>
                  <a:cubicBezTo>
                    <a:pt x="30510" y="26003"/>
                    <a:pt x="31519" y="26065"/>
                    <a:pt x="32526" y="26065"/>
                  </a:cubicBezTo>
                  <a:cubicBezTo>
                    <a:pt x="34258" y="26065"/>
                    <a:pt x="35986" y="25882"/>
                    <a:pt x="37695" y="25551"/>
                  </a:cubicBezTo>
                  <a:cubicBezTo>
                    <a:pt x="38177" y="25461"/>
                    <a:pt x="38015" y="24769"/>
                    <a:pt x="37566" y="24769"/>
                  </a:cubicBezTo>
                  <a:cubicBezTo>
                    <a:pt x="37539" y="24769"/>
                    <a:pt x="37510" y="24771"/>
                    <a:pt x="37481" y="24777"/>
                  </a:cubicBezTo>
                  <a:cubicBezTo>
                    <a:pt x="35839" y="25091"/>
                    <a:pt x="34184" y="25260"/>
                    <a:pt x="32529" y="25260"/>
                  </a:cubicBezTo>
                  <a:cubicBezTo>
                    <a:pt x="31109" y="25260"/>
                    <a:pt x="29689" y="25136"/>
                    <a:pt x="28277" y="24872"/>
                  </a:cubicBezTo>
                  <a:cubicBezTo>
                    <a:pt x="25955" y="24431"/>
                    <a:pt x="23788" y="23455"/>
                    <a:pt x="21479" y="22991"/>
                  </a:cubicBezTo>
                  <a:cubicBezTo>
                    <a:pt x="21872" y="22693"/>
                    <a:pt x="22253" y="22395"/>
                    <a:pt x="22645" y="22098"/>
                  </a:cubicBezTo>
                  <a:cubicBezTo>
                    <a:pt x="29956" y="16538"/>
                    <a:pt x="37481" y="10965"/>
                    <a:pt x="42386" y="3036"/>
                  </a:cubicBezTo>
                  <a:cubicBezTo>
                    <a:pt x="42576" y="2730"/>
                    <a:pt x="42301" y="2441"/>
                    <a:pt x="42023" y="2441"/>
                  </a:cubicBezTo>
                  <a:cubicBezTo>
                    <a:pt x="41901" y="2441"/>
                    <a:pt x="41779" y="2497"/>
                    <a:pt x="41695" y="2631"/>
                  </a:cubicBezTo>
                  <a:cubicBezTo>
                    <a:pt x="36385" y="11192"/>
                    <a:pt x="27991" y="16954"/>
                    <a:pt x="20145" y="22991"/>
                  </a:cubicBezTo>
                  <a:cubicBezTo>
                    <a:pt x="19681" y="23360"/>
                    <a:pt x="19216" y="23717"/>
                    <a:pt x="18740" y="24086"/>
                  </a:cubicBezTo>
                  <a:cubicBezTo>
                    <a:pt x="19645" y="20538"/>
                    <a:pt x="19514" y="16919"/>
                    <a:pt x="19467" y="13263"/>
                  </a:cubicBezTo>
                  <a:cubicBezTo>
                    <a:pt x="19395" y="8941"/>
                    <a:pt x="19669" y="4655"/>
                    <a:pt x="20955" y="500"/>
                  </a:cubicBezTo>
                  <a:cubicBezTo>
                    <a:pt x="21048" y="199"/>
                    <a:pt x="20804" y="1"/>
                    <a:pt x="205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9" name="Google Shape;499;p36"/>
          <p:cNvSpPr/>
          <p:nvPr/>
        </p:nvSpPr>
        <p:spPr>
          <a:xfrm flipH="1">
            <a:off x="578963" y="4441778"/>
            <a:ext cx="2817107" cy="719102"/>
          </a:xfrm>
          <a:custGeom>
            <a:avLst/>
            <a:gdLst/>
            <a:ahLst/>
            <a:cxnLst/>
            <a:rect l="l" t="t" r="r" b="b"/>
            <a:pathLst>
              <a:path w="90025" h="22980" extrusionOk="0">
                <a:moveTo>
                  <a:pt x="45816" y="1"/>
                </a:moveTo>
                <a:cubicBezTo>
                  <a:pt x="39946" y="1"/>
                  <a:pt x="34946" y="4358"/>
                  <a:pt x="32934" y="10502"/>
                </a:cubicBezTo>
                <a:cubicBezTo>
                  <a:pt x="30469" y="8097"/>
                  <a:pt x="27100" y="6609"/>
                  <a:pt x="23373" y="6609"/>
                </a:cubicBezTo>
                <a:cubicBezTo>
                  <a:pt x="16634" y="6609"/>
                  <a:pt x="11038" y="11490"/>
                  <a:pt x="9907" y="17920"/>
                </a:cubicBezTo>
                <a:cubicBezTo>
                  <a:pt x="8990" y="17467"/>
                  <a:pt x="7966" y="17193"/>
                  <a:pt x="6871" y="17193"/>
                </a:cubicBezTo>
                <a:cubicBezTo>
                  <a:pt x="3430" y="17193"/>
                  <a:pt x="584" y="19694"/>
                  <a:pt x="1" y="22980"/>
                </a:cubicBezTo>
                <a:lnTo>
                  <a:pt x="90012" y="22980"/>
                </a:lnTo>
                <a:cubicBezTo>
                  <a:pt x="90012" y="22968"/>
                  <a:pt x="90024" y="22956"/>
                  <a:pt x="90024" y="22956"/>
                </a:cubicBezTo>
                <a:cubicBezTo>
                  <a:pt x="90024" y="17574"/>
                  <a:pt x="85655" y="13205"/>
                  <a:pt x="80273" y="13205"/>
                </a:cubicBezTo>
                <a:cubicBezTo>
                  <a:pt x="78916" y="13205"/>
                  <a:pt x="77618" y="13491"/>
                  <a:pt x="76439" y="14002"/>
                </a:cubicBezTo>
                <a:cubicBezTo>
                  <a:pt x="74879" y="8407"/>
                  <a:pt x="69772" y="4299"/>
                  <a:pt x="63688" y="4299"/>
                </a:cubicBezTo>
                <a:cubicBezTo>
                  <a:pt x="61116" y="4299"/>
                  <a:pt x="58723" y="5049"/>
                  <a:pt x="56699" y="6311"/>
                </a:cubicBezTo>
                <a:cubicBezTo>
                  <a:pt x="54163" y="2477"/>
                  <a:pt x="50233" y="1"/>
                  <a:pt x="458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36"/>
          <p:cNvSpPr/>
          <p:nvPr/>
        </p:nvSpPr>
        <p:spPr>
          <a:xfrm flipH="1">
            <a:off x="154419" y="4816944"/>
            <a:ext cx="1347267" cy="343936"/>
          </a:xfrm>
          <a:custGeom>
            <a:avLst/>
            <a:gdLst/>
            <a:ahLst/>
            <a:cxnLst/>
            <a:rect l="l" t="t" r="r" b="b"/>
            <a:pathLst>
              <a:path w="43054" h="10991" extrusionOk="0">
                <a:moveTo>
                  <a:pt x="21920" y="1"/>
                </a:moveTo>
                <a:cubicBezTo>
                  <a:pt x="19110" y="1"/>
                  <a:pt x="16717" y="2084"/>
                  <a:pt x="15753" y="5025"/>
                </a:cubicBezTo>
                <a:cubicBezTo>
                  <a:pt x="14574" y="3882"/>
                  <a:pt x="12967" y="3168"/>
                  <a:pt x="11181" y="3168"/>
                </a:cubicBezTo>
                <a:cubicBezTo>
                  <a:pt x="7954" y="3168"/>
                  <a:pt x="5275" y="5502"/>
                  <a:pt x="4739" y="8573"/>
                </a:cubicBezTo>
                <a:cubicBezTo>
                  <a:pt x="4299" y="8359"/>
                  <a:pt x="3811" y="8228"/>
                  <a:pt x="3287" y="8228"/>
                </a:cubicBezTo>
                <a:cubicBezTo>
                  <a:pt x="1644" y="8228"/>
                  <a:pt x="275" y="9419"/>
                  <a:pt x="1" y="10990"/>
                </a:cubicBezTo>
                <a:lnTo>
                  <a:pt x="43054" y="10990"/>
                </a:lnTo>
                <a:cubicBezTo>
                  <a:pt x="43054" y="10990"/>
                  <a:pt x="43054" y="10990"/>
                  <a:pt x="43054" y="10978"/>
                </a:cubicBezTo>
                <a:cubicBezTo>
                  <a:pt x="43054" y="8407"/>
                  <a:pt x="40970" y="6323"/>
                  <a:pt x="38398" y="6323"/>
                </a:cubicBezTo>
                <a:cubicBezTo>
                  <a:pt x="37744" y="6323"/>
                  <a:pt x="37124" y="6454"/>
                  <a:pt x="36565" y="6704"/>
                </a:cubicBezTo>
                <a:cubicBezTo>
                  <a:pt x="35815" y="4025"/>
                  <a:pt x="33374" y="2061"/>
                  <a:pt x="30469" y="2061"/>
                </a:cubicBezTo>
                <a:cubicBezTo>
                  <a:pt x="29231" y="2061"/>
                  <a:pt x="28088" y="2418"/>
                  <a:pt x="27123" y="3025"/>
                </a:cubicBezTo>
                <a:cubicBezTo>
                  <a:pt x="25909" y="1191"/>
                  <a:pt x="24028" y="1"/>
                  <a:pt x="2192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36"/>
          <p:cNvSpPr/>
          <p:nvPr/>
        </p:nvSpPr>
        <p:spPr>
          <a:xfrm flipH="1">
            <a:off x="1797672" y="4877626"/>
            <a:ext cx="1109502" cy="283238"/>
          </a:xfrm>
          <a:custGeom>
            <a:avLst/>
            <a:gdLst/>
            <a:ahLst/>
            <a:cxnLst/>
            <a:rect l="l" t="t" r="r" b="b"/>
            <a:pathLst>
              <a:path w="43054" h="10991" extrusionOk="0">
                <a:moveTo>
                  <a:pt x="21920" y="1"/>
                </a:moveTo>
                <a:cubicBezTo>
                  <a:pt x="19110" y="1"/>
                  <a:pt x="16717" y="2084"/>
                  <a:pt x="15753" y="5025"/>
                </a:cubicBezTo>
                <a:cubicBezTo>
                  <a:pt x="14574" y="3882"/>
                  <a:pt x="12967" y="3168"/>
                  <a:pt x="11181" y="3168"/>
                </a:cubicBezTo>
                <a:cubicBezTo>
                  <a:pt x="7954" y="3168"/>
                  <a:pt x="5275" y="5502"/>
                  <a:pt x="4739" y="8573"/>
                </a:cubicBezTo>
                <a:cubicBezTo>
                  <a:pt x="4299" y="8359"/>
                  <a:pt x="3811" y="8228"/>
                  <a:pt x="3287" y="8228"/>
                </a:cubicBezTo>
                <a:cubicBezTo>
                  <a:pt x="1644" y="8228"/>
                  <a:pt x="275" y="9419"/>
                  <a:pt x="1" y="10990"/>
                </a:cubicBezTo>
                <a:lnTo>
                  <a:pt x="43054" y="10990"/>
                </a:lnTo>
                <a:cubicBezTo>
                  <a:pt x="43054" y="10990"/>
                  <a:pt x="43054" y="10990"/>
                  <a:pt x="43054" y="10978"/>
                </a:cubicBezTo>
                <a:cubicBezTo>
                  <a:pt x="43054" y="8407"/>
                  <a:pt x="40970" y="6323"/>
                  <a:pt x="38398" y="6323"/>
                </a:cubicBezTo>
                <a:cubicBezTo>
                  <a:pt x="37744" y="6323"/>
                  <a:pt x="37124" y="6454"/>
                  <a:pt x="36565" y="6704"/>
                </a:cubicBezTo>
                <a:cubicBezTo>
                  <a:pt x="35815" y="4025"/>
                  <a:pt x="33374" y="2061"/>
                  <a:pt x="30469" y="2061"/>
                </a:cubicBezTo>
                <a:cubicBezTo>
                  <a:pt x="29231" y="2061"/>
                  <a:pt x="28088" y="2418"/>
                  <a:pt x="27123" y="3025"/>
                </a:cubicBezTo>
                <a:cubicBezTo>
                  <a:pt x="25909" y="1191"/>
                  <a:pt x="24028" y="1"/>
                  <a:pt x="2192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+ Credits">
  <p:cSld name="CUSTOM_14"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7"/>
          <p:cNvSpPr txBox="1">
            <a:spLocks noGrp="1"/>
          </p:cNvSpPr>
          <p:nvPr>
            <p:ph type="title"/>
          </p:nvPr>
        </p:nvSpPr>
        <p:spPr>
          <a:xfrm>
            <a:off x="5649575" y="631441"/>
            <a:ext cx="2776800" cy="92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702" name="Google Shape;702;p47"/>
          <p:cNvSpPr txBox="1">
            <a:spLocks noGrp="1"/>
          </p:cNvSpPr>
          <p:nvPr>
            <p:ph type="subTitle" idx="1"/>
          </p:nvPr>
        </p:nvSpPr>
        <p:spPr>
          <a:xfrm>
            <a:off x="6041400" y="2125150"/>
            <a:ext cx="2385000" cy="8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03" name="Google Shape;703;p47"/>
          <p:cNvSpPr txBox="1">
            <a:spLocks noGrp="1"/>
          </p:cNvSpPr>
          <p:nvPr>
            <p:ph type="title" idx="2"/>
          </p:nvPr>
        </p:nvSpPr>
        <p:spPr>
          <a:xfrm>
            <a:off x="5990200" y="1846425"/>
            <a:ext cx="2436300" cy="38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04" name="Google Shape;704;p47"/>
          <p:cNvSpPr txBox="1"/>
          <p:nvPr/>
        </p:nvSpPr>
        <p:spPr>
          <a:xfrm>
            <a:off x="717525" y="542750"/>
            <a:ext cx="2826300" cy="8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and illustrations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Stories</a:t>
            </a:r>
            <a:endParaRPr sz="9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6">
    <p:bg>
      <p:bgPr>
        <a:solidFill>
          <a:schemeClr val="dk2"/>
        </a:solidFill>
        <a:effectLst/>
      </p:bgPr>
    </p:bg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6" r:id="rId4"/>
    <p:sldLayoutId id="2147483658" r:id="rId5"/>
    <p:sldLayoutId id="2147483659" r:id="rId6"/>
    <p:sldLayoutId id="2147483666" r:id="rId7"/>
    <p:sldLayoutId id="2147483668" r:id="rId8"/>
    <p:sldLayoutId id="2147483671" r:id="rId9"/>
    <p:sldLayoutId id="2147483673" r:id="rId10"/>
    <p:sldLayoutId id="2147483675" r:id="rId11"/>
    <p:sldLayoutId id="2147483682" r:id="rId12"/>
    <p:sldLayoutId id="2147483693" r:id="rId13"/>
    <p:sldLayoutId id="2147483694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4" name="Google Shape;714;p51"/>
          <p:cNvGrpSpPr/>
          <p:nvPr/>
        </p:nvGrpSpPr>
        <p:grpSpPr>
          <a:xfrm>
            <a:off x="5561583" y="952299"/>
            <a:ext cx="1362603" cy="1528734"/>
            <a:chOff x="5587591" y="1283760"/>
            <a:chExt cx="1362603" cy="1528734"/>
          </a:xfrm>
        </p:grpSpPr>
        <p:sp>
          <p:nvSpPr>
            <p:cNvPr id="715" name="Google Shape;715;p51"/>
            <p:cNvSpPr/>
            <p:nvPr/>
          </p:nvSpPr>
          <p:spPr>
            <a:xfrm>
              <a:off x="5587591" y="1532880"/>
              <a:ext cx="550061" cy="1038190"/>
            </a:xfrm>
            <a:custGeom>
              <a:avLst/>
              <a:gdLst/>
              <a:ahLst/>
              <a:cxnLst/>
              <a:rect l="l" t="t" r="r" b="b"/>
              <a:pathLst>
                <a:path w="50102" h="94563" extrusionOk="0">
                  <a:moveTo>
                    <a:pt x="49076" y="0"/>
                  </a:moveTo>
                  <a:cubicBezTo>
                    <a:pt x="48977" y="0"/>
                    <a:pt x="48878" y="16"/>
                    <a:pt x="48780" y="51"/>
                  </a:cubicBezTo>
                  <a:cubicBezTo>
                    <a:pt x="44054" y="1658"/>
                    <a:pt x="42589" y="6599"/>
                    <a:pt x="41172" y="11385"/>
                  </a:cubicBezTo>
                  <a:cubicBezTo>
                    <a:pt x="40101" y="14957"/>
                    <a:pt x="39005" y="18648"/>
                    <a:pt x="36576" y="20779"/>
                  </a:cubicBezTo>
                  <a:cubicBezTo>
                    <a:pt x="35124" y="22065"/>
                    <a:pt x="33576" y="23041"/>
                    <a:pt x="32088" y="23982"/>
                  </a:cubicBezTo>
                  <a:cubicBezTo>
                    <a:pt x="28456" y="26280"/>
                    <a:pt x="25039" y="28447"/>
                    <a:pt x="24051" y="34198"/>
                  </a:cubicBezTo>
                  <a:cubicBezTo>
                    <a:pt x="23765" y="35876"/>
                    <a:pt x="23563" y="37436"/>
                    <a:pt x="23372" y="38936"/>
                  </a:cubicBezTo>
                  <a:cubicBezTo>
                    <a:pt x="22610" y="44889"/>
                    <a:pt x="22063" y="49199"/>
                    <a:pt x="17038" y="53760"/>
                  </a:cubicBezTo>
                  <a:cubicBezTo>
                    <a:pt x="16479" y="54271"/>
                    <a:pt x="15871" y="54760"/>
                    <a:pt x="15264" y="55260"/>
                  </a:cubicBezTo>
                  <a:cubicBezTo>
                    <a:pt x="13562" y="56653"/>
                    <a:pt x="11811" y="58105"/>
                    <a:pt x="10609" y="60106"/>
                  </a:cubicBezTo>
                  <a:cubicBezTo>
                    <a:pt x="9513" y="61915"/>
                    <a:pt x="9085" y="63796"/>
                    <a:pt x="8668" y="65606"/>
                  </a:cubicBezTo>
                  <a:cubicBezTo>
                    <a:pt x="8275" y="67285"/>
                    <a:pt x="7906" y="68869"/>
                    <a:pt x="7049" y="70381"/>
                  </a:cubicBezTo>
                  <a:cubicBezTo>
                    <a:pt x="6465" y="71416"/>
                    <a:pt x="5561" y="72357"/>
                    <a:pt x="4608" y="73357"/>
                  </a:cubicBezTo>
                  <a:cubicBezTo>
                    <a:pt x="3310" y="74703"/>
                    <a:pt x="1965" y="76107"/>
                    <a:pt x="1274" y="77893"/>
                  </a:cubicBezTo>
                  <a:cubicBezTo>
                    <a:pt x="0" y="81215"/>
                    <a:pt x="393" y="85109"/>
                    <a:pt x="774" y="88883"/>
                  </a:cubicBezTo>
                  <a:cubicBezTo>
                    <a:pt x="941" y="90574"/>
                    <a:pt x="1108" y="92181"/>
                    <a:pt x="1108" y="93645"/>
                  </a:cubicBezTo>
                  <a:cubicBezTo>
                    <a:pt x="1108" y="94157"/>
                    <a:pt x="1512" y="94562"/>
                    <a:pt x="2013" y="94562"/>
                  </a:cubicBezTo>
                  <a:cubicBezTo>
                    <a:pt x="2525" y="94562"/>
                    <a:pt x="2929" y="94157"/>
                    <a:pt x="2929" y="93657"/>
                  </a:cubicBezTo>
                  <a:cubicBezTo>
                    <a:pt x="2941" y="92098"/>
                    <a:pt x="2775" y="90443"/>
                    <a:pt x="2596" y="88692"/>
                  </a:cubicBezTo>
                  <a:cubicBezTo>
                    <a:pt x="2239" y="85144"/>
                    <a:pt x="1858" y="81465"/>
                    <a:pt x="2989" y="78548"/>
                  </a:cubicBezTo>
                  <a:cubicBezTo>
                    <a:pt x="3537" y="77108"/>
                    <a:pt x="4703" y="75893"/>
                    <a:pt x="5930" y="74619"/>
                  </a:cubicBezTo>
                  <a:cubicBezTo>
                    <a:pt x="6918" y="73583"/>
                    <a:pt x="7942" y="72512"/>
                    <a:pt x="8632" y="71285"/>
                  </a:cubicBezTo>
                  <a:cubicBezTo>
                    <a:pt x="9621" y="69535"/>
                    <a:pt x="10037" y="67749"/>
                    <a:pt x="10442" y="66011"/>
                  </a:cubicBezTo>
                  <a:cubicBezTo>
                    <a:pt x="10847" y="64261"/>
                    <a:pt x="11228" y="62606"/>
                    <a:pt x="12169" y="61034"/>
                  </a:cubicBezTo>
                  <a:cubicBezTo>
                    <a:pt x="13216" y="59308"/>
                    <a:pt x="14847" y="57974"/>
                    <a:pt x="16431" y="56677"/>
                  </a:cubicBezTo>
                  <a:cubicBezTo>
                    <a:pt x="17038" y="56176"/>
                    <a:pt x="17681" y="55653"/>
                    <a:pt x="18265" y="55117"/>
                  </a:cubicBezTo>
                  <a:cubicBezTo>
                    <a:pt x="23789" y="50092"/>
                    <a:pt x="24408" y="45270"/>
                    <a:pt x="25182" y="39174"/>
                  </a:cubicBezTo>
                  <a:cubicBezTo>
                    <a:pt x="25373" y="37686"/>
                    <a:pt x="25575" y="36150"/>
                    <a:pt x="25849" y="34507"/>
                  </a:cubicBezTo>
                  <a:cubicBezTo>
                    <a:pt x="26706" y="29554"/>
                    <a:pt x="29504" y="27780"/>
                    <a:pt x="33064" y="25530"/>
                  </a:cubicBezTo>
                  <a:cubicBezTo>
                    <a:pt x="34612" y="24554"/>
                    <a:pt x="36219" y="23530"/>
                    <a:pt x="37791" y="22160"/>
                  </a:cubicBezTo>
                  <a:cubicBezTo>
                    <a:pt x="40613" y="19672"/>
                    <a:pt x="41779" y="15719"/>
                    <a:pt x="42922" y="11897"/>
                  </a:cubicBezTo>
                  <a:cubicBezTo>
                    <a:pt x="44268" y="7361"/>
                    <a:pt x="45542" y="3075"/>
                    <a:pt x="49364" y="1777"/>
                  </a:cubicBezTo>
                  <a:cubicBezTo>
                    <a:pt x="49840" y="1610"/>
                    <a:pt x="50102" y="1098"/>
                    <a:pt x="49935" y="622"/>
                  </a:cubicBezTo>
                  <a:cubicBezTo>
                    <a:pt x="49812" y="243"/>
                    <a:pt x="49456" y="0"/>
                    <a:pt x="490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51"/>
            <p:cNvSpPr/>
            <p:nvPr/>
          </p:nvSpPr>
          <p:spPr>
            <a:xfrm>
              <a:off x="5662884" y="1557956"/>
              <a:ext cx="549929" cy="1038212"/>
            </a:xfrm>
            <a:custGeom>
              <a:avLst/>
              <a:gdLst/>
              <a:ahLst/>
              <a:cxnLst/>
              <a:rect l="l" t="t" r="r" b="b"/>
              <a:pathLst>
                <a:path w="50090" h="94565" extrusionOk="0">
                  <a:moveTo>
                    <a:pt x="49075" y="1"/>
                  </a:moveTo>
                  <a:cubicBezTo>
                    <a:pt x="48974" y="1"/>
                    <a:pt x="48871" y="18"/>
                    <a:pt x="48768" y="53"/>
                  </a:cubicBezTo>
                  <a:cubicBezTo>
                    <a:pt x="44054" y="1648"/>
                    <a:pt x="42577" y="6601"/>
                    <a:pt x="41160" y="11375"/>
                  </a:cubicBezTo>
                  <a:cubicBezTo>
                    <a:pt x="40101" y="14947"/>
                    <a:pt x="39005" y="18650"/>
                    <a:pt x="36576" y="20781"/>
                  </a:cubicBezTo>
                  <a:cubicBezTo>
                    <a:pt x="35124" y="22067"/>
                    <a:pt x="33576" y="23043"/>
                    <a:pt x="32076" y="23984"/>
                  </a:cubicBezTo>
                  <a:cubicBezTo>
                    <a:pt x="28456" y="26282"/>
                    <a:pt x="25027" y="28437"/>
                    <a:pt x="24051" y="34200"/>
                  </a:cubicBezTo>
                  <a:cubicBezTo>
                    <a:pt x="23753" y="35878"/>
                    <a:pt x="23563" y="37438"/>
                    <a:pt x="23360" y="38938"/>
                  </a:cubicBezTo>
                  <a:cubicBezTo>
                    <a:pt x="22598" y="44891"/>
                    <a:pt x="22051" y="49201"/>
                    <a:pt x="17026" y="53762"/>
                  </a:cubicBezTo>
                  <a:cubicBezTo>
                    <a:pt x="16467" y="54273"/>
                    <a:pt x="15871" y="54762"/>
                    <a:pt x="15264" y="55262"/>
                  </a:cubicBezTo>
                  <a:cubicBezTo>
                    <a:pt x="13562" y="56655"/>
                    <a:pt x="11799" y="58095"/>
                    <a:pt x="10597" y="60096"/>
                  </a:cubicBezTo>
                  <a:cubicBezTo>
                    <a:pt x="9513" y="61917"/>
                    <a:pt x="9073" y="63787"/>
                    <a:pt x="8656" y="65608"/>
                  </a:cubicBezTo>
                  <a:cubicBezTo>
                    <a:pt x="8263" y="67287"/>
                    <a:pt x="7894" y="68871"/>
                    <a:pt x="7037" y="70383"/>
                  </a:cubicBezTo>
                  <a:cubicBezTo>
                    <a:pt x="6454" y="71407"/>
                    <a:pt x="5549" y="72359"/>
                    <a:pt x="4596" y="73347"/>
                  </a:cubicBezTo>
                  <a:cubicBezTo>
                    <a:pt x="3298" y="74705"/>
                    <a:pt x="1965" y="76109"/>
                    <a:pt x="1274" y="77895"/>
                  </a:cubicBezTo>
                  <a:cubicBezTo>
                    <a:pt x="0" y="81217"/>
                    <a:pt x="393" y="85111"/>
                    <a:pt x="774" y="88873"/>
                  </a:cubicBezTo>
                  <a:cubicBezTo>
                    <a:pt x="941" y="90576"/>
                    <a:pt x="1108" y="92183"/>
                    <a:pt x="1096" y="93647"/>
                  </a:cubicBezTo>
                  <a:cubicBezTo>
                    <a:pt x="1096" y="94159"/>
                    <a:pt x="1501" y="94564"/>
                    <a:pt x="2013" y="94564"/>
                  </a:cubicBezTo>
                  <a:cubicBezTo>
                    <a:pt x="2513" y="94564"/>
                    <a:pt x="2929" y="94159"/>
                    <a:pt x="2929" y="93647"/>
                  </a:cubicBezTo>
                  <a:cubicBezTo>
                    <a:pt x="2929" y="92088"/>
                    <a:pt x="2763" y="90445"/>
                    <a:pt x="2584" y="88694"/>
                  </a:cubicBezTo>
                  <a:cubicBezTo>
                    <a:pt x="2227" y="85134"/>
                    <a:pt x="1858" y="81467"/>
                    <a:pt x="2977" y="78550"/>
                  </a:cubicBezTo>
                  <a:cubicBezTo>
                    <a:pt x="3537" y="77110"/>
                    <a:pt x="4691" y="75895"/>
                    <a:pt x="5918" y="74621"/>
                  </a:cubicBezTo>
                  <a:cubicBezTo>
                    <a:pt x="6906" y="73585"/>
                    <a:pt x="7930" y="72514"/>
                    <a:pt x="8632" y="71287"/>
                  </a:cubicBezTo>
                  <a:cubicBezTo>
                    <a:pt x="9621" y="69537"/>
                    <a:pt x="10037" y="67751"/>
                    <a:pt x="10442" y="66013"/>
                  </a:cubicBezTo>
                  <a:cubicBezTo>
                    <a:pt x="10847" y="64263"/>
                    <a:pt x="11228" y="62608"/>
                    <a:pt x="12169" y="61036"/>
                  </a:cubicBezTo>
                  <a:cubicBezTo>
                    <a:pt x="13204" y="59310"/>
                    <a:pt x="14836" y="57976"/>
                    <a:pt x="16419" y="56679"/>
                  </a:cubicBezTo>
                  <a:cubicBezTo>
                    <a:pt x="17038" y="56167"/>
                    <a:pt x="17669" y="55655"/>
                    <a:pt x="18265" y="55119"/>
                  </a:cubicBezTo>
                  <a:cubicBezTo>
                    <a:pt x="23777" y="50094"/>
                    <a:pt x="24396" y="45272"/>
                    <a:pt x="25182" y="39176"/>
                  </a:cubicBezTo>
                  <a:cubicBezTo>
                    <a:pt x="25373" y="37688"/>
                    <a:pt x="25563" y="36152"/>
                    <a:pt x="25849" y="34509"/>
                  </a:cubicBezTo>
                  <a:cubicBezTo>
                    <a:pt x="26694" y="29556"/>
                    <a:pt x="29504" y="27782"/>
                    <a:pt x="33052" y="25532"/>
                  </a:cubicBezTo>
                  <a:cubicBezTo>
                    <a:pt x="34612" y="24544"/>
                    <a:pt x="36219" y="23532"/>
                    <a:pt x="37779" y="22150"/>
                  </a:cubicBezTo>
                  <a:cubicBezTo>
                    <a:pt x="40601" y="19674"/>
                    <a:pt x="41779" y="15721"/>
                    <a:pt x="42911" y="11899"/>
                  </a:cubicBezTo>
                  <a:cubicBezTo>
                    <a:pt x="44256" y="7363"/>
                    <a:pt x="45530" y="3077"/>
                    <a:pt x="49364" y="1779"/>
                  </a:cubicBezTo>
                  <a:cubicBezTo>
                    <a:pt x="49840" y="1612"/>
                    <a:pt x="50090" y="1100"/>
                    <a:pt x="49935" y="624"/>
                  </a:cubicBezTo>
                  <a:cubicBezTo>
                    <a:pt x="49803" y="238"/>
                    <a:pt x="49456" y="1"/>
                    <a:pt x="490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51"/>
            <p:cNvSpPr/>
            <p:nvPr/>
          </p:nvSpPr>
          <p:spPr>
            <a:xfrm>
              <a:off x="5733082" y="1588038"/>
              <a:ext cx="550061" cy="1038190"/>
            </a:xfrm>
            <a:custGeom>
              <a:avLst/>
              <a:gdLst/>
              <a:ahLst/>
              <a:cxnLst/>
              <a:rect l="l" t="t" r="r" b="b"/>
              <a:pathLst>
                <a:path w="50102" h="94563" extrusionOk="0">
                  <a:moveTo>
                    <a:pt x="49074" y="1"/>
                  </a:moveTo>
                  <a:cubicBezTo>
                    <a:pt x="48977" y="1"/>
                    <a:pt x="48878" y="17"/>
                    <a:pt x="48780" y="51"/>
                  </a:cubicBezTo>
                  <a:cubicBezTo>
                    <a:pt x="44053" y="1658"/>
                    <a:pt x="42589" y="6599"/>
                    <a:pt x="41160" y="11386"/>
                  </a:cubicBezTo>
                  <a:cubicBezTo>
                    <a:pt x="40100" y="14958"/>
                    <a:pt x="39005" y="18648"/>
                    <a:pt x="36576" y="20780"/>
                  </a:cubicBezTo>
                  <a:cubicBezTo>
                    <a:pt x="35123" y="22066"/>
                    <a:pt x="33576" y="23042"/>
                    <a:pt x="32075" y="23982"/>
                  </a:cubicBezTo>
                  <a:cubicBezTo>
                    <a:pt x="28456" y="26280"/>
                    <a:pt x="25039" y="28447"/>
                    <a:pt x="24051" y="34198"/>
                  </a:cubicBezTo>
                  <a:cubicBezTo>
                    <a:pt x="23753" y="35877"/>
                    <a:pt x="23563" y="37436"/>
                    <a:pt x="23372" y="38937"/>
                  </a:cubicBezTo>
                  <a:cubicBezTo>
                    <a:pt x="22610" y="44902"/>
                    <a:pt x="22050" y="49200"/>
                    <a:pt x="17038" y="53760"/>
                  </a:cubicBezTo>
                  <a:cubicBezTo>
                    <a:pt x="16478" y="54272"/>
                    <a:pt x="15871" y="54760"/>
                    <a:pt x="15264" y="55260"/>
                  </a:cubicBezTo>
                  <a:cubicBezTo>
                    <a:pt x="13561" y="56653"/>
                    <a:pt x="11799" y="58106"/>
                    <a:pt x="10609" y="60106"/>
                  </a:cubicBezTo>
                  <a:cubicBezTo>
                    <a:pt x="9513" y="61916"/>
                    <a:pt x="9085" y="63797"/>
                    <a:pt x="8656" y="65607"/>
                  </a:cubicBezTo>
                  <a:cubicBezTo>
                    <a:pt x="8275" y="67285"/>
                    <a:pt x="7906" y="68869"/>
                    <a:pt x="7037" y="70381"/>
                  </a:cubicBezTo>
                  <a:cubicBezTo>
                    <a:pt x="6453" y="71417"/>
                    <a:pt x="5560" y="72357"/>
                    <a:pt x="4596" y="73358"/>
                  </a:cubicBezTo>
                  <a:cubicBezTo>
                    <a:pt x="3298" y="74703"/>
                    <a:pt x="1965" y="76108"/>
                    <a:pt x="1274" y="77894"/>
                  </a:cubicBezTo>
                  <a:cubicBezTo>
                    <a:pt x="0" y="81216"/>
                    <a:pt x="393" y="85109"/>
                    <a:pt x="774" y="88883"/>
                  </a:cubicBezTo>
                  <a:cubicBezTo>
                    <a:pt x="941" y="90574"/>
                    <a:pt x="1107" y="92181"/>
                    <a:pt x="1095" y="93646"/>
                  </a:cubicBezTo>
                  <a:cubicBezTo>
                    <a:pt x="1095" y="94158"/>
                    <a:pt x="1512" y="94563"/>
                    <a:pt x="2012" y="94563"/>
                  </a:cubicBezTo>
                  <a:cubicBezTo>
                    <a:pt x="2512" y="94563"/>
                    <a:pt x="2929" y="94158"/>
                    <a:pt x="2929" y="93658"/>
                  </a:cubicBezTo>
                  <a:cubicBezTo>
                    <a:pt x="2929" y="92098"/>
                    <a:pt x="2762" y="90443"/>
                    <a:pt x="2584" y="88693"/>
                  </a:cubicBezTo>
                  <a:cubicBezTo>
                    <a:pt x="2227" y="85145"/>
                    <a:pt x="1857" y="81466"/>
                    <a:pt x="2977" y="78549"/>
                  </a:cubicBezTo>
                  <a:cubicBezTo>
                    <a:pt x="3536" y="77108"/>
                    <a:pt x="4691" y="75894"/>
                    <a:pt x="5917" y="74620"/>
                  </a:cubicBezTo>
                  <a:cubicBezTo>
                    <a:pt x="6906" y="73584"/>
                    <a:pt x="7930" y="72512"/>
                    <a:pt x="8632" y="71286"/>
                  </a:cubicBezTo>
                  <a:cubicBezTo>
                    <a:pt x="9620" y="69536"/>
                    <a:pt x="10037" y="67750"/>
                    <a:pt x="10442" y="66011"/>
                  </a:cubicBezTo>
                  <a:cubicBezTo>
                    <a:pt x="10847" y="64261"/>
                    <a:pt x="11228" y="62606"/>
                    <a:pt x="12168" y="61035"/>
                  </a:cubicBezTo>
                  <a:cubicBezTo>
                    <a:pt x="13204" y="59308"/>
                    <a:pt x="14847" y="57975"/>
                    <a:pt x="16419" y="56677"/>
                  </a:cubicBezTo>
                  <a:cubicBezTo>
                    <a:pt x="17038" y="56177"/>
                    <a:pt x="17669" y="55653"/>
                    <a:pt x="18264" y="55117"/>
                  </a:cubicBezTo>
                  <a:cubicBezTo>
                    <a:pt x="23789" y="50105"/>
                    <a:pt x="24396" y="45283"/>
                    <a:pt x="25182" y="39175"/>
                  </a:cubicBezTo>
                  <a:cubicBezTo>
                    <a:pt x="25372" y="37687"/>
                    <a:pt x="25563" y="36151"/>
                    <a:pt x="25849" y="34508"/>
                  </a:cubicBezTo>
                  <a:cubicBezTo>
                    <a:pt x="26694" y="29555"/>
                    <a:pt x="29504" y="27781"/>
                    <a:pt x="33052" y="25530"/>
                  </a:cubicBezTo>
                  <a:cubicBezTo>
                    <a:pt x="34612" y="24554"/>
                    <a:pt x="36219" y="23530"/>
                    <a:pt x="37779" y="22161"/>
                  </a:cubicBezTo>
                  <a:cubicBezTo>
                    <a:pt x="40600" y="19672"/>
                    <a:pt x="41779" y="15720"/>
                    <a:pt x="42910" y="11898"/>
                  </a:cubicBezTo>
                  <a:cubicBezTo>
                    <a:pt x="44267" y="7361"/>
                    <a:pt x="45541" y="3075"/>
                    <a:pt x="49363" y="1777"/>
                  </a:cubicBezTo>
                  <a:cubicBezTo>
                    <a:pt x="49840" y="1611"/>
                    <a:pt x="50102" y="1099"/>
                    <a:pt x="49935" y="622"/>
                  </a:cubicBezTo>
                  <a:cubicBezTo>
                    <a:pt x="49802" y="244"/>
                    <a:pt x="49452" y="1"/>
                    <a:pt x="49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51"/>
            <p:cNvSpPr/>
            <p:nvPr/>
          </p:nvSpPr>
          <p:spPr>
            <a:xfrm>
              <a:off x="5802095" y="1613794"/>
              <a:ext cx="550072" cy="1038311"/>
            </a:xfrm>
            <a:custGeom>
              <a:avLst/>
              <a:gdLst/>
              <a:ahLst/>
              <a:cxnLst/>
              <a:rect l="l" t="t" r="r" b="b"/>
              <a:pathLst>
                <a:path w="50103" h="94574" extrusionOk="0">
                  <a:moveTo>
                    <a:pt x="49076" y="0"/>
                  </a:moveTo>
                  <a:cubicBezTo>
                    <a:pt x="48978" y="0"/>
                    <a:pt x="48878" y="16"/>
                    <a:pt x="48780" y="50"/>
                  </a:cubicBezTo>
                  <a:cubicBezTo>
                    <a:pt x="44066" y="1658"/>
                    <a:pt x="42589" y="6599"/>
                    <a:pt x="41172" y="11385"/>
                  </a:cubicBezTo>
                  <a:cubicBezTo>
                    <a:pt x="40113" y="14957"/>
                    <a:pt x="39005" y="18648"/>
                    <a:pt x="36577" y="20791"/>
                  </a:cubicBezTo>
                  <a:cubicBezTo>
                    <a:pt x="35124" y="22065"/>
                    <a:pt x="33576" y="23041"/>
                    <a:pt x="32088" y="23994"/>
                  </a:cubicBezTo>
                  <a:cubicBezTo>
                    <a:pt x="28456" y="26280"/>
                    <a:pt x="25039" y="28447"/>
                    <a:pt x="24051" y="34198"/>
                  </a:cubicBezTo>
                  <a:cubicBezTo>
                    <a:pt x="23765" y="35888"/>
                    <a:pt x="23563" y="37436"/>
                    <a:pt x="23373" y="38948"/>
                  </a:cubicBezTo>
                  <a:cubicBezTo>
                    <a:pt x="22611" y="44901"/>
                    <a:pt x="22063" y="49199"/>
                    <a:pt x="17038" y="53771"/>
                  </a:cubicBezTo>
                  <a:cubicBezTo>
                    <a:pt x="16479" y="54271"/>
                    <a:pt x="15883" y="54771"/>
                    <a:pt x="15264" y="55272"/>
                  </a:cubicBezTo>
                  <a:cubicBezTo>
                    <a:pt x="13574" y="56665"/>
                    <a:pt x="11812" y="58105"/>
                    <a:pt x="10609" y="60105"/>
                  </a:cubicBezTo>
                  <a:cubicBezTo>
                    <a:pt x="9514" y="61927"/>
                    <a:pt x="9085" y="63796"/>
                    <a:pt x="8668" y="65606"/>
                  </a:cubicBezTo>
                  <a:cubicBezTo>
                    <a:pt x="8275" y="67285"/>
                    <a:pt x="7906" y="68868"/>
                    <a:pt x="7049" y="70381"/>
                  </a:cubicBezTo>
                  <a:cubicBezTo>
                    <a:pt x="6466" y="71416"/>
                    <a:pt x="5561" y="72357"/>
                    <a:pt x="4608" y="73357"/>
                  </a:cubicBezTo>
                  <a:cubicBezTo>
                    <a:pt x="3310" y="74714"/>
                    <a:pt x="1965" y="76107"/>
                    <a:pt x="1286" y="77893"/>
                  </a:cubicBezTo>
                  <a:cubicBezTo>
                    <a:pt x="1" y="81215"/>
                    <a:pt x="393" y="85120"/>
                    <a:pt x="774" y="88883"/>
                  </a:cubicBezTo>
                  <a:cubicBezTo>
                    <a:pt x="953" y="90585"/>
                    <a:pt x="1108" y="92181"/>
                    <a:pt x="1108" y="93657"/>
                  </a:cubicBezTo>
                  <a:cubicBezTo>
                    <a:pt x="1108" y="94157"/>
                    <a:pt x="1513" y="94574"/>
                    <a:pt x="2025" y="94574"/>
                  </a:cubicBezTo>
                  <a:cubicBezTo>
                    <a:pt x="2525" y="94574"/>
                    <a:pt x="2929" y="94157"/>
                    <a:pt x="2929" y="93657"/>
                  </a:cubicBezTo>
                  <a:cubicBezTo>
                    <a:pt x="2941" y="92098"/>
                    <a:pt x="2775" y="90443"/>
                    <a:pt x="2596" y="88704"/>
                  </a:cubicBezTo>
                  <a:cubicBezTo>
                    <a:pt x="2239" y="85144"/>
                    <a:pt x="1870" y="81465"/>
                    <a:pt x="2989" y="78560"/>
                  </a:cubicBezTo>
                  <a:cubicBezTo>
                    <a:pt x="3537" y="77108"/>
                    <a:pt x="4704" y="75905"/>
                    <a:pt x="5930" y="74619"/>
                  </a:cubicBezTo>
                  <a:cubicBezTo>
                    <a:pt x="6918" y="73583"/>
                    <a:pt x="7942" y="72512"/>
                    <a:pt x="8633" y="71285"/>
                  </a:cubicBezTo>
                  <a:cubicBezTo>
                    <a:pt x="9633" y="69547"/>
                    <a:pt x="10038" y="67749"/>
                    <a:pt x="10442" y="66023"/>
                  </a:cubicBezTo>
                  <a:cubicBezTo>
                    <a:pt x="10847" y="64273"/>
                    <a:pt x="11240" y="62618"/>
                    <a:pt x="12181" y="61046"/>
                  </a:cubicBezTo>
                  <a:cubicBezTo>
                    <a:pt x="13216" y="59320"/>
                    <a:pt x="14848" y="57974"/>
                    <a:pt x="16431" y="56676"/>
                  </a:cubicBezTo>
                  <a:cubicBezTo>
                    <a:pt x="17038" y="56176"/>
                    <a:pt x="17681" y="55653"/>
                    <a:pt x="18265" y="55117"/>
                  </a:cubicBezTo>
                  <a:cubicBezTo>
                    <a:pt x="23789" y="50104"/>
                    <a:pt x="24408" y="45282"/>
                    <a:pt x="25182" y="39174"/>
                  </a:cubicBezTo>
                  <a:cubicBezTo>
                    <a:pt x="25373" y="37686"/>
                    <a:pt x="25575" y="36150"/>
                    <a:pt x="25849" y="34507"/>
                  </a:cubicBezTo>
                  <a:cubicBezTo>
                    <a:pt x="26706" y="29554"/>
                    <a:pt x="29504" y="27780"/>
                    <a:pt x="33064" y="25542"/>
                  </a:cubicBezTo>
                  <a:cubicBezTo>
                    <a:pt x="34612" y="24553"/>
                    <a:pt x="36231" y="23541"/>
                    <a:pt x="37791" y="22160"/>
                  </a:cubicBezTo>
                  <a:cubicBezTo>
                    <a:pt x="40613" y="19672"/>
                    <a:pt x="41791" y="15731"/>
                    <a:pt x="42923" y="11909"/>
                  </a:cubicBezTo>
                  <a:cubicBezTo>
                    <a:pt x="44268" y="7373"/>
                    <a:pt x="45542" y="3087"/>
                    <a:pt x="49364" y="1777"/>
                  </a:cubicBezTo>
                  <a:cubicBezTo>
                    <a:pt x="49852" y="1622"/>
                    <a:pt x="50102" y="1098"/>
                    <a:pt x="49935" y="622"/>
                  </a:cubicBezTo>
                  <a:cubicBezTo>
                    <a:pt x="49812" y="243"/>
                    <a:pt x="49456" y="0"/>
                    <a:pt x="490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51"/>
            <p:cNvSpPr/>
            <p:nvPr/>
          </p:nvSpPr>
          <p:spPr>
            <a:xfrm>
              <a:off x="6012548" y="1698364"/>
              <a:ext cx="586664" cy="1084070"/>
            </a:xfrm>
            <a:custGeom>
              <a:avLst/>
              <a:gdLst/>
              <a:ahLst/>
              <a:cxnLst/>
              <a:rect l="l" t="t" r="r" b="b"/>
              <a:pathLst>
                <a:path w="53436" h="98742" extrusionOk="0">
                  <a:moveTo>
                    <a:pt x="52333" y="1"/>
                  </a:moveTo>
                  <a:cubicBezTo>
                    <a:pt x="52229" y="1"/>
                    <a:pt x="52123" y="17"/>
                    <a:pt x="52019" y="51"/>
                  </a:cubicBezTo>
                  <a:cubicBezTo>
                    <a:pt x="46983" y="1730"/>
                    <a:pt x="45423" y="6897"/>
                    <a:pt x="43899" y="11886"/>
                  </a:cubicBezTo>
                  <a:cubicBezTo>
                    <a:pt x="42768" y="15612"/>
                    <a:pt x="41601" y="19470"/>
                    <a:pt x="39005" y="21708"/>
                  </a:cubicBezTo>
                  <a:cubicBezTo>
                    <a:pt x="37458" y="23042"/>
                    <a:pt x="35803" y="24066"/>
                    <a:pt x="34207" y="25054"/>
                  </a:cubicBezTo>
                  <a:cubicBezTo>
                    <a:pt x="30350" y="27447"/>
                    <a:pt x="26694" y="29697"/>
                    <a:pt x="25647" y="35710"/>
                  </a:cubicBezTo>
                  <a:cubicBezTo>
                    <a:pt x="25337" y="37460"/>
                    <a:pt x="25123" y="39091"/>
                    <a:pt x="24920" y="40663"/>
                  </a:cubicBezTo>
                  <a:cubicBezTo>
                    <a:pt x="24111" y="46878"/>
                    <a:pt x="23527" y="51379"/>
                    <a:pt x="18170" y="56141"/>
                  </a:cubicBezTo>
                  <a:cubicBezTo>
                    <a:pt x="17562" y="56677"/>
                    <a:pt x="16931" y="57189"/>
                    <a:pt x="16276" y="57701"/>
                  </a:cubicBezTo>
                  <a:cubicBezTo>
                    <a:pt x="14467" y="59165"/>
                    <a:pt x="12586" y="60665"/>
                    <a:pt x="11312" y="62761"/>
                  </a:cubicBezTo>
                  <a:cubicBezTo>
                    <a:pt x="10145" y="64654"/>
                    <a:pt x="9680" y="66607"/>
                    <a:pt x="9228" y="68500"/>
                  </a:cubicBezTo>
                  <a:cubicBezTo>
                    <a:pt x="8823" y="70262"/>
                    <a:pt x="8430" y="71917"/>
                    <a:pt x="7513" y="73488"/>
                  </a:cubicBezTo>
                  <a:cubicBezTo>
                    <a:pt x="6882" y="74572"/>
                    <a:pt x="5918" y="75548"/>
                    <a:pt x="4906" y="76596"/>
                  </a:cubicBezTo>
                  <a:cubicBezTo>
                    <a:pt x="3525" y="78013"/>
                    <a:pt x="2096" y="79477"/>
                    <a:pt x="1358" y="81335"/>
                  </a:cubicBezTo>
                  <a:cubicBezTo>
                    <a:pt x="1" y="84799"/>
                    <a:pt x="417" y="88871"/>
                    <a:pt x="822" y="92812"/>
                  </a:cubicBezTo>
                  <a:cubicBezTo>
                    <a:pt x="1001" y="94586"/>
                    <a:pt x="1179" y="96253"/>
                    <a:pt x="1167" y="97789"/>
                  </a:cubicBezTo>
                  <a:cubicBezTo>
                    <a:pt x="1167" y="98313"/>
                    <a:pt x="1608" y="98742"/>
                    <a:pt x="2144" y="98742"/>
                  </a:cubicBezTo>
                  <a:cubicBezTo>
                    <a:pt x="2680" y="98742"/>
                    <a:pt x="3120" y="98313"/>
                    <a:pt x="3120" y="97789"/>
                  </a:cubicBezTo>
                  <a:cubicBezTo>
                    <a:pt x="3120" y="96158"/>
                    <a:pt x="2941" y="94443"/>
                    <a:pt x="2763" y="92610"/>
                  </a:cubicBezTo>
                  <a:cubicBezTo>
                    <a:pt x="2382" y="88907"/>
                    <a:pt x="1977" y="85061"/>
                    <a:pt x="3180" y="82025"/>
                  </a:cubicBezTo>
                  <a:cubicBezTo>
                    <a:pt x="3775" y="80513"/>
                    <a:pt x="5001" y="79251"/>
                    <a:pt x="6311" y="77918"/>
                  </a:cubicBezTo>
                  <a:cubicBezTo>
                    <a:pt x="7371" y="76834"/>
                    <a:pt x="8466" y="75715"/>
                    <a:pt x="9204" y="74441"/>
                  </a:cubicBezTo>
                  <a:cubicBezTo>
                    <a:pt x="10264" y="72619"/>
                    <a:pt x="10704" y="70738"/>
                    <a:pt x="11133" y="68940"/>
                  </a:cubicBezTo>
                  <a:cubicBezTo>
                    <a:pt x="11562" y="67107"/>
                    <a:pt x="11978" y="65380"/>
                    <a:pt x="12978" y="63737"/>
                  </a:cubicBezTo>
                  <a:cubicBezTo>
                    <a:pt x="14086" y="61939"/>
                    <a:pt x="15824" y="60534"/>
                    <a:pt x="17515" y="59177"/>
                  </a:cubicBezTo>
                  <a:cubicBezTo>
                    <a:pt x="18170" y="58653"/>
                    <a:pt x="18848" y="58117"/>
                    <a:pt x="19479" y="57558"/>
                  </a:cubicBezTo>
                  <a:cubicBezTo>
                    <a:pt x="25361" y="52319"/>
                    <a:pt x="26028" y="47283"/>
                    <a:pt x="26849" y="40901"/>
                  </a:cubicBezTo>
                  <a:cubicBezTo>
                    <a:pt x="27052" y="39353"/>
                    <a:pt x="27266" y="37746"/>
                    <a:pt x="27564" y="36031"/>
                  </a:cubicBezTo>
                  <a:cubicBezTo>
                    <a:pt x="28468" y="30864"/>
                    <a:pt x="31469" y="29007"/>
                    <a:pt x="35255" y="26661"/>
                  </a:cubicBezTo>
                  <a:cubicBezTo>
                    <a:pt x="36910" y="25637"/>
                    <a:pt x="38624" y="24578"/>
                    <a:pt x="40291" y="23137"/>
                  </a:cubicBezTo>
                  <a:cubicBezTo>
                    <a:pt x="43304" y="20541"/>
                    <a:pt x="44554" y="16422"/>
                    <a:pt x="45768" y="12433"/>
                  </a:cubicBezTo>
                  <a:cubicBezTo>
                    <a:pt x="47209" y="7695"/>
                    <a:pt x="48566" y="3218"/>
                    <a:pt x="52650" y="1861"/>
                  </a:cubicBezTo>
                  <a:cubicBezTo>
                    <a:pt x="53162" y="1694"/>
                    <a:pt x="53436" y="1146"/>
                    <a:pt x="53257" y="646"/>
                  </a:cubicBezTo>
                  <a:cubicBezTo>
                    <a:pt x="53115" y="248"/>
                    <a:pt x="52739" y="1"/>
                    <a:pt x="523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51"/>
            <p:cNvSpPr/>
            <p:nvPr/>
          </p:nvSpPr>
          <p:spPr>
            <a:xfrm>
              <a:off x="6092551" y="1698386"/>
              <a:ext cx="603000" cy="1114108"/>
            </a:xfrm>
            <a:custGeom>
              <a:avLst/>
              <a:gdLst/>
              <a:ahLst/>
              <a:cxnLst/>
              <a:rect l="l" t="t" r="r" b="b"/>
              <a:pathLst>
                <a:path w="54924" h="101478" extrusionOk="0">
                  <a:moveTo>
                    <a:pt x="53785" y="0"/>
                  </a:moveTo>
                  <a:cubicBezTo>
                    <a:pt x="53681" y="0"/>
                    <a:pt x="53575" y="16"/>
                    <a:pt x="53471" y="49"/>
                  </a:cubicBezTo>
                  <a:cubicBezTo>
                    <a:pt x="48304" y="1775"/>
                    <a:pt x="46685" y="7085"/>
                    <a:pt x="45125" y="12217"/>
                  </a:cubicBezTo>
                  <a:cubicBezTo>
                    <a:pt x="43970" y="16051"/>
                    <a:pt x="42767" y="20016"/>
                    <a:pt x="40100" y="22302"/>
                  </a:cubicBezTo>
                  <a:cubicBezTo>
                    <a:pt x="38505" y="23683"/>
                    <a:pt x="36814" y="24730"/>
                    <a:pt x="35171" y="25742"/>
                  </a:cubicBezTo>
                  <a:cubicBezTo>
                    <a:pt x="31207" y="28207"/>
                    <a:pt x="27444" y="30529"/>
                    <a:pt x="26373" y="36696"/>
                  </a:cubicBezTo>
                  <a:cubicBezTo>
                    <a:pt x="26051" y="38506"/>
                    <a:pt x="25837" y="40173"/>
                    <a:pt x="25622" y="41792"/>
                  </a:cubicBezTo>
                  <a:cubicBezTo>
                    <a:pt x="24789" y="48186"/>
                    <a:pt x="24182" y="52793"/>
                    <a:pt x="18681" y="57699"/>
                  </a:cubicBezTo>
                  <a:cubicBezTo>
                    <a:pt x="18062" y="58246"/>
                    <a:pt x="17407" y="58770"/>
                    <a:pt x="16740" y="59306"/>
                  </a:cubicBezTo>
                  <a:cubicBezTo>
                    <a:pt x="14871" y="60806"/>
                    <a:pt x="12942" y="62354"/>
                    <a:pt x="11633" y="64497"/>
                  </a:cubicBezTo>
                  <a:cubicBezTo>
                    <a:pt x="10442" y="66450"/>
                    <a:pt x="9966" y="68462"/>
                    <a:pt x="9501" y="70403"/>
                  </a:cubicBezTo>
                  <a:cubicBezTo>
                    <a:pt x="9073" y="72201"/>
                    <a:pt x="8668" y="73903"/>
                    <a:pt x="7727" y="75534"/>
                  </a:cubicBezTo>
                  <a:cubicBezTo>
                    <a:pt x="7084" y="76630"/>
                    <a:pt x="6096" y="77642"/>
                    <a:pt x="5048" y="78725"/>
                  </a:cubicBezTo>
                  <a:cubicBezTo>
                    <a:pt x="3632" y="80178"/>
                    <a:pt x="2155" y="81678"/>
                    <a:pt x="1405" y="83595"/>
                  </a:cubicBezTo>
                  <a:cubicBezTo>
                    <a:pt x="0" y="87155"/>
                    <a:pt x="441" y="91334"/>
                    <a:pt x="857" y="95382"/>
                  </a:cubicBezTo>
                  <a:cubicBezTo>
                    <a:pt x="1036" y="97204"/>
                    <a:pt x="1215" y="98930"/>
                    <a:pt x="1215" y="100502"/>
                  </a:cubicBezTo>
                  <a:cubicBezTo>
                    <a:pt x="1215" y="101037"/>
                    <a:pt x="1667" y="101478"/>
                    <a:pt x="2215" y="101478"/>
                  </a:cubicBezTo>
                  <a:cubicBezTo>
                    <a:pt x="2774" y="101478"/>
                    <a:pt x="3215" y="101049"/>
                    <a:pt x="3215" y="100502"/>
                  </a:cubicBezTo>
                  <a:cubicBezTo>
                    <a:pt x="3227" y="98835"/>
                    <a:pt x="3036" y="97061"/>
                    <a:pt x="2846" y="95180"/>
                  </a:cubicBezTo>
                  <a:cubicBezTo>
                    <a:pt x="2453" y="91370"/>
                    <a:pt x="2048" y="87429"/>
                    <a:pt x="3274" y="84297"/>
                  </a:cubicBezTo>
                  <a:cubicBezTo>
                    <a:pt x="3882" y="82749"/>
                    <a:pt x="5156" y="81452"/>
                    <a:pt x="6501" y="80071"/>
                  </a:cubicBezTo>
                  <a:cubicBezTo>
                    <a:pt x="7585" y="78963"/>
                    <a:pt x="8704" y="77820"/>
                    <a:pt x="9466" y="76499"/>
                  </a:cubicBezTo>
                  <a:cubicBezTo>
                    <a:pt x="10561" y="74629"/>
                    <a:pt x="11014" y="72701"/>
                    <a:pt x="11454" y="70843"/>
                  </a:cubicBezTo>
                  <a:cubicBezTo>
                    <a:pt x="11895" y="68962"/>
                    <a:pt x="12311" y="67188"/>
                    <a:pt x="13347" y="65509"/>
                  </a:cubicBezTo>
                  <a:cubicBezTo>
                    <a:pt x="14490" y="63652"/>
                    <a:pt x="16276" y="62211"/>
                    <a:pt x="18014" y="60818"/>
                  </a:cubicBezTo>
                  <a:cubicBezTo>
                    <a:pt x="18681" y="60282"/>
                    <a:pt x="19384" y="59723"/>
                    <a:pt x="20027" y="59151"/>
                  </a:cubicBezTo>
                  <a:cubicBezTo>
                    <a:pt x="26075" y="53758"/>
                    <a:pt x="26754" y="48590"/>
                    <a:pt x="27611" y="42042"/>
                  </a:cubicBezTo>
                  <a:cubicBezTo>
                    <a:pt x="27813" y="40447"/>
                    <a:pt x="28039" y="38792"/>
                    <a:pt x="28337" y="37030"/>
                  </a:cubicBezTo>
                  <a:cubicBezTo>
                    <a:pt x="29278" y="31719"/>
                    <a:pt x="32350" y="29814"/>
                    <a:pt x="36243" y="27397"/>
                  </a:cubicBezTo>
                  <a:cubicBezTo>
                    <a:pt x="37945" y="26350"/>
                    <a:pt x="39708" y="25254"/>
                    <a:pt x="41422" y="23778"/>
                  </a:cubicBezTo>
                  <a:cubicBezTo>
                    <a:pt x="44518" y="21111"/>
                    <a:pt x="45804" y="16872"/>
                    <a:pt x="47054" y="12777"/>
                  </a:cubicBezTo>
                  <a:cubicBezTo>
                    <a:pt x="48530" y="7907"/>
                    <a:pt x="49923" y="3299"/>
                    <a:pt x="54114" y="1906"/>
                  </a:cubicBezTo>
                  <a:cubicBezTo>
                    <a:pt x="54638" y="1728"/>
                    <a:pt x="54924" y="1180"/>
                    <a:pt x="54745" y="668"/>
                  </a:cubicBezTo>
                  <a:cubicBezTo>
                    <a:pt x="54602" y="257"/>
                    <a:pt x="54206" y="0"/>
                    <a:pt x="537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51"/>
            <p:cNvSpPr/>
            <p:nvPr/>
          </p:nvSpPr>
          <p:spPr>
            <a:xfrm>
              <a:off x="5877520" y="1647258"/>
              <a:ext cx="550061" cy="1038190"/>
            </a:xfrm>
            <a:custGeom>
              <a:avLst/>
              <a:gdLst/>
              <a:ahLst/>
              <a:cxnLst/>
              <a:rect l="l" t="t" r="r" b="b"/>
              <a:pathLst>
                <a:path w="50102" h="94563" extrusionOk="0">
                  <a:moveTo>
                    <a:pt x="49074" y="0"/>
                  </a:moveTo>
                  <a:cubicBezTo>
                    <a:pt x="48977" y="0"/>
                    <a:pt x="48878" y="16"/>
                    <a:pt x="48780" y="50"/>
                  </a:cubicBezTo>
                  <a:cubicBezTo>
                    <a:pt x="44054" y="1658"/>
                    <a:pt x="42589" y="6599"/>
                    <a:pt x="41160" y="11385"/>
                  </a:cubicBezTo>
                  <a:cubicBezTo>
                    <a:pt x="40101" y="14957"/>
                    <a:pt x="39005" y="18648"/>
                    <a:pt x="36576" y="20779"/>
                  </a:cubicBezTo>
                  <a:cubicBezTo>
                    <a:pt x="35124" y="22065"/>
                    <a:pt x="33576" y="23041"/>
                    <a:pt x="32076" y="23982"/>
                  </a:cubicBezTo>
                  <a:cubicBezTo>
                    <a:pt x="28456" y="26280"/>
                    <a:pt x="25039" y="28447"/>
                    <a:pt x="24051" y="34198"/>
                  </a:cubicBezTo>
                  <a:cubicBezTo>
                    <a:pt x="23765" y="35876"/>
                    <a:pt x="23563" y="37436"/>
                    <a:pt x="23372" y="38936"/>
                  </a:cubicBezTo>
                  <a:cubicBezTo>
                    <a:pt x="22610" y="44901"/>
                    <a:pt x="22063" y="49199"/>
                    <a:pt x="17038" y="53759"/>
                  </a:cubicBezTo>
                  <a:cubicBezTo>
                    <a:pt x="16479" y="54271"/>
                    <a:pt x="15871" y="54760"/>
                    <a:pt x="15264" y="55260"/>
                  </a:cubicBezTo>
                  <a:cubicBezTo>
                    <a:pt x="13562" y="56653"/>
                    <a:pt x="11800" y="58105"/>
                    <a:pt x="10609" y="60105"/>
                  </a:cubicBezTo>
                  <a:cubicBezTo>
                    <a:pt x="9514" y="61915"/>
                    <a:pt x="9085" y="63796"/>
                    <a:pt x="8656" y="65606"/>
                  </a:cubicBezTo>
                  <a:cubicBezTo>
                    <a:pt x="8275" y="67285"/>
                    <a:pt x="7906" y="68868"/>
                    <a:pt x="7049" y="70381"/>
                  </a:cubicBezTo>
                  <a:cubicBezTo>
                    <a:pt x="6466" y="71416"/>
                    <a:pt x="5561" y="72357"/>
                    <a:pt x="4596" y="73357"/>
                  </a:cubicBezTo>
                  <a:cubicBezTo>
                    <a:pt x="3310" y="74703"/>
                    <a:pt x="1965" y="76107"/>
                    <a:pt x="1274" y="77893"/>
                  </a:cubicBezTo>
                  <a:cubicBezTo>
                    <a:pt x="0" y="81215"/>
                    <a:pt x="393" y="85109"/>
                    <a:pt x="774" y="88883"/>
                  </a:cubicBezTo>
                  <a:cubicBezTo>
                    <a:pt x="941" y="90574"/>
                    <a:pt x="1108" y="92181"/>
                    <a:pt x="1108" y="93645"/>
                  </a:cubicBezTo>
                  <a:cubicBezTo>
                    <a:pt x="1096" y="94157"/>
                    <a:pt x="1513" y="94562"/>
                    <a:pt x="2013" y="94562"/>
                  </a:cubicBezTo>
                  <a:cubicBezTo>
                    <a:pt x="2525" y="94562"/>
                    <a:pt x="2929" y="94157"/>
                    <a:pt x="2929" y="93657"/>
                  </a:cubicBezTo>
                  <a:cubicBezTo>
                    <a:pt x="2929" y="92097"/>
                    <a:pt x="2763" y="90443"/>
                    <a:pt x="2596" y="88692"/>
                  </a:cubicBezTo>
                  <a:cubicBezTo>
                    <a:pt x="2227" y="85144"/>
                    <a:pt x="1858" y="81465"/>
                    <a:pt x="2977" y="78548"/>
                  </a:cubicBezTo>
                  <a:cubicBezTo>
                    <a:pt x="3537" y="77108"/>
                    <a:pt x="4692" y="75893"/>
                    <a:pt x="5918" y="74619"/>
                  </a:cubicBezTo>
                  <a:cubicBezTo>
                    <a:pt x="6918" y="73583"/>
                    <a:pt x="7942" y="72512"/>
                    <a:pt x="8632" y="71285"/>
                  </a:cubicBezTo>
                  <a:cubicBezTo>
                    <a:pt x="9621" y="69535"/>
                    <a:pt x="10037" y="67749"/>
                    <a:pt x="10442" y="66011"/>
                  </a:cubicBezTo>
                  <a:cubicBezTo>
                    <a:pt x="10847" y="64261"/>
                    <a:pt x="11228" y="62606"/>
                    <a:pt x="12169" y="61046"/>
                  </a:cubicBezTo>
                  <a:cubicBezTo>
                    <a:pt x="13204" y="59308"/>
                    <a:pt x="14848" y="57974"/>
                    <a:pt x="16419" y="56676"/>
                  </a:cubicBezTo>
                  <a:cubicBezTo>
                    <a:pt x="17038" y="56176"/>
                    <a:pt x="17669" y="55653"/>
                    <a:pt x="18265" y="55117"/>
                  </a:cubicBezTo>
                  <a:cubicBezTo>
                    <a:pt x="23789" y="50104"/>
                    <a:pt x="24396" y="45270"/>
                    <a:pt x="25182" y="39174"/>
                  </a:cubicBezTo>
                  <a:cubicBezTo>
                    <a:pt x="25373" y="37686"/>
                    <a:pt x="25563" y="36150"/>
                    <a:pt x="25849" y="34507"/>
                  </a:cubicBezTo>
                  <a:cubicBezTo>
                    <a:pt x="26694" y="29554"/>
                    <a:pt x="29504" y="27780"/>
                    <a:pt x="33052" y="25530"/>
                  </a:cubicBezTo>
                  <a:cubicBezTo>
                    <a:pt x="34612" y="24553"/>
                    <a:pt x="36219" y="23530"/>
                    <a:pt x="37779" y="22160"/>
                  </a:cubicBezTo>
                  <a:cubicBezTo>
                    <a:pt x="40613" y="19672"/>
                    <a:pt x="41779" y="15719"/>
                    <a:pt x="42922" y="11897"/>
                  </a:cubicBezTo>
                  <a:cubicBezTo>
                    <a:pt x="44268" y="7361"/>
                    <a:pt x="45542" y="3075"/>
                    <a:pt x="49364" y="1777"/>
                  </a:cubicBezTo>
                  <a:cubicBezTo>
                    <a:pt x="49840" y="1610"/>
                    <a:pt x="50102" y="1098"/>
                    <a:pt x="49935" y="622"/>
                  </a:cubicBezTo>
                  <a:cubicBezTo>
                    <a:pt x="49803" y="243"/>
                    <a:pt x="49452" y="0"/>
                    <a:pt x="49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51"/>
            <p:cNvSpPr/>
            <p:nvPr/>
          </p:nvSpPr>
          <p:spPr>
            <a:xfrm>
              <a:off x="5947587" y="1684037"/>
              <a:ext cx="550061" cy="1038267"/>
            </a:xfrm>
            <a:custGeom>
              <a:avLst/>
              <a:gdLst/>
              <a:ahLst/>
              <a:cxnLst/>
              <a:rect l="l" t="t" r="r" b="b"/>
              <a:pathLst>
                <a:path w="50102" h="94570" extrusionOk="0">
                  <a:moveTo>
                    <a:pt x="49067" y="0"/>
                  </a:moveTo>
                  <a:cubicBezTo>
                    <a:pt x="48972" y="0"/>
                    <a:pt x="48875" y="15"/>
                    <a:pt x="48780" y="46"/>
                  </a:cubicBezTo>
                  <a:cubicBezTo>
                    <a:pt x="44053" y="1653"/>
                    <a:pt x="42589" y="6606"/>
                    <a:pt x="41160" y="11381"/>
                  </a:cubicBezTo>
                  <a:cubicBezTo>
                    <a:pt x="40100" y="14953"/>
                    <a:pt x="39005" y="18644"/>
                    <a:pt x="36576" y="20787"/>
                  </a:cubicBezTo>
                  <a:cubicBezTo>
                    <a:pt x="35124" y="22073"/>
                    <a:pt x="33576" y="23049"/>
                    <a:pt x="32088" y="23990"/>
                  </a:cubicBezTo>
                  <a:cubicBezTo>
                    <a:pt x="28456" y="26287"/>
                    <a:pt x="25039" y="28442"/>
                    <a:pt x="24051" y="34193"/>
                  </a:cubicBezTo>
                  <a:cubicBezTo>
                    <a:pt x="23765" y="35884"/>
                    <a:pt x="23563" y="37432"/>
                    <a:pt x="23372" y="38944"/>
                  </a:cubicBezTo>
                  <a:cubicBezTo>
                    <a:pt x="22610" y="44897"/>
                    <a:pt x="22062" y="49207"/>
                    <a:pt x="17038" y="53767"/>
                  </a:cubicBezTo>
                  <a:cubicBezTo>
                    <a:pt x="16478" y="54279"/>
                    <a:pt x="15871" y="54767"/>
                    <a:pt x="15264" y="55267"/>
                  </a:cubicBezTo>
                  <a:cubicBezTo>
                    <a:pt x="13561" y="56660"/>
                    <a:pt x="11811" y="58101"/>
                    <a:pt x="10609" y="60101"/>
                  </a:cubicBezTo>
                  <a:cubicBezTo>
                    <a:pt x="9513" y="61923"/>
                    <a:pt x="9085" y="63792"/>
                    <a:pt x="8656" y="65602"/>
                  </a:cubicBezTo>
                  <a:cubicBezTo>
                    <a:pt x="8275" y="67281"/>
                    <a:pt x="7906" y="68876"/>
                    <a:pt x="7049" y="70388"/>
                  </a:cubicBezTo>
                  <a:cubicBezTo>
                    <a:pt x="6465" y="71412"/>
                    <a:pt x="5560" y="72353"/>
                    <a:pt x="4608" y="73353"/>
                  </a:cubicBezTo>
                  <a:cubicBezTo>
                    <a:pt x="3310" y="74710"/>
                    <a:pt x="1965" y="76115"/>
                    <a:pt x="1274" y="77901"/>
                  </a:cubicBezTo>
                  <a:cubicBezTo>
                    <a:pt x="0" y="81211"/>
                    <a:pt x="393" y="85116"/>
                    <a:pt x="774" y="88878"/>
                  </a:cubicBezTo>
                  <a:cubicBezTo>
                    <a:pt x="941" y="90581"/>
                    <a:pt x="1107" y="92188"/>
                    <a:pt x="1107" y="93653"/>
                  </a:cubicBezTo>
                  <a:cubicBezTo>
                    <a:pt x="1107" y="94153"/>
                    <a:pt x="1512" y="94570"/>
                    <a:pt x="2012" y="94570"/>
                  </a:cubicBezTo>
                  <a:cubicBezTo>
                    <a:pt x="2524" y="94570"/>
                    <a:pt x="2929" y="94165"/>
                    <a:pt x="2929" y="93653"/>
                  </a:cubicBezTo>
                  <a:cubicBezTo>
                    <a:pt x="2929" y="92093"/>
                    <a:pt x="2762" y="90450"/>
                    <a:pt x="2596" y="88700"/>
                  </a:cubicBezTo>
                  <a:cubicBezTo>
                    <a:pt x="2239" y="85140"/>
                    <a:pt x="1858" y="81461"/>
                    <a:pt x="2989" y="78556"/>
                  </a:cubicBezTo>
                  <a:cubicBezTo>
                    <a:pt x="3536" y="77115"/>
                    <a:pt x="4703" y="75901"/>
                    <a:pt x="5918" y="74615"/>
                  </a:cubicBezTo>
                  <a:cubicBezTo>
                    <a:pt x="6918" y="73579"/>
                    <a:pt x="7942" y="72507"/>
                    <a:pt x="8632" y="71281"/>
                  </a:cubicBezTo>
                  <a:cubicBezTo>
                    <a:pt x="9620" y="69543"/>
                    <a:pt x="10037" y="67757"/>
                    <a:pt x="10442" y="66019"/>
                  </a:cubicBezTo>
                  <a:cubicBezTo>
                    <a:pt x="10847" y="64268"/>
                    <a:pt x="11228" y="62613"/>
                    <a:pt x="12168" y="61042"/>
                  </a:cubicBezTo>
                  <a:cubicBezTo>
                    <a:pt x="13204" y="59315"/>
                    <a:pt x="14847" y="57970"/>
                    <a:pt x="16431" y="56684"/>
                  </a:cubicBezTo>
                  <a:cubicBezTo>
                    <a:pt x="17038" y="56172"/>
                    <a:pt x="17681" y="55648"/>
                    <a:pt x="18264" y="55124"/>
                  </a:cubicBezTo>
                  <a:cubicBezTo>
                    <a:pt x="23789" y="50100"/>
                    <a:pt x="24408" y="45278"/>
                    <a:pt x="25182" y="39170"/>
                  </a:cubicBezTo>
                  <a:cubicBezTo>
                    <a:pt x="25372" y="37682"/>
                    <a:pt x="25575" y="36146"/>
                    <a:pt x="25849" y="34503"/>
                  </a:cubicBezTo>
                  <a:cubicBezTo>
                    <a:pt x="26694" y="29562"/>
                    <a:pt x="29504" y="27776"/>
                    <a:pt x="33064" y="25537"/>
                  </a:cubicBezTo>
                  <a:cubicBezTo>
                    <a:pt x="34612" y="24549"/>
                    <a:pt x="36219" y="23537"/>
                    <a:pt x="37791" y="22156"/>
                  </a:cubicBezTo>
                  <a:cubicBezTo>
                    <a:pt x="40612" y="19679"/>
                    <a:pt x="41779" y="15727"/>
                    <a:pt x="42922" y="11905"/>
                  </a:cubicBezTo>
                  <a:cubicBezTo>
                    <a:pt x="44268" y="7368"/>
                    <a:pt x="45542" y="3082"/>
                    <a:pt x="49364" y="1784"/>
                  </a:cubicBezTo>
                  <a:cubicBezTo>
                    <a:pt x="49840" y="1618"/>
                    <a:pt x="50102" y="1094"/>
                    <a:pt x="49935" y="618"/>
                  </a:cubicBezTo>
                  <a:cubicBezTo>
                    <a:pt x="49802" y="237"/>
                    <a:pt x="49447" y="0"/>
                    <a:pt x="490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51"/>
            <p:cNvSpPr/>
            <p:nvPr/>
          </p:nvSpPr>
          <p:spPr>
            <a:xfrm>
              <a:off x="5634778" y="1283760"/>
              <a:ext cx="1315416" cy="452547"/>
            </a:xfrm>
            <a:custGeom>
              <a:avLst/>
              <a:gdLst/>
              <a:ahLst/>
              <a:cxnLst/>
              <a:rect l="l" t="t" r="r" b="b"/>
              <a:pathLst>
                <a:path w="119814" h="41220" extrusionOk="0">
                  <a:moveTo>
                    <a:pt x="79237" y="1"/>
                  </a:moveTo>
                  <a:cubicBezTo>
                    <a:pt x="64842" y="1"/>
                    <a:pt x="52198" y="7442"/>
                    <a:pt x="44994" y="18741"/>
                  </a:cubicBezTo>
                  <a:cubicBezTo>
                    <a:pt x="40291" y="15241"/>
                    <a:pt x="34410" y="13205"/>
                    <a:pt x="28028" y="13205"/>
                  </a:cubicBezTo>
                  <a:cubicBezTo>
                    <a:pt x="12550" y="13205"/>
                    <a:pt x="1" y="25123"/>
                    <a:pt x="1" y="41220"/>
                  </a:cubicBezTo>
                  <a:lnTo>
                    <a:pt x="119813" y="40577"/>
                  </a:lnTo>
                  <a:cubicBezTo>
                    <a:pt x="119813" y="18039"/>
                    <a:pt x="101644" y="1"/>
                    <a:pt x="792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4" name="Google Shape;724;p51"/>
          <p:cNvSpPr/>
          <p:nvPr/>
        </p:nvSpPr>
        <p:spPr>
          <a:xfrm>
            <a:off x="4911911" y="2408836"/>
            <a:ext cx="861310" cy="447189"/>
          </a:xfrm>
          <a:custGeom>
            <a:avLst/>
            <a:gdLst/>
            <a:ahLst/>
            <a:cxnLst/>
            <a:rect l="l" t="t" r="r" b="b"/>
            <a:pathLst>
              <a:path w="78452" h="40732" extrusionOk="0">
                <a:moveTo>
                  <a:pt x="39196" y="1"/>
                </a:moveTo>
                <a:cubicBezTo>
                  <a:pt x="33303" y="1"/>
                  <a:pt x="28004" y="2584"/>
                  <a:pt x="24397" y="6692"/>
                </a:cubicBezTo>
                <a:cubicBezTo>
                  <a:pt x="22313" y="9062"/>
                  <a:pt x="19311" y="10299"/>
                  <a:pt x="16174" y="10299"/>
                </a:cubicBezTo>
                <a:cubicBezTo>
                  <a:pt x="15923" y="10299"/>
                  <a:pt x="15672" y="10291"/>
                  <a:pt x="15420" y="10276"/>
                </a:cubicBezTo>
                <a:cubicBezTo>
                  <a:pt x="15122" y="10264"/>
                  <a:pt x="14824" y="10252"/>
                  <a:pt x="14527" y="10252"/>
                </a:cubicBezTo>
                <a:cubicBezTo>
                  <a:pt x="6502" y="10252"/>
                  <a:pt x="1" y="16741"/>
                  <a:pt x="1" y="24754"/>
                </a:cubicBezTo>
                <a:cubicBezTo>
                  <a:pt x="1" y="32766"/>
                  <a:pt x="6502" y="39255"/>
                  <a:pt x="14527" y="39255"/>
                </a:cubicBezTo>
                <a:cubicBezTo>
                  <a:pt x="16420" y="39255"/>
                  <a:pt x="18229" y="38898"/>
                  <a:pt x="19884" y="38243"/>
                </a:cubicBezTo>
                <a:cubicBezTo>
                  <a:pt x="21880" y="37452"/>
                  <a:pt x="23979" y="37091"/>
                  <a:pt x="26087" y="37091"/>
                </a:cubicBezTo>
                <a:cubicBezTo>
                  <a:pt x="28356" y="37091"/>
                  <a:pt x="30636" y="37509"/>
                  <a:pt x="32815" y="38255"/>
                </a:cubicBezTo>
                <a:cubicBezTo>
                  <a:pt x="34815" y="38946"/>
                  <a:pt x="36970" y="39315"/>
                  <a:pt x="39196" y="39315"/>
                </a:cubicBezTo>
                <a:cubicBezTo>
                  <a:pt x="40637" y="39315"/>
                  <a:pt x="42042" y="39160"/>
                  <a:pt x="43387" y="38862"/>
                </a:cubicBezTo>
                <a:cubicBezTo>
                  <a:pt x="44179" y="38691"/>
                  <a:pt x="44979" y="38607"/>
                  <a:pt x="45775" y="38607"/>
                </a:cubicBezTo>
                <a:cubicBezTo>
                  <a:pt x="47362" y="38607"/>
                  <a:pt x="48934" y="38943"/>
                  <a:pt x="50400" y="39601"/>
                </a:cubicBezTo>
                <a:cubicBezTo>
                  <a:pt x="52019" y="40327"/>
                  <a:pt x="53805" y="40732"/>
                  <a:pt x="55698" y="40732"/>
                </a:cubicBezTo>
                <a:cubicBezTo>
                  <a:pt x="58354" y="40732"/>
                  <a:pt x="60830" y="39922"/>
                  <a:pt x="62890" y="38553"/>
                </a:cubicBezTo>
                <a:cubicBezTo>
                  <a:pt x="64240" y="37652"/>
                  <a:pt x="65827" y="37207"/>
                  <a:pt x="67430" y="37207"/>
                </a:cubicBezTo>
                <a:cubicBezTo>
                  <a:pt x="68074" y="37207"/>
                  <a:pt x="68720" y="37278"/>
                  <a:pt x="69355" y="37422"/>
                </a:cubicBezTo>
                <a:cubicBezTo>
                  <a:pt x="69855" y="37529"/>
                  <a:pt x="70367" y="37588"/>
                  <a:pt x="70903" y="37588"/>
                </a:cubicBezTo>
                <a:cubicBezTo>
                  <a:pt x="75106" y="37588"/>
                  <a:pt x="78451" y="33957"/>
                  <a:pt x="77975" y="29671"/>
                </a:cubicBezTo>
                <a:cubicBezTo>
                  <a:pt x="77630" y="26504"/>
                  <a:pt x="75082" y="23896"/>
                  <a:pt x="71927" y="23456"/>
                </a:cubicBezTo>
                <a:cubicBezTo>
                  <a:pt x="71891" y="23444"/>
                  <a:pt x="71855" y="23444"/>
                  <a:pt x="71819" y="23432"/>
                </a:cubicBezTo>
                <a:cubicBezTo>
                  <a:pt x="69533" y="23158"/>
                  <a:pt x="67521" y="21967"/>
                  <a:pt x="66164" y="20122"/>
                </a:cubicBezTo>
                <a:cubicBezTo>
                  <a:pt x="64973" y="18503"/>
                  <a:pt x="63426" y="17181"/>
                  <a:pt x="61640" y="16264"/>
                </a:cubicBezTo>
                <a:cubicBezTo>
                  <a:pt x="59556" y="15181"/>
                  <a:pt x="57996" y="13335"/>
                  <a:pt x="56984" y="11216"/>
                </a:cubicBezTo>
                <a:cubicBezTo>
                  <a:pt x="53829" y="4584"/>
                  <a:pt x="47054" y="1"/>
                  <a:pt x="3919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51"/>
          <p:cNvSpPr/>
          <p:nvPr/>
        </p:nvSpPr>
        <p:spPr>
          <a:xfrm>
            <a:off x="7570431" y="1005733"/>
            <a:ext cx="535426" cy="278039"/>
          </a:xfrm>
          <a:custGeom>
            <a:avLst/>
            <a:gdLst/>
            <a:ahLst/>
            <a:cxnLst/>
            <a:rect l="l" t="t" r="r" b="b"/>
            <a:pathLst>
              <a:path w="48769" h="25325" extrusionOk="0">
                <a:moveTo>
                  <a:pt x="24372" y="0"/>
                </a:moveTo>
                <a:cubicBezTo>
                  <a:pt x="20705" y="0"/>
                  <a:pt x="17419" y="1607"/>
                  <a:pt x="15169" y="4155"/>
                </a:cubicBezTo>
                <a:cubicBezTo>
                  <a:pt x="13866" y="5635"/>
                  <a:pt x="12000" y="6408"/>
                  <a:pt x="10045" y="6408"/>
                </a:cubicBezTo>
                <a:cubicBezTo>
                  <a:pt x="9892" y="6408"/>
                  <a:pt x="9739" y="6403"/>
                  <a:pt x="9585" y="6394"/>
                </a:cubicBezTo>
                <a:cubicBezTo>
                  <a:pt x="9406" y="6382"/>
                  <a:pt x="9216" y="6370"/>
                  <a:pt x="9037" y="6370"/>
                </a:cubicBezTo>
                <a:cubicBezTo>
                  <a:pt x="4048" y="6370"/>
                  <a:pt x="0" y="10418"/>
                  <a:pt x="0" y="15395"/>
                </a:cubicBezTo>
                <a:cubicBezTo>
                  <a:pt x="0" y="20372"/>
                  <a:pt x="4048" y="24408"/>
                  <a:pt x="9037" y="24408"/>
                </a:cubicBezTo>
                <a:cubicBezTo>
                  <a:pt x="10204" y="24408"/>
                  <a:pt x="11335" y="24182"/>
                  <a:pt x="12359" y="23777"/>
                </a:cubicBezTo>
                <a:cubicBezTo>
                  <a:pt x="13593" y="23285"/>
                  <a:pt x="14893" y="23063"/>
                  <a:pt x="16201" y="23063"/>
                </a:cubicBezTo>
                <a:cubicBezTo>
                  <a:pt x="17619" y="23063"/>
                  <a:pt x="19045" y="23324"/>
                  <a:pt x="20408" y="23789"/>
                </a:cubicBezTo>
                <a:cubicBezTo>
                  <a:pt x="21646" y="24217"/>
                  <a:pt x="22979" y="24444"/>
                  <a:pt x="24372" y="24444"/>
                </a:cubicBezTo>
                <a:cubicBezTo>
                  <a:pt x="25265" y="24444"/>
                  <a:pt x="26135" y="24348"/>
                  <a:pt x="26980" y="24170"/>
                </a:cubicBezTo>
                <a:cubicBezTo>
                  <a:pt x="27470" y="24062"/>
                  <a:pt x="27967" y="24009"/>
                  <a:pt x="28462" y="24009"/>
                </a:cubicBezTo>
                <a:cubicBezTo>
                  <a:pt x="29447" y="24009"/>
                  <a:pt x="30427" y="24218"/>
                  <a:pt x="31338" y="24622"/>
                </a:cubicBezTo>
                <a:cubicBezTo>
                  <a:pt x="32338" y="25075"/>
                  <a:pt x="33457" y="25325"/>
                  <a:pt x="34624" y="25325"/>
                </a:cubicBezTo>
                <a:cubicBezTo>
                  <a:pt x="36279" y="25325"/>
                  <a:pt x="37815" y="24825"/>
                  <a:pt x="39100" y="23967"/>
                </a:cubicBezTo>
                <a:cubicBezTo>
                  <a:pt x="39941" y="23407"/>
                  <a:pt x="40926" y="23131"/>
                  <a:pt x="41923" y="23131"/>
                </a:cubicBezTo>
                <a:cubicBezTo>
                  <a:pt x="42325" y="23131"/>
                  <a:pt x="42728" y="23176"/>
                  <a:pt x="43125" y="23265"/>
                </a:cubicBezTo>
                <a:cubicBezTo>
                  <a:pt x="43434" y="23336"/>
                  <a:pt x="43756" y="23372"/>
                  <a:pt x="44077" y="23372"/>
                </a:cubicBezTo>
                <a:cubicBezTo>
                  <a:pt x="46697" y="23372"/>
                  <a:pt x="48768" y="21110"/>
                  <a:pt x="48483" y="18455"/>
                </a:cubicBezTo>
                <a:cubicBezTo>
                  <a:pt x="48256" y="16478"/>
                  <a:pt x="46685" y="14859"/>
                  <a:pt x="44720" y="14585"/>
                </a:cubicBezTo>
                <a:cubicBezTo>
                  <a:pt x="44696" y="14573"/>
                  <a:pt x="44673" y="14573"/>
                  <a:pt x="44649" y="14573"/>
                </a:cubicBezTo>
                <a:cubicBezTo>
                  <a:pt x="43232" y="14395"/>
                  <a:pt x="41982" y="13657"/>
                  <a:pt x="41136" y="12514"/>
                </a:cubicBezTo>
                <a:cubicBezTo>
                  <a:pt x="40398" y="11513"/>
                  <a:pt x="39434" y="10680"/>
                  <a:pt x="38327" y="10108"/>
                </a:cubicBezTo>
                <a:cubicBezTo>
                  <a:pt x="37029" y="9442"/>
                  <a:pt x="36052" y="8299"/>
                  <a:pt x="35433" y="6977"/>
                </a:cubicBezTo>
                <a:cubicBezTo>
                  <a:pt x="33469" y="2858"/>
                  <a:pt x="29254" y="0"/>
                  <a:pt x="2437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51"/>
          <p:cNvSpPr txBox="1">
            <a:spLocks noGrp="1"/>
          </p:cNvSpPr>
          <p:nvPr>
            <p:ph type="ctrTitle"/>
          </p:nvPr>
        </p:nvSpPr>
        <p:spPr>
          <a:xfrm>
            <a:off x="801622" y="1301057"/>
            <a:ext cx="44874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Digitalización y Sostenibilidad</a:t>
            </a:r>
            <a:endParaRPr dirty="0"/>
          </a:p>
        </p:txBody>
      </p:sp>
      <p:sp>
        <p:nvSpPr>
          <p:cNvPr id="727" name="Google Shape;727;p51"/>
          <p:cNvSpPr txBox="1">
            <a:spLocks noGrp="1"/>
          </p:cNvSpPr>
          <p:nvPr>
            <p:ph type="subTitle" idx="1"/>
          </p:nvPr>
        </p:nvSpPr>
        <p:spPr>
          <a:xfrm>
            <a:off x="810000" y="3575725"/>
            <a:ext cx="4847526" cy="4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Digitalización aplicada a los sectores productivos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728" name="Google Shape;728;p51"/>
          <p:cNvGrpSpPr/>
          <p:nvPr/>
        </p:nvGrpSpPr>
        <p:grpSpPr>
          <a:xfrm>
            <a:off x="5082500" y="889203"/>
            <a:ext cx="3763604" cy="2721846"/>
            <a:chOff x="5082500" y="889203"/>
            <a:chExt cx="3763604" cy="2721846"/>
          </a:xfrm>
        </p:grpSpPr>
        <p:sp>
          <p:nvSpPr>
            <p:cNvPr id="729" name="Google Shape;729;p51"/>
            <p:cNvSpPr/>
            <p:nvPr/>
          </p:nvSpPr>
          <p:spPr>
            <a:xfrm>
              <a:off x="7467033" y="2375505"/>
              <a:ext cx="929016" cy="1078153"/>
            </a:xfrm>
            <a:custGeom>
              <a:avLst/>
              <a:gdLst/>
              <a:ahLst/>
              <a:cxnLst/>
              <a:rect l="l" t="t" r="r" b="b"/>
              <a:pathLst>
                <a:path w="84619" h="98203" extrusionOk="0">
                  <a:moveTo>
                    <a:pt x="54924" y="0"/>
                  </a:moveTo>
                  <a:lnTo>
                    <a:pt x="0" y="98203"/>
                  </a:lnTo>
                  <a:lnTo>
                    <a:pt x="84094" y="97953"/>
                  </a:lnTo>
                  <a:cubicBezTo>
                    <a:pt x="84618" y="96393"/>
                    <a:pt x="54924" y="0"/>
                    <a:pt x="549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51"/>
            <p:cNvSpPr/>
            <p:nvPr/>
          </p:nvSpPr>
          <p:spPr>
            <a:xfrm>
              <a:off x="7467033" y="2387142"/>
              <a:ext cx="742091" cy="1066515"/>
            </a:xfrm>
            <a:custGeom>
              <a:avLst/>
              <a:gdLst/>
              <a:ahLst/>
              <a:cxnLst/>
              <a:rect l="l" t="t" r="r" b="b"/>
              <a:pathLst>
                <a:path w="67593" h="97143" extrusionOk="0">
                  <a:moveTo>
                    <a:pt x="54329" y="0"/>
                  </a:moveTo>
                  <a:lnTo>
                    <a:pt x="0" y="97143"/>
                  </a:lnTo>
                  <a:lnTo>
                    <a:pt x="0" y="97143"/>
                  </a:lnTo>
                  <a:lnTo>
                    <a:pt x="66795" y="96941"/>
                  </a:lnTo>
                  <a:cubicBezTo>
                    <a:pt x="67592" y="93845"/>
                    <a:pt x="67485" y="90654"/>
                    <a:pt x="65521" y="87808"/>
                  </a:cubicBezTo>
                  <a:cubicBezTo>
                    <a:pt x="63282" y="84570"/>
                    <a:pt x="59651" y="82594"/>
                    <a:pt x="55805" y="82105"/>
                  </a:cubicBezTo>
                  <a:cubicBezTo>
                    <a:pt x="52221" y="81653"/>
                    <a:pt x="48530" y="82034"/>
                    <a:pt x="44982" y="81212"/>
                  </a:cubicBezTo>
                  <a:cubicBezTo>
                    <a:pt x="39851" y="80034"/>
                    <a:pt x="36005" y="74878"/>
                    <a:pt x="38470" y="69782"/>
                  </a:cubicBezTo>
                  <a:cubicBezTo>
                    <a:pt x="40922" y="64687"/>
                    <a:pt x="46018" y="61115"/>
                    <a:pt x="50745" y="58293"/>
                  </a:cubicBezTo>
                  <a:cubicBezTo>
                    <a:pt x="52971" y="56971"/>
                    <a:pt x="55234" y="55352"/>
                    <a:pt x="56162" y="52923"/>
                  </a:cubicBezTo>
                  <a:cubicBezTo>
                    <a:pt x="59222" y="45041"/>
                    <a:pt x="46637" y="45756"/>
                    <a:pt x="42899" y="42470"/>
                  </a:cubicBezTo>
                  <a:cubicBezTo>
                    <a:pt x="39363" y="39374"/>
                    <a:pt x="40267" y="34981"/>
                    <a:pt x="42589" y="31218"/>
                  </a:cubicBezTo>
                  <a:cubicBezTo>
                    <a:pt x="44994" y="27313"/>
                    <a:pt x="48804" y="24515"/>
                    <a:pt x="51638" y="20943"/>
                  </a:cubicBezTo>
                  <a:cubicBezTo>
                    <a:pt x="54091" y="17848"/>
                    <a:pt x="54781" y="14097"/>
                    <a:pt x="55114" y="10216"/>
                  </a:cubicBezTo>
                  <a:cubicBezTo>
                    <a:pt x="55388" y="6918"/>
                    <a:pt x="55412" y="3227"/>
                    <a:pt x="543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51"/>
            <p:cNvSpPr/>
            <p:nvPr/>
          </p:nvSpPr>
          <p:spPr>
            <a:xfrm>
              <a:off x="7998265" y="1442580"/>
              <a:ext cx="64720" cy="50206"/>
            </a:xfrm>
            <a:custGeom>
              <a:avLst/>
              <a:gdLst/>
              <a:ahLst/>
              <a:cxnLst/>
              <a:rect l="l" t="t" r="r" b="b"/>
              <a:pathLst>
                <a:path w="5895" h="4573" extrusionOk="0">
                  <a:moveTo>
                    <a:pt x="2941" y="1"/>
                  </a:moveTo>
                  <a:cubicBezTo>
                    <a:pt x="12" y="1"/>
                    <a:pt x="0" y="4573"/>
                    <a:pt x="2941" y="4573"/>
                  </a:cubicBezTo>
                  <a:cubicBezTo>
                    <a:pt x="5882" y="4573"/>
                    <a:pt x="5894" y="1"/>
                    <a:pt x="29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51"/>
            <p:cNvSpPr/>
            <p:nvPr/>
          </p:nvSpPr>
          <p:spPr>
            <a:xfrm>
              <a:off x="7884546" y="1442580"/>
              <a:ext cx="64709" cy="50206"/>
            </a:xfrm>
            <a:custGeom>
              <a:avLst/>
              <a:gdLst/>
              <a:ahLst/>
              <a:cxnLst/>
              <a:rect l="l" t="t" r="r" b="b"/>
              <a:pathLst>
                <a:path w="5894" h="4573" extrusionOk="0">
                  <a:moveTo>
                    <a:pt x="2953" y="1"/>
                  </a:moveTo>
                  <a:cubicBezTo>
                    <a:pt x="12" y="1"/>
                    <a:pt x="0" y="4573"/>
                    <a:pt x="2953" y="4573"/>
                  </a:cubicBezTo>
                  <a:cubicBezTo>
                    <a:pt x="5894" y="4573"/>
                    <a:pt x="5894" y="1"/>
                    <a:pt x="29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51"/>
            <p:cNvSpPr/>
            <p:nvPr/>
          </p:nvSpPr>
          <p:spPr>
            <a:xfrm>
              <a:off x="8108591" y="1442580"/>
              <a:ext cx="64709" cy="50206"/>
            </a:xfrm>
            <a:custGeom>
              <a:avLst/>
              <a:gdLst/>
              <a:ahLst/>
              <a:cxnLst/>
              <a:rect l="l" t="t" r="r" b="b"/>
              <a:pathLst>
                <a:path w="5894" h="4573" extrusionOk="0">
                  <a:moveTo>
                    <a:pt x="2953" y="1"/>
                  </a:moveTo>
                  <a:cubicBezTo>
                    <a:pt x="12" y="1"/>
                    <a:pt x="0" y="4573"/>
                    <a:pt x="2953" y="4573"/>
                  </a:cubicBezTo>
                  <a:cubicBezTo>
                    <a:pt x="5882" y="4573"/>
                    <a:pt x="5894" y="1"/>
                    <a:pt x="29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51"/>
            <p:cNvSpPr/>
            <p:nvPr/>
          </p:nvSpPr>
          <p:spPr>
            <a:xfrm>
              <a:off x="5190345" y="2915498"/>
              <a:ext cx="61317" cy="50206"/>
            </a:xfrm>
            <a:custGeom>
              <a:avLst/>
              <a:gdLst/>
              <a:ahLst/>
              <a:cxnLst/>
              <a:rect l="l" t="t" r="r" b="b"/>
              <a:pathLst>
                <a:path w="5585" h="4573" extrusionOk="0">
                  <a:moveTo>
                    <a:pt x="2786" y="0"/>
                  </a:moveTo>
                  <a:cubicBezTo>
                    <a:pt x="0" y="0"/>
                    <a:pt x="0" y="4572"/>
                    <a:pt x="2786" y="4572"/>
                  </a:cubicBezTo>
                  <a:cubicBezTo>
                    <a:pt x="5572" y="4572"/>
                    <a:pt x="5584" y="0"/>
                    <a:pt x="27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51"/>
            <p:cNvSpPr/>
            <p:nvPr/>
          </p:nvSpPr>
          <p:spPr>
            <a:xfrm>
              <a:off x="5082500" y="2915498"/>
              <a:ext cx="61317" cy="50206"/>
            </a:xfrm>
            <a:custGeom>
              <a:avLst/>
              <a:gdLst/>
              <a:ahLst/>
              <a:cxnLst/>
              <a:rect l="l" t="t" r="r" b="b"/>
              <a:pathLst>
                <a:path w="5585" h="4573" extrusionOk="0">
                  <a:moveTo>
                    <a:pt x="2799" y="0"/>
                  </a:moveTo>
                  <a:cubicBezTo>
                    <a:pt x="13" y="0"/>
                    <a:pt x="1" y="4572"/>
                    <a:pt x="2799" y="4572"/>
                  </a:cubicBezTo>
                  <a:cubicBezTo>
                    <a:pt x="5585" y="4572"/>
                    <a:pt x="5585" y="0"/>
                    <a:pt x="27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51"/>
            <p:cNvSpPr/>
            <p:nvPr/>
          </p:nvSpPr>
          <p:spPr>
            <a:xfrm>
              <a:off x="5294918" y="2915498"/>
              <a:ext cx="61317" cy="50206"/>
            </a:xfrm>
            <a:custGeom>
              <a:avLst/>
              <a:gdLst/>
              <a:ahLst/>
              <a:cxnLst/>
              <a:rect l="l" t="t" r="r" b="b"/>
              <a:pathLst>
                <a:path w="5585" h="4573" extrusionOk="0">
                  <a:moveTo>
                    <a:pt x="2786" y="0"/>
                  </a:moveTo>
                  <a:cubicBezTo>
                    <a:pt x="0" y="0"/>
                    <a:pt x="0" y="4572"/>
                    <a:pt x="2786" y="4572"/>
                  </a:cubicBezTo>
                  <a:cubicBezTo>
                    <a:pt x="5572" y="4572"/>
                    <a:pt x="5584" y="0"/>
                    <a:pt x="27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51"/>
            <p:cNvSpPr/>
            <p:nvPr/>
          </p:nvSpPr>
          <p:spPr>
            <a:xfrm>
              <a:off x="5223940" y="1908850"/>
              <a:ext cx="64709" cy="50206"/>
            </a:xfrm>
            <a:custGeom>
              <a:avLst/>
              <a:gdLst/>
              <a:ahLst/>
              <a:cxnLst/>
              <a:rect l="l" t="t" r="r" b="b"/>
              <a:pathLst>
                <a:path w="5894" h="4573" extrusionOk="0">
                  <a:moveTo>
                    <a:pt x="2941" y="0"/>
                  </a:moveTo>
                  <a:cubicBezTo>
                    <a:pt x="0" y="0"/>
                    <a:pt x="0" y="4572"/>
                    <a:pt x="2941" y="4572"/>
                  </a:cubicBezTo>
                  <a:cubicBezTo>
                    <a:pt x="5882" y="4572"/>
                    <a:pt x="5894" y="0"/>
                    <a:pt x="29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51"/>
            <p:cNvSpPr/>
            <p:nvPr/>
          </p:nvSpPr>
          <p:spPr>
            <a:xfrm>
              <a:off x="5123681" y="1908850"/>
              <a:ext cx="64577" cy="50206"/>
            </a:xfrm>
            <a:custGeom>
              <a:avLst/>
              <a:gdLst/>
              <a:ahLst/>
              <a:cxnLst/>
              <a:rect l="l" t="t" r="r" b="b"/>
              <a:pathLst>
                <a:path w="5882" h="4573" extrusionOk="0">
                  <a:moveTo>
                    <a:pt x="2941" y="0"/>
                  </a:moveTo>
                  <a:cubicBezTo>
                    <a:pt x="0" y="0"/>
                    <a:pt x="0" y="4572"/>
                    <a:pt x="2941" y="4572"/>
                  </a:cubicBezTo>
                  <a:cubicBezTo>
                    <a:pt x="5882" y="4572"/>
                    <a:pt x="5882" y="0"/>
                    <a:pt x="29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51"/>
            <p:cNvSpPr/>
            <p:nvPr/>
          </p:nvSpPr>
          <p:spPr>
            <a:xfrm>
              <a:off x="8561654" y="2771708"/>
              <a:ext cx="64709" cy="50206"/>
            </a:xfrm>
            <a:custGeom>
              <a:avLst/>
              <a:gdLst/>
              <a:ahLst/>
              <a:cxnLst/>
              <a:rect l="l" t="t" r="r" b="b"/>
              <a:pathLst>
                <a:path w="5894" h="4573" extrusionOk="0">
                  <a:moveTo>
                    <a:pt x="2953" y="0"/>
                  </a:moveTo>
                  <a:cubicBezTo>
                    <a:pt x="12" y="0"/>
                    <a:pt x="0" y="4572"/>
                    <a:pt x="2953" y="4572"/>
                  </a:cubicBezTo>
                  <a:cubicBezTo>
                    <a:pt x="5894" y="4572"/>
                    <a:pt x="5894" y="0"/>
                    <a:pt x="29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51"/>
            <p:cNvSpPr/>
            <p:nvPr/>
          </p:nvSpPr>
          <p:spPr>
            <a:xfrm>
              <a:off x="8461395" y="2771708"/>
              <a:ext cx="64709" cy="50206"/>
            </a:xfrm>
            <a:custGeom>
              <a:avLst/>
              <a:gdLst/>
              <a:ahLst/>
              <a:cxnLst/>
              <a:rect l="l" t="t" r="r" b="b"/>
              <a:pathLst>
                <a:path w="5894" h="4573" extrusionOk="0">
                  <a:moveTo>
                    <a:pt x="2941" y="0"/>
                  </a:moveTo>
                  <a:cubicBezTo>
                    <a:pt x="0" y="0"/>
                    <a:pt x="0" y="4572"/>
                    <a:pt x="2941" y="4572"/>
                  </a:cubicBezTo>
                  <a:cubicBezTo>
                    <a:pt x="5882" y="4572"/>
                    <a:pt x="5894" y="0"/>
                    <a:pt x="29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51"/>
            <p:cNvSpPr/>
            <p:nvPr/>
          </p:nvSpPr>
          <p:spPr>
            <a:xfrm>
              <a:off x="5733082" y="1477745"/>
              <a:ext cx="1433340" cy="1688526"/>
            </a:xfrm>
            <a:custGeom>
              <a:avLst/>
              <a:gdLst/>
              <a:ahLst/>
              <a:cxnLst/>
              <a:rect l="l" t="t" r="r" b="b"/>
              <a:pathLst>
                <a:path w="130541" h="153782" extrusionOk="0">
                  <a:moveTo>
                    <a:pt x="52566" y="0"/>
                  </a:moveTo>
                  <a:cubicBezTo>
                    <a:pt x="52566" y="0"/>
                    <a:pt x="0" y="150995"/>
                    <a:pt x="798" y="153400"/>
                  </a:cubicBezTo>
                  <a:lnTo>
                    <a:pt x="130540" y="153781"/>
                  </a:lnTo>
                  <a:lnTo>
                    <a:pt x="525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51"/>
            <p:cNvSpPr/>
            <p:nvPr/>
          </p:nvSpPr>
          <p:spPr>
            <a:xfrm>
              <a:off x="5982225" y="1489119"/>
              <a:ext cx="1184171" cy="1677151"/>
            </a:xfrm>
            <a:custGeom>
              <a:avLst/>
              <a:gdLst/>
              <a:ahLst/>
              <a:cxnLst/>
              <a:rect l="l" t="t" r="r" b="b"/>
              <a:pathLst>
                <a:path w="107848" h="152746" extrusionOk="0">
                  <a:moveTo>
                    <a:pt x="30409" y="0"/>
                  </a:moveTo>
                  <a:cubicBezTo>
                    <a:pt x="27111" y="11073"/>
                    <a:pt x="35517" y="19693"/>
                    <a:pt x="39815" y="29361"/>
                  </a:cubicBezTo>
                  <a:cubicBezTo>
                    <a:pt x="40994" y="32028"/>
                    <a:pt x="42148" y="35124"/>
                    <a:pt x="41398" y="38065"/>
                  </a:cubicBezTo>
                  <a:cubicBezTo>
                    <a:pt x="40720" y="40767"/>
                    <a:pt x="38541" y="42744"/>
                    <a:pt x="36457" y="44422"/>
                  </a:cubicBezTo>
                  <a:cubicBezTo>
                    <a:pt x="31088" y="48780"/>
                    <a:pt x="19967" y="54971"/>
                    <a:pt x="23468" y="63520"/>
                  </a:cubicBezTo>
                  <a:cubicBezTo>
                    <a:pt x="24968" y="67175"/>
                    <a:pt x="28421" y="69926"/>
                    <a:pt x="31480" y="72247"/>
                  </a:cubicBezTo>
                  <a:cubicBezTo>
                    <a:pt x="34564" y="74593"/>
                    <a:pt x="37267" y="77046"/>
                    <a:pt x="39327" y="80379"/>
                  </a:cubicBezTo>
                  <a:cubicBezTo>
                    <a:pt x="43458" y="87059"/>
                    <a:pt x="45089" y="96298"/>
                    <a:pt x="41875" y="103692"/>
                  </a:cubicBezTo>
                  <a:cubicBezTo>
                    <a:pt x="39017" y="110276"/>
                    <a:pt x="32362" y="113598"/>
                    <a:pt x="26218" y="116527"/>
                  </a:cubicBezTo>
                  <a:cubicBezTo>
                    <a:pt x="19027" y="119956"/>
                    <a:pt x="11049" y="123837"/>
                    <a:pt x="6180" y="130397"/>
                  </a:cubicBezTo>
                  <a:cubicBezTo>
                    <a:pt x="1584" y="136600"/>
                    <a:pt x="0" y="145328"/>
                    <a:pt x="3286" y="152436"/>
                  </a:cubicBezTo>
                  <a:lnTo>
                    <a:pt x="107847" y="152745"/>
                  </a:lnTo>
                  <a:lnTo>
                    <a:pt x="107847" y="152745"/>
                  </a:lnTo>
                  <a:lnTo>
                    <a:pt x="304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51"/>
            <p:cNvSpPr/>
            <p:nvPr/>
          </p:nvSpPr>
          <p:spPr>
            <a:xfrm>
              <a:off x="5300407" y="2213282"/>
              <a:ext cx="1086003" cy="1260379"/>
            </a:xfrm>
            <a:custGeom>
              <a:avLst/>
              <a:gdLst/>
              <a:ahLst/>
              <a:cxnLst/>
              <a:rect l="l" t="t" r="r" b="b"/>
              <a:pathLst>
                <a:path w="98918" h="114801" extrusionOk="0">
                  <a:moveTo>
                    <a:pt x="34719" y="1"/>
                  </a:moveTo>
                  <a:cubicBezTo>
                    <a:pt x="34719" y="1"/>
                    <a:pt x="0" y="112693"/>
                    <a:pt x="608" y="114515"/>
                  </a:cubicBezTo>
                  <a:lnTo>
                    <a:pt x="98917" y="114801"/>
                  </a:lnTo>
                  <a:lnTo>
                    <a:pt x="347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51"/>
            <p:cNvSpPr/>
            <p:nvPr/>
          </p:nvSpPr>
          <p:spPr>
            <a:xfrm>
              <a:off x="5518963" y="2226884"/>
              <a:ext cx="867447" cy="1246776"/>
            </a:xfrm>
            <a:custGeom>
              <a:avLst/>
              <a:gdLst/>
              <a:ahLst/>
              <a:cxnLst/>
              <a:rect l="l" t="t" r="r" b="b"/>
              <a:pathLst>
                <a:path w="79011" h="113562" extrusionOk="0">
                  <a:moveTo>
                    <a:pt x="15514" y="0"/>
                  </a:moveTo>
                  <a:cubicBezTo>
                    <a:pt x="14240" y="3774"/>
                    <a:pt x="14264" y="8084"/>
                    <a:pt x="14586" y="11954"/>
                  </a:cubicBezTo>
                  <a:cubicBezTo>
                    <a:pt x="14967" y="16478"/>
                    <a:pt x="15788" y="20872"/>
                    <a:pt x="18658" y="24491"/>
                  </a:cubicBezTo>
                  <a:cubicBezTo>
                    <a:pt x="21968" y="28658"/>
                    <a:pt x="26421" y="31944"/>
                    <a:pt x="29230" y="36493"/>
                  </a:cubicBezTo>
                  <a:cubicBezTo>
                    <a:pt x="31945" y="40886"/>
                    <a:pt x="32993" y="46030"/>
                    <a:pt x="28873" y="49649"/>
                  </a:cubicBezTo>
                  <a:cubicBezTo>
                    <a:pt x="24492" y="53495"/>
                    <a:pt x="9788" y="52661"/>
                    <a:pt x="13359" y="61877"/>
                  </a:cubicBezTo>
                  <a:cubicBezTo>
                    <a:pt x="14455" y="64710"/>
                    <a:pt x="17098" y="66603"/>
                    <a:pt x="19705" y="68151"/>
                  </a:cubicBezTo>
                  <a:cubicBezTo>
                    <a:pt x="25218" y="71449"/>
                    <a:pt x="31171" y="75628"/>
                    <a:pt x="34052" y="81582"/>
                  </a:cubicBezTo>
                  <a:cubicBezTo>
                    <a:pt x="36934" y="87547"/>
                    <a:pt x="32433" y="93559"/>
                    <a:pt x="26432" y="94952"/>
                  </a:cubicBezTo>
                  <a:cubicBezTo>
                    <a:pt x="22289" y="95905"/>
                    <a:pt x="17967" y="95464"/>
                    <a:pt x="13776" y="96000"/>
                  </a:cubicBezTo>
                  <a:cubicBezTo>
                    <a:pt x="9287" y="96560"/>
                    <a:pt x="5037" y="98869"/>
                    <a:pt x="2429" y="102656"/>
                  </a:cubicBezTo>
                  <a:cubicBezTo>
                    <a:pt x="132" y="105977"/>
                    <a:pt x="1" y="109716"/>
                    <a:pt x="941" y="113335"/>
                  </a:cubicBezTo>
                  <a:lnTo>
                    <a:pt x="79010" y="113562"/>
                  </a:lnTo>
                  <a:lnTo>
                    <a:pt x="155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51"/>
            <p:cNvSpPr/>
            <p:nvPr/>
          </p:nvSpPr>
          <p:spPr>
            <a:xfrm>
              <a:off x="5257140" y="1167429"/>
              <a:ext cx="2873202" cy="2363610"/>
            </a:xfrm>
            <a:custGeom>
              <a:avLst/>
              <a:gdLst/>
              <a:ahLst/>
              <a:cxnLst/>
              <a:rect l="l" t="t" r="r" b="b"/>
              <a:pathLst>
                <a:path w="261676" h="215265" extrusionOk="0">
                  <a:moveTo>
                    <a:pt x="233732" y="215265"/>
                  </a:moveTo>
                  <a:lnTo>
                    <a:pt x="3834" y="215265"/>
                  </a:lnTo>
                  <a:cubicBezTo>
                    <a:pt x="3858" y="203704"/>
                    <a:pt x="0" y="186213"/>
                    <a:pt x="7263" y="176819"/>
                  </a:cubicBezTo>
                  <a:cubicBezTo>
                    <a:pt x="15443" y="166235"/>
                    <a:pt x="29957" y="171224"/>
                    <a:pt x="39124" y="176998"/>
                  </a:cubicBezTo>
                  <a:cubicBezTo>
                    <a:pt x="45923" y="181284"/>
                    <a:pt x="55579" y="185463"/>
                    <a:pt x="63413" y="181844"/>
                  </a:cubicBezTo>
                  <a:cubicBezTo>
                    <a:pt x="72188" y="177796"/>
                    <a:pt x="75700" y="170473"/>
                    <a:pt x="76105" y="161675"/>
                  </a:cubicBezTo>
                  <a:cubicBezTo>
                    <a:pt x="76653" y="149649"/>
                    <a:pt x="75986" y="136291"/>
                    <a:pt x="81403" y="125194"/>
                  </a:cubicBezTo>
                  <a:cubicBezTo>
                    <a:pt x="88297" y="111085"/>
                    <a:pt x="99501" y="114645"/>
                    <a:pt x="111812" y="110049"/>
                  </a:cubicBezTo>
                  <a:cubicBezTo>
                    <a:pt x="120432" y="106847"/>
                    <a:pt x="119825" y="97310"/>
                    <a:pt x="121801" y="89630"/>
                  </a:cubicBezTo>
                  <a:cubicBezTo>
                    <a:pt x="126933" y="69771"/>
                    <a:pt x="120325" y="51006"/>
                    <a:pt x="129528" y="32230"/>
                  </a:cubicBezTo>
                  <a:cubicBezTo>
                    <a:pt x="144911" y="881"/>
                    <a:pt x="188667" y="0"/>
                    <a:pt x="205062" y="22312"/>
                  </a:cubicBezTo>
                  <a:cubicBezTo>
                    <a:pt x="220278" y="43017"/>
                    <a:pt x="219159" y="70687"/>
                    <a:pt x="217670" y="95059"/>
                  </a:cubicBezTo>
                  <a:cubicBezTo>
                    <a:pt x="216825" y="108978"/>
                    <a:pt x="214158" y="122777"/>
                    <a:pt x="215432" y="136779"/>
                  </a:cubicBezTo>
                  <a:cubicBezTo>
                    <a:pt x="216004" y="143137"/>
                    <a:pt x="217135" y="150388"/>
                    <a:pt x="221195" y="155579"/>
                  </a:cubicBezTo>
                  <a:cubicBezTo>
                    <a:pt x="226683" y="162580"/>
                    <a:pt x="238721" y="163234"/>
                    <a:pt x="245864" y="168676"/>
                  </a:cubicBezTo>
                  <a:cubicBezTo>
                    <a:pt x="261676" y="180737"/>
                    <a:pt x="259473" y="197643"/>
                    <a:pt x="259473" y="215265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51"/>
            <p:cNvSpPr/>
            <p:nvPr/>
          </p:nvSpPr>
          <p:spPr>
            <a:xfrm>
              <a:off x="7104424" y="1484672"/>
              <a:ext cx="396214" cy="499218"/>
            </a:xfrm>
            <a:custGeom>
              <a:avLst/>
              <a:gdLst/>
              <a:ahLst/>
              <a:cxnLst/>
              <a:rect l="l" t="t" r="r" b="b"/>
              <a:pathLst>
                <a:path w="36089" h="45471" extrusionOk="0">
                  <a:moveTo>
                    <a:pt x="10883" y="1"/>
                  </a:moveTo>
                  <a:lnTo>
                    <a:pt x="6847" y="39077"/>
                  </a:lnTo>
                  <a:lnTo>
                    <a:pt x="5025" y="15324"/>
                  </a:lnTo>
                  <a:lnTo>
                    <a:pt x="1" y="45470"/>
                  </a:lnTo>
                  <a:lnTo>
                    <a:pt x="35636" y="44554"/>
                  </a:lnTo>
                  <a:cubicBezTo>
                    <a:pt x="35636" y="43184"/>
                    <a:pt x="36088" y="5730"/>
                    <a:pt x="36088" y="5727"/>
                  </a:cubicBezTo>
                  <a:lnTo>
                    <a:pt x="36088" y="5727"/>
                  </a:lnTo>
                  <a:lnTo>
                    <a:pt x="29695" y="33588"/>
                  </a:lnTo>
                  <a:lnTo>
                    <a:pt x="27861" y="16229"/>
                  </a:lnTo>
                  <a:lnTo>
                    <a:pt x="24206" y="37243"/>
                  </a:lnTo>
                  <a:lnTo>
                    <a:pt x="20551" y="2989"/>
                  </a:lnTo>
                  <a:lnTo>
                    <a:pt x="17360" y="36791"/>
                  </a:lnTo>
                  <a:lnTo>
                    <a:pt x="12788" y="19884"/>
                  </a:lnTo>
                  <a:lnTo>
                    <a:pt x="10966" y="31766"/>
                  </a:lnTo>
                  <a:lnTo>
                    <a:pt x="108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51"/>
            <p:cNvSpPr/>
            <p:nvPr/>
          </p:nvSpPr>
          <p:spPr>
            <a:xfrm>
              <a:off x="7291613" y="1885553"/>
              <a:ext cx="487119" cy="1679089"/>
            </a:xfrm>
            <a:custGeom>
              <a:avLst/>
              <a:gdLst/>
              <a:ahLst/>
              <a:cxnLst/>
              <a:rect l="l" t="t" r="r" b="b"/>
              <a:pathLst>
                <a:path w="44369" h="152939" extrusionOk="0">
                  <a:moveTo>
                    <a:pt x="6201" y="0"/>
                  </a:moveTo>
                  <a:cubicBezTo>
                    <a:pt x="4031" y="0"/>
                    <a:pt x="1887" y="696"/>
                    <a:pt x="0" y="2325"/>
                  </a:cubicBezTo>
                  <a:cubicBezTo>
                    <a:pt x="2596" y="6635"/>
                    <a:pt x="1512" y="12993"/>
                    <a:pt x="2191" y="17636"/>
                  </a:cubicBezTo>
                  <a:cubicBezTo>
                    <a:pt x="4298" y="32174"/>
                    <a:pt x="5001" y="46354"/>
                    <a:pt x="5858" y="60998"/>
                  </a:cubicBezTo>
                  <a:cubicBezTo>
                    <a:pt x="6715" y="75393"/>
                    <a:pt x="5346" y="89764"/>
                    <a:pt x="5215" y="104182"/>
                  </a:cubicBezTo>
                  <a:cubicBezTo>
                    <a:pt x="5096" y="118422"/>
                    <a:pt x="4215" y="133769"/>
                    <a:pt x="631" y="147473"/>
                  </a:cubicBezTo>
                  <a:cubicBezTo>
                    <a:pt x="7632" y="149045"/>
                    <a:pt x="15228" y="148640"/>
                    <a:pt x="22360" y="149962"/>
                  </a:cubicBezTo>
                  <a:cubicBezTo>
                    <a:pt x="28635" y="151129"/>
                    <a:pt x="37576" y="150664"/>
                    <a:pt x="43291" y="152938"/>
                  </a:cubicBezTo>
                  <a:cubicBezTo>
                    <a:pt x="44369" y="146407"/>
                    <a:pt x="42371" y="144481"/>
                    <a:pt x="39064" y="144481"/>
                  </a:cubicBezTo>
                  <a:cubicBezTo>
                    <a:pt x="34313" y="144481"/>
                    <a:pt x="26861" y="148456"/>
                    <a:pt x="21950" y="148456"/>
                  </a:cubicBezTo>
                  <a:cubicBezTo>
                    <a:pt x="19288" y="148456"/>
                    <a:pt x="17373" y="147289"/>
                    <a:pt x="17038" y="143687"/>
                  </a:cubicBezTo>
                  <a:cubicBezTo>
                    <a:pt x="16133" y="133853"/>
                    <a:pt x="29766" y="131686"/>
                    <a:pt x="20812" y="120601"/>
                  </a:cubicBezTo>
                  <a:cubicBezTo>
                    <a:pt x="17812" y="116874"/>
                    <a:pt x="14335" y="116005"/>
                    <a:pt x="14669" y="110481"/>
                  </a:cubicBezTo>
                  <a:cubicBezTo>
                    <a:pt x="15074" y="103932"/>
                    <a:pt x="20122" y="104444"/>
                    <a:pt x="23206" y="100015"/>
                  </a:cubicBezTo>
                  <a:cubicBezTo>
                    <a:pt x="27778" y="93443"/>
                    <a:pt x="22622" y="88823"/>
                    <a:pt x="18991" y="83620"/>
                  </a:cubicBezTo>
                  <a:cubicBezTo>
                    <a:pt x="13907" y="76322"/>
                    <a:pt x="16252" y="72559"/>
                    <a:pt x="21384" y="66618"/>
                  </a:cubicBezTo>
                  <a:cubicBezTo>
                    <a:pt x="25765" y="61546"/>
                    <a:pt x="28230" y="57081"/>
                    <a:pt x="25670" y="50414"/>
                  </a:cubicBezTo>
                  <a:cubicBezTo>
                    <a:pt x="22598" y="42401"/>
                    <a:pt x="13835" y="39401"/>
                    <a:pt x="15538" y="29780"/>
                  </a:cubicBezTo>
                  <a:cubicBezTo>
                    <a:pt x="16681" y="23280"/>
                    <a:pt x="21229" y="19100"/>
                    <a:pt x="20169" y="12159"/>
                  </a:cubicBezTo>
                  <a:cubicBezTo>
                    <a:pt x="19253" y="6083"/>
                    <a:pt x="12613" y="0"/>
                    <a:pt x="6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51"/>
            <p:cNvSpPr/>
            <p:nvPr/>
          </p:nvSpPr>
          <p:spPr>
            <a:xfrm>
              <a:off x="7198930" y="1858600"/>
              <a:ext cx="525073" cy="1680945"/>
            </a:xfrm>
            <a:custGeom>
              <a:avLst/>
              <a:gdLst/>
              <a:ahLst/>
              <a:cxnLst/>
              <a:rect l="l" t="t" r="r" b="b"/>
              <a:pathLst>
                <a:path w="47826" h="153108" extrusionOk="0">
                  <a:moveTo>
                    <a:pt x="6564" y="0"/>
                  </a:moveTo>
                  <a:cubicBezTo>
                    <a:pt x="4265" y="0"/>
                    <a:pt x="1997" y="690"/>
                    <a:pt x="1" y="2303"/>
                  </a:cubicBezTo>
                  <a:cubicBezTo>
                    <a:pt x="2787" y="6625"/>
                    <a:pt x="1668" y="12971"/>
                    <a:pt x="2394" y="17626"/>
                  </a:cubicBezTo>
                  <a:cubicBezTo>
                    <a:pt x="4704" y="32176"/>
                    <a:pt x="5490" y="46356"/>
                    <a:pt x="6466" y="61013"/>
                  </a:cubicBezTo>
                  <a:cubicBezTo>
                    <a:pt x="7430" y="75419"/>
                    <a:pt x="6025" y="89790"/>
                    <a:pt x="5942" y="104208"/>
                  </a:cubicBezTo>
                  <a:cubicBezTo>
                    <a:pt x="5859" y="118448"/>
                    <a:pt x="4978" y="133784"/>
                    <a:pt x="1215" y="147476"/>
                  </a:cubicBezTo>
                  <a:cubicBezTo>
                    <a:pt x="8680" y="149083"/>
                    <a:pt x="16777" y="148702"/>
                    <a:pt x="24385" y="150059"/>
                  </a:cubicBezTo>
                  <a:cubicBezTo>
                    <a:pt x="31076" y="151250"/>
                    <a:pt x="40601" y="150809"/>
                    <a:pt x="46697" y="153107"/>
                  </a:cubicBezTo>
                  <a:cubicBezTo>
                    <a:pt x="47826" y="146560"/>
                    <a:pt x="45675" y="144636"/>
                    <a:pt x="42133" y="144636"/>
                  </a:cubicBezTo>
                  <a:cubicBezTo>
                    <a:pt x="37082" y="144636"/>
                    <a:pt x="29203" y="148551"/>
                    <a:pt x="23980" y="148551"/>
                  </a:cubicBezTo>
                  <a:cubicBezTo>
                    <a:pt x="21125" y="148551"/>
                    <a:pt x="19064" y="147381"/>
                    <a:pt x="18694" y="143761"/>
                  </a:cubicBezTo>
                  <a:cubicBezTo>
                    <a:pt x="17682" y="133915"/>
                    <a:pt x="32207" y="131807"/>
                    <a:pt x="22635" y="120675"/>
                  </a:cubicBezTo>
                  <a:cubicBezTo>
                    <a:pt x="19408" y="116936"/>
                    <a:pt x="15705" y="116055"/>
                    <a:pt x="16038" y="110531"/>
                  </a:cubicBezTo>
                  <a:cubicBezTo>
                    <a:pt x="16443" y="103994"/>
                    <a:pt x="21825" y="104518"/>
                    <a:pt x="25099" y="100101"/>
                  </a:cubicBezTo>
                  <a:cubicBezTo>
                    <a:pt x="29957" y="93552"/>
                    <a:pt x="24432" y="88909"/>
                    <a:pt x="20539" y="83682"/>
                  </a:cubicBezTo>
                  <a:cubicBezTo>
                    <a:pt x="15098" y="76372"/>
                    <a:pt x="17586" y="72609"/>
                    <a:pt x="23027" y="66692"/>
                  </a:cubicBezTo>
                  <a:cubicBezTo>
                    <a:pt x="27695" y="61632"/>
                    <a:pt x="30290" y="57179"/>
                    <a:pt x="27540" y="50500"/>
                  </a:cubicBezTo>
                  <a:cubicBezTo>
                    <a:pt x="24242" y="42463"/>
                    <a:pt x="14884" y="39439"/>
                    <a:pt x="16669" y="29818"/>
                  </a:cubicBezTo>
                  <a:cubicBezTo>
                    <a:pt x="17860" y="23318"/>
                    <a:pt x="22682" y="19162"/>
                    <a:pt x="21539" y="12221"/>
                  </a:cubicBezTo>
                  <a:cubicBezTo>
                    <a:pt x="20532" y="6124"/>
                    <a:pt x="13412" y="0"/>
                    <a:pt x="65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51"/>
            <p:cNvSpPr/>
            <p:nvPr/>
          </p:nvSpPr>
          <p:spPr>
            <a:xfrm>
              <a:off x="7111089" y="1785283"/>
              <a:ext cx="487042" cy="1679100"/>
            </a:xfrm>
            <a:custGeom>
              <a:avLst/>
              <a:gdLst/>
              <a:ahLst/>
              <a:cxnLst/>
              <a:rect l="l" t="t" r="r" b="b"/>
              <a:pathLst>
                <a:path w="44362" h="152940" extrusionOk="0">
                  <a:moveTo>
                    <a:pt x="6199" y="1"/>
                  </a:moveTo>
                  <a:cubicBezTo>
                    <a:pt x="4031" y="1"/>
                    <a:pt x="1888" y="697"/>
                    <a:pt x="1" y="2326"/>
                  </a:cubicBezTo>
                  <a:cubicBezTo>
                    <a:pt x="2596" y="6636"/>
                    <a:pt x="1513" y="12982"/>
                    <a:pt x="2191" y="17637"/>
                  </a:cubicBezTo>
                  <a:cubicBezTo>
                    <a:pt x="4299" y="32174"/>
                    <a:pt x="4989" y="46355"/>
                    <a:pt x="5859" y="60988"/>
                  </a:cubicBezTo>
                  <a:cubicBezTo>
                    <a:pt x="6704" y="75394"/>
                    <a:pt x="5335" y="89765"/>
                    <a:pt x="5216" y="104183"/>
                  </a:cubicBezTo>
                  <a:cubicBezTo>
                    <a:pt x="5085" y="118423"/>
                    <a:pt x="4204" y="133758"/>
                    <a:pt x="620" y="147462"/>
                  </a:cubicBezTo>
                  <a:cubicBezTo>
                    <a:pt x="7621" y="149046"/>
                    <a:pt x="15229" y="148641"/>
                    <a:pt x="22361" y="149963"/>
                  </a:cubicBezTo>
                  <a:cubicBezTo>
                    <a:pt x="28635" y="151130"/>
                    <a:pt x="37577" y="150665"/>
                    <a:pt x="43280" y="152939"/>
                  </a:cubicBezTo>
                  <a:cubicBezTo>
                    <a:pt x="44361" y="146408"/>
                    <a:pt x="42366" y="144482"/>
                    <a:pt x="39061" y="144482"/>
                  </a:cubicBezTo>
                  <a:cubicBezTo>
                    <a:pt x="34312" y="144482"/>
                    <a:pt x="26861" y="148457"/>
                    <a:pt x="21950" y="148457"/>
                  </a:cubicBezTo>
                  <a:cubicBezTo>
                    <a:pt x="19289" y="148457"/>
                    <a:pt x="17373" y="147290"/>
                    <a:pt x="17039" y="143688"/>
                  </a:cubicBezTo>
                  <a:cubicBezTo>
                    <a:pt x="16134" y="133854"/>
                    <a:pt x="29766" y="131687"/>
                    <a:pt x="20813" y="120602"/>
                  </a:cubicBezTo>
                  <a:cubicBezTo>
                    <a:pt x="17801" y="116863"/>
                    <a:pt x="14336" y="115994"/>
                    <a:pt x="14669" y="110470"/>
                  </a:cubicBezTo>
                  <a:cubicBezTo>
                    <a:pt x="15074" y="103933"/>
                    <a:pt x="20122" y="104445"/>
                    <a:pt x="23206" y="100016"/>
                  </a:cubicBezTo>
                  <a:cubicBezTo>
                    <a:pt x="27778" y="93444"/>
                    <a:pt x="22623" y="88824"/>
                    <a:pt x="18979" y="83609"/>
                  </a:cubicBezTo>
                  <a:cubicBezTo>
                    <a:pt x="13895" y="76323"/>
                    <a:pt x="16253" y="72560"/>
                    <a:pt x="21384" y="66619"/>
                  </a:cubicBezTo>
                  <a:cubicBezTo>
                    <a:pt x="25766" y="61535"/>
                    <a:pt x="28219" y="57082"/>
                    <a:pt x="25671" y="50415"/>
                  </a:cubicBezTo>
                  <a:cubicBezTo>
                    <a:pt x="22599" y="42390"/>
                    <a:pt x="13836" y="39402"/>
                    <a:pt x="15526" y="29769"/>
                  </a:cubicBezTo>
                  <a:cubicBezTo>
                    <a:pt x="16681" y="23269"/>
                    <a:pt x="21218" y="19101"/>
                    <a:pt x="20170" y="12160"/>
                  </a:cubicBezTo>
                  <a:cubicBezTo>
                    <a:pt x="19245" y="6084"/>
                    <a:pt x="12609" y="1"/>
                    <a:pt x="61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51"/>
            <p:cNvSpPr/>
            <p:nvPr/>
          </p:nvSpPr>
          <p:spPr>
            <a:xfrm>
              <a:off x="6677370" y="889203"/>
              <a:ext cx="268509" cy="584051"/>
            </a:xfrm>
            <a:custGeom>
              <a:avLst/>
              <a:gdLst/>
              <a:ahLst/>
              <a:cxnLst/>
              <a:rect l="l" t="t" r="r" b="b"/>
              <a:pathLst>
                <a:path w="24457" h="53198" extrusionOk="0">
                  <a:moveTo>
                    <a:pt x="10664" y="1"/>
                  </a:moveTo>
                  <a:cubicBezTo>
                    <a:pt x="7865" y="1"/>
                    <a:pt x="5413" y="1400"/>
                    <a:pt x="4573" y="5030"/>
                  </a:cubicBezTo>
                  <a:cubicBezTo>
                    <a:pt x="3073" y="11519"/>
                    <a:pt x="9359" y="14103"/>
                    <a:pt x="11216" y="19413"/>
                  </a:cubicBezTo>
                  <a:cubicBezTo>
                    <a:pt x="14753" y="29485"/>
                    <a:pt x="1" y="32605"/>
                    <a:pt x="1965" y="43618"/>
                  </a:cubicBezTo>
                  <a:cubicBezTo>
                    <a:pt x="2910" y="48897"/>
                    <a:pt x="9192" y="53198"/>
                    <a:pt x="14240" y="53198"/>
                  </a:cubicBezTo>
                  <a:cubicBezTo>
                    <a:pt x="16889" y="53198"/>
                    <a:pt x="19197" y="52014"/>
                    <a:pt x="20218" y="49166"/>
                  </a:cubicBezTo>
                  <a:cubicBezTo>
                    <a:pt x="22742" y="42070"/>
                    <a:pt x="19682" y="32248"/>
                    <a:pt x="21754" y="24413"/>
                  </a:cubicBezTo>
                  <a:cubicBezTo>
                    <a:pt x="23361" y="18341"/>
                    <a:pt x="24456" y="10650"/>
                    <a:pt x="20491" y="5173"/>
                  </a:cubicBezTo>
                  <a:cubicBezTo>
                    <a:pt x="19956" y="4435"/>
                    <a:pt x="19289" y="3744"/>
                    <a:pt x="18527" y="3101"/>
                  </a:cubicBezTo>
                  <a:cubicBezTo>
                    <a:pt x="16323" y="1275"/>
                    <a:pt x="13335" y="1"/>
                    <a:pt x="106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51"/>
            <p:cNvSpPr/>
            <p:nvPr/>
          </p:nvSpPr>
          <p:spPr>
            <a:xfrm>
              <a:off x="6953971" y="1196841"/>
              <a:ext cx="183149" cy="413484"/>
            </a:xfrm>
            <a:custGeom>
              <a:avLst/>
              <a:gdLst/>
              <a:ahLst/>
              <a:cxnLst/>
              <a:rect l="l" t="t" r="r" b="b"/>
              <a:pathLst>
                <a:path w="16682" h="37662" extrusionOk="0">
                  <a:moveTo>
                    <a:pt x="7264" y="0"/>
                  </a:moveTo>
                  <a:cubicBezTo>
                    <a:pt x="5357" y="0"/>
                    <a:pt x="3686" y="991"/>
                    <a:pt x="3108" y="3560"/>
                  </a:cubicBezTo>
                  <a:cubicBezTo>
                    <a:pt x="2084" y="8156"/>
                    <a:pt x="6382" y="9977"/>
                    <a:pt x="7644" y="13740"/>
                  </a:cubicBezTo>
                  <a:cubicBezTo>
                    <a:pt x="10061" y="20872"/>
                    <a:pt x="0" y="23074"/>
                    <a:pt x="1334" y="30873"/>
                  </a:cubicBezTo>
                  <a:cubicBezTo>
                    <a:pt x="1982" y="34613"/>
                    <a:pt x="6266" y="37662"/>
                    <a:pt x="9709" y="37662"/>
                  </a:cubicBezTo>
                  <a:cubicBezTo>
                    <a:pt x="11516" y="37662"/>
                    <a:pt x="13091" y="36822"/>
                    <a:pt x="13788" y="34802"/>
                  </a:cubicBezTo>
                  <a:cubicBezTo>
                    <a:pt x="15514" y="29777"/>
                    <a:pt x="13431" y="22824"/>
                    <a:pt x="14836" y="17276"/>
                  </a:cubicBezTo>
                  <a:cubicBezTo>
                    <a:pt x="15931" y="12990"/>
                    <a:pt x="16681" y="7537"/>
                    <a:pt x="13978" y="3655"/>
                  </a:cubicBezTo>
                  <a:cubicBezTo>
                    <a:pt x="13609" y="3143"/>
                    <a:pt x="13157" y="2643"/>
                    <a:pt x="12633" y="2203"/>
                  </a:cubicBezTo>
                  <a:cubicBezTo>
                    <a:pt x="11126" y="905"/>
                    <a:pt x="9087" y="0"/>
                    <a:pt x="72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51"/>
            <p:cNvSpPr/>
            <p:nvPr/>
          </p:nvSpPr>
          <p:spPr>
            <a:xfrm>
              <a:off x="6823905" y="1053051"/>
              <a:ext cx="11780" cy="705488"/>
            </a:xfrm>
            <a:custGeom>
              <a:avLst/>
              <a:gdLst/>
              <a:ahLst/>
              <a:cxnLst/>
              <a:rect l="l" t="t" r="r" b="b"/>
              <a:pathLst>
                <a:path w="1073" h="64259" extrusionOk="0">
                  <a:moveTo>
                    <a:pt x="536" y="0"/>
                  </a:moveTo>
                  <a:cubicBezTo>
                    <a:pt x="239" y="0"/>
                    <a:pt x="1" y="429"/>
                    <a:pt x="1" y="953"/>
                  </a:cubicBezTo>
                  <a:lnTo>
                    <a:pt x="1" y="63306"/>
                  </a:lnTo>
                  <a:cubicBezTo>
                    <a:pt x="1" y="63829"/>
                    <a:pt x="239" y="64258"/>
                    <a:pt x="536" y="64258"/>
                  </a:cubicBezTo>
                  <a:cubicBezTo>
                    <a:pt x="822" y="64258"/>
                    <a:pt x="1072" y="63829"/>
                    <a:pt x="1072" y="63306"/>
                  </a:cubicBezTo>
                  <a:lnTo>
                    <a:pt x="1072" y="953"/>
                  </a:lnTo>
                  <a:cubicBezTo>
                    <a:pt x="1072" y="429"/>
                    <a:pt x="822" y="0"/>
                    <a:pt x="5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51"/>
            <p:cNvSpPr/>
            <p:nvPr/>
          </p:nvSpPr>
          <p:spPr>
            <a:xfrm>
              <a:off x="7067953" y="1316828"/>
              <a:ext cx="11517" cy="388244"/>
            </a:xfrm>
            <a:custGeom>
              <a:avLst/>
              <a:gdLst/>
              <a:ahLst/>
              <a:cxnLst/>
              <a:rect l="l" t="t" r="r" b="b"/>
              <a:pathLst>
                <a:path w="1049" h="35363" extrusionOk="0">
                  <a:moveTo>
                    <a:pt x="525" y="1"/>
                  </a:moveTo>
                  <a:cubicBezTo>
                    <a:pt x="239" y="1"/>
                    <a:pt x="1" y="239"/>
                    <a:pt x="1" y="525"/>
                  </a:cubicBezTo>
                  <a:lnTo>
                    <a:pt x="1" y="34839"/>
                  </a:lnTo>
                  <a:cubicBezTo>
                    <a:pt x="1" y="35124"/>
                    <a:pt x="239" y="35362"/>
                    <a:pt x="525" y="35362"/>
                  </a:cubicBezTo>
                  <a:cubicBezTo>
                    <a:pt x="810" y="35362"/>
                    <a:pt x="1048" y="35124"/>
                    <a:pt x="1048" y="34839"/>
                  </a:cubicBezTo>
                  <a:lnTo>
                    <a:pt x="1048" y="525"/>
                  </a:lnTo>
                  <a:cubicBezTo>
                    <a:pt x="1048" y="239"/>
                    <a:pt x="810" y="1"/>
                    <a:pt x="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51"/>
            <p:cNvSpPr/>
            <p:nvPr/>
          </p:nvSpPr>
          <p:spPr>
            <a:xfrm>
              <a:off x="6382084" y="2929605"/>
              <a:ext cx="396346" cy="499086"/>
            </a:xfrm>
            <a:custGeom>
              <a:avLst/>
              <a:gdLst/>
              <a:ahLst/>
              <a:cxnLst/>
              <a:rect l="l" t="t" r="r" b="b"/>
              <a:pathLst>
                <a:path w="36101" h="45459" extrusionOk="0">
                  <a:moveTo>
                    <a:pt x="25218" y="1"/>
                  </a:moveTo>
                  <a:lnTo>
                    <a:pt x="25135" y="31755"/>
                  </a:lnTo>
                  <a:lnTo>
                    <a:pt x="23301" y="19884"/>
                  </a:lnTo>
                  <a:lnTo>
                    <a:pt x="18741" y="36779"/>
                  </a:lnTo>
                  <a:lnTo>
                    <a:pt x="15538" y="2977"/>
                  </a:lnTo>
                  <a:lnTo>
                    <a:pt x="11883" y="37244"/>
                  </a:lnTo>
                  <a:lnTo>
                    <a:pt x="8228" y="16229"/>
                  </a:lnTo>
                  <a:lnTo>
                    <a:pt x="6406" y="33588"/>
                  </a:lnTo>
                  <a:lnTo>
                    <a:pt x="1" y="5716"/>
                  </a:lnTo>
                  <a:lnTo>
                    <a:pt x="1" y="5716"/>
                  </a:lnTo>
                  <a:cubicBezTo>
                    <a:pt x="1" y="5718"/>
                    <a:pt x="465" y="43185"/>
                    <a:pt x="465" y="44554"/>
                  </a:cubicBezTo>
                  <a:lnTo>
                    <a:pt x="36100" y="45459"/>
                  </a:lnTo>
                  <a:lnTo>
                    <a:pt x="31076" y="15312"/>
                  </a:lnTo>
                  <a:lnTo>
                    <a:pt x="29242" y="39065"/>
                  </a:lnTo>
                  <a:lnTo>
                    <a:pt x="252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51"/>
            <p:cNvSpPr/>
            <p:nvPr/>
          </p:nvSpPr>
          <p:spPr>
            <a:xfrm>
              <a:off x="7600886" y="2904508"/>
              <a:ext cx="396346" cy="549281"/>
            </a:xfrm>
            <a:custGeom>
              <a:avLst/>
              <a:gdLst/>
              <a:ahLst/>
              <a:cxnLst/>
              <a:rect l="l" t="t" r="r" b="b"/>
              <a:pathLst>
                <a:path w="36101" h="50031" extrusionOk="0">
                  <a:moveTo>
                    <a:pt x="25218" y="1"/>
                  </a:moveTo>
                  <a:lnTo>
                    <a:pt x="25135" y="34958"/>
                  </a:lnTo>
                  <a:lnTo>
                    <a:pt x="23301" y="21885"/>
                  </a:lnTo>
                  <a:lnTo>
                    <a:pt x="18741" y="40482"/>
                  </a:lnTo>
                  <a:lnTo>
                    <a:pt x="15538" y="3275"/>
                  </a:lnTo>
                  <a:lnTo>
                    <a:pt x="11883" y="40982"/>
                  </a:lnTo>
                  <a:lnTo>
                    <a:pt x="8228" y="17860"/>
                  </a:lnTo>
                  <a:lnTo>
                    <a:pt x="6406" y="36958"/>
                  </a:lnTo>
                  <a:lnTo>
                    <a:pt x="0" y="6299"/>
                  </a:lnTo>
                  <a:lnTo>
                    <a:pt x="0" y="6299"/>
                  </a:lnTo>
                  <a:cubicBezTo>
                    <a:pt x="0" y="6302"/>
                    <a:pt x="465" y="47519"/>
                    <a:pt x="465" y="49031"/>
                  </a:cubicBezTo>
                  <a:lnTo>
                    <a:pt x="36100" y="50031"/>
                  </a:lnTo>
                  <a:lnTo>
                    <a:pt x="31076" y="16848"/>
                  </a:lnTo>
                  <a:lnTo>
                    <a:pt x="29242" y="42994"/>
                  </a:lnTo>
                  <a:lnTo>
                    <a:pt x="252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51"/>
            <p:cNvSpPr/>
            <p:nvPr/>
          </p:nvSpPr>
          <p:spPr>
            <a:xfrm>
              <a:off x="6764948" y="1651594"/>
              <a:ext cx="468247" cy="1725343"/>
            </a:xfrm>
            <a:custGeom>
              <a:avLst/>
              <a:gdLst/>
              <a:ahLst/>
              <a:cxnLst/>
              <a:rect l="l" t="t" r="r" b="b"/>
              <a:pathLst>
                <a:path w="42650" h="157152" extrusionOk="0">
                  <a:moveTo>
                    <a:pt x="21325" y="1"/>
                  </a:moveTo>
                  <a:cubicBezTo>
                    <a:pt x="9597" y="1"/>
                    <a:pt x="1" y="9585"/>
                    <a:pt x="1" y="21313"/>
                  </a:cubicBezTo>
                  <a:lnTo>
                    <a:pt x="1" y="135827"/>
                  </a:lnTo>
                  <a:cubicBezTo>
                    <a:pt x="1" y="147555"/>
                    <a:pt x="9597" y="157151"/>
                    <a:pt x="21325" y="157151"/>
                  </a:cubicBezTo>
                  <a:cubicBezTo>
                    <a:pt x="33053" y="157151"/>
                    <a:pt x="42649" y="147555"/>
                    <a:pt x="42649" y="135827"/>
                  </a:cubicBezTo>
                  <a:lnTo>
                    <a:pt x="42649" y="21313"/>
                  </a:lnTo>
                  <a:cubicBezTo>
                    <a:pt x="42649" y="9585"/>
                    <a:pt x="33053" y="1"/>
                    <a:pt x="213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51"/>
            <p:cNvSpPr/>
            <p:nvPr/>
          </p:nvSpPr>
          <p:spPr>
            <a:xfrm>
              <a:off x="6192634" y="3083891"/>
              <a:ext cx="1734927" cy="406765"/>
            </a:xfrm>
            <a:custGeom>
              <a:avLst/>
              <a:gdLst/>
              <a:ahLst/>
              <a:cxnLst/>
              <a:rect l="l" t="t" r="r" b="b"/>
              <a:pathLst>
                <a:path w="158025" h="37050" extrusionOk="0">
                  <a:moveTo>
                    <a:pt x="74213" y="1"/>
                  </a:moveTo>
                  <a:cubicBezTo>
                    <a:pt x="66865" y="1"/>
                    <a:pt x="59611" y="2589"/>
                    <a:pt x="54083" y="7939"/>
                  </a:cubicBezTo>
                  <a:cubicBezTo>
                    <a:pt x="44944" y="16776"/>
                    <a:pt x="41253" y="29933"/>
                    <a:pt x="27074" y="29933"/>
                  </a:cubicBezTo>
                  <a:cubicBezTo>
                    <a:pt x="26125" y="29933"/>
                    <a:pt x="25128" y="29874"/>
                    <a:pt x="24079" y="29751"/>
                  </a:cubicBezTo>
                  <a:cubicBezTo>
                    <a:pt x="21838" y="29489"/>
                    <a:pt x="15115" y="27767"/>
                    <a:pt x="9747" y="27767"/>
                  </a:cubicBezTo>
                  <a:cubicBezTo>
                    <a:pt x="4133" y="27767"/>
                    <a:pt x="0" y="29649"/>
                    <a:pt x="4017" y="37049"/>
                  </a:cubicBezTo>
                  <a:lnTo>
                    <a:pt x="158024" y="35811"/>
                  </a:lnTo>
                  <a:cubicBezTo>
                    <a:pt x="156774" y="25798"/>
                    <a:pt x="155298" y="9820"/>
                    <a:pt x="143213" y="7129"/>
                  </a:cubicBezTo>
                  <a:cubicBezTo>
                    <a:pt x="142219" y="6908"/>
                    <a:pt x="141239" y="6807"/>
                    <a:pt x="140272" y="6807"/>
                  </a:cubicBezTo>
                  <a:cubicBezTo>
                    <a:pt x="131183" y="6807"/>
                    <a:pt x="123195" y="15739"/>
                    <a:pt x="114769" y="18107"/>
                  </a:cubicBezTo>
                  <a:cubicBezTo>
                    <a:pt x="113488" y="18465"/>
                    <a:pt x="112303" y="18628"/>
                    <a:pt x="111194" y="18628"/>
                  </a:cubicBezTo>
                  <a:cubicBezTo>
                    <a:pt x="104683" y="18628"/>
                    <a:pt x="100816" y="13015"/>
                    <a:pt x="95933" y="8498"/>
                  </a:cubicBezTo>
                  <a:cubicBezTo>
                    <a:pt x="89878" y="2902"/>
                    <a:pt x="81993" y="1"/>
                    <a:pt x="742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51"/>
            <p:cNvSpPr/>
            <p:nvPr/>
          </p:nvSpPr>
          <p:spPr>
            <a:xfrm>
              <a:off x="6641689" y="2877972"/>
              <a:ext cx="393854" cy="61580"/>
            </a:xfrm>
            <a:custGeom>
              <a:avLst/>
              <a:gdLst/>
              <a:ahLst/>
              <a:cxnLst/>
              <a:rect l="l" t="t" r="r" b="b"/>
              <a:pathLst>
                <a:path w="35874" h="5609" extrusionOk="0">
                  <a:moveTo>
                    <a:pt x="2024" y="1"/>
                  </a:moveTo>
                  <a:cubicBezTo>
                    <a:pt x="905" y="1"/>
                    <a:pt x="0" y="918"/>
                    <a:pt x="0" y="2037"/>
                  </a:cubicBezTo>
                  <a:lnTo>
                    <a:pt x="0" y="3585"/>
                  </a:lnTo>
                  <a:cubicBezTo>
                    <a:pt x="0" y="4704"/>
                    <a:pt x="905" y="5609"/>
                    <a:pt x="2024" y="5609"/>
                  </a:cubicBezTo>
                  <a:lnTo>
                    <a:pt x="33838" y="5609"/>
                  </a:lnTo>
                  <a:cubicBezTo>
                    <a:pt x="34957" y="5609"/>
                    <a:pt x="35874" y="4704"/>
                    <a:pt x="35874" y="3585"/>
                  </a:cubicBezTo>
                  <a:lnTo>
                    <a:pt x="35874" y="2037"/>
                  </a:lnTo>
                  <a:cubicBezTo>
                    <a:pt x="35874" y="918"/>
                    <a:pt x="34957" y="1"/>
                    <a:pt x="338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51"/>
            <p:cNvSpPr/>
            <p:nvPr/>
          </p:nvSpPr>
          <p:spPr>
            <a:xfrm>
              <a:off x="5965493" y="3223069"/>
              <a:ext cx="393854" cy="61712"/>
            </a:xfrm>
            <a:custGeom>
              <a:avLst/>
              <a:gdLst/>
              <a:ahLst/>
              <a:cxnLst/>
              <a:rect l="l" t="t" r="r" b="b"/>
              <a:pathLst>
                <a:path w="35874" h="5621" extrusionOk="0">
                  <a:moveTo>
                    <a:pt x="2024" y="0"/>
                  </a:moveTo>
                  <a:cubicBezTo>
                    <a:pt x="917" y="0"/>
                    <a:pt x="0" y="917"/>
                    <a:pt x="0" y="2036"/>
                  </a:cubicBezTo>
                  <a:lnTo>
                    <a:pt x="0" y="3584"/>
                  </a:lnTo>
                  <a:cubicBezTo>
                    <a:pt x="0" y="4703"/>
                    <a:pt x="917" y="5620"/>
                    <a:pt x="2024" y="5620"/>
                  </a:cubicBezTo>
                  <a:lnTo>
                    <a:pt x="33838" y="5620"/>
                  </a:lnTo>
                  <a:cubicBezTo>
                    <a:pt x="34957" y="5620"/>
                    <a:pt x="35874" y="4703"/>
                    <a:pt x="35874" y="3584"/>
                  </a:cubicBezTo>
                  <a:lnTo>
                    <a:pt x="35874" y="2036"/>
                  </a:lnTo>
                  <a:cubicBezTo>
                    <a:pt x="35874" y="917"/>
                    <a:pt x="34957" y="0"/>
                    <a:pt x="33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51"/>
            <p:cNvSpPr/>
            <p:nvPr/>
          </p:nvSpPr>
          <p:spPr>
            <a:xfrm>
              <a:off x="8184279" y="2942253"/>
              <a:ext cx="661825" cy="504356"/>
            </a:xfrm>
            <a:custGeom>
              <a:avLst/>
              <a:gdLst/>
              <a:ahLst/>
              <a:cxnLst/>
              <a:rect l="l" t="t" r="r" b="b"/>
              <a:pathLst>
                <a:path w="60282" h="45939" extrusionOk="0">
                  <a:moveTo>
                    <a:pt x="32528" y="16423"/>
                  </a:moveTo>
                  <a:cubicBezTo>
                    <a:pt x="32933" y="16542"/>
                    <a:pt x="33349" y="16661"/>
                    <a:pt x="33754" y="16804"/>
                  </a:cubicBezTo>
                  <a:cubicBezTo>
                    <a:pt x="33850" y="17327"/>
                    <a:pt x="33909" y="17863"/>
                    <a:pt x="33850" y="18399"/>
                  </a:cubicBezTo>
                  <a:cubicBezTo>
                    <a:pt x="33802" y="18804"/>
                    <a:pt x="33671" y="19185"/>
                    <a:pt x="33540" y="19566"/>
                  </a:cubicBezTo>
                  <a:cubicBezTo>
                    <a:pt x="32766" y="19554"/>
                    <a:pt x="32504" y="19220"/>
                    <a:pt x="32468" y="18280"/>
                  </a:cubicBezTo>
                  <a:cubicBezTo>
                    <a:pt x="32445" y="17863"/>
                    <a:pt x="32468" y="17435"/>
                    <a:pt x="32492" y="17030"/>
                  </a:cubicBezTo>
                  <a:cubicBezTo>
                    <a:pt x="32504" y="16827"/>
                    <a:pt x="32516" y="16625"/>
                    <a:pt x="32528" y="16423"/>
                  </a:cubicBezTo>
                  <a:close/>
                  <a:moveTo>
                    <a:pt x="24467" y="17351"/>
                  </a:moveTo>
                  <a:lnTo>
                    <a:pt x="24467" y="17351"/>
                  </a:lnTo>
                  <a:cubicBezTo>
                    <a:pt x="24336" y="18292"/>
                    <a:pt x="24336" y="19244"/>
                    <a:pt x="24551" y="20328"/>
                  </a:cubicBezTo>
                  <a:cubicBezTo>
                    <a:pt x="24598" y="20506"/>
                    <a:pt x="24670" y="20697"/>
                    <a:pt x="24729" y="20864"/>
                  </a:cubicBezTo>
                  <a:cubicBezTo>
                    <a:pt x="24836" y="21125"/>
                    <a:pt x="24944" y="21387"/>
                    <a:pt x="24872" y="21530"/>
                  </a:cubicBezTo>
                  <a:cubicBezTo>
                    <a:pt x="24860" y="21566"/>
                    <a:pt x="24813" y="21614"/>
                    <a:pt x="24765" y="21649"/>
                  </a:cubicBezTo>
                  <a:cubicBezTo>
                    <a:pt x="24658" y="21506"/>
                    <a:pt x="24551" y="21375"/>
                    <a:pt x="24444" y="21233"/>
                  </a:cubicBezTo>
                  <a:cubicBezTo>
                    <a:pt x="24182" y="20911"/>
                    <a:pt x="23932" y="20613"/>
                    <a:pt x="23777" y="20268"/>
                  </a:cubicBezTo>
                  <a:cubicBezTo>
                    <a:pt x="23479" y="19637"/>
                    <a:pt x="23384" y="18839"/>
                    <a:pt x="23420" y="18066"/>
                  </a:cubicBezTo>
                  <a:cubicBezTo>
                    <a:pt x="23777" y="17792"/>
                    <a:pt x="24122" y="17565"/>
                    <a:pt x="24467" y="17351"/>
                  </a:cubicBezTo>
                  <a:close/>
                  <a:moveTo>
                    <a:pt x="34302" y="16994"/>
                  </a:moveTo>
                  <a:cubicBezTo>
                    <a:pt x="34897" y="17208"/>
                    <a:pt x="35504" y="17458"/>
                    <a:pt x="36124" y="17708"/>
                  </a:cubicBezTo>
                  <a:cubicBezTo>
                    <a:pt x="36064" y="19006"/>
                    <a:pt x="35957" y="20304"/>
                    <a:pt x="35647" y="21483"/>
                  </a:cubicBezTo>
                  <a:cubicBezTo>
                    <a:pt x="35540" y="21887"/>
                    <a:pt x="35397" y="22221"/>
                    <a:pt x="35254" y="22507"/>
                  </a:cubicBezTo>
                  <a:cubicBezTo>
                    <a:pt x="34564" y="22471"/>
                    <a:pt x="34111" y="22316"/>
                    <a:pt x="33885" y="22018"/>
                  </a:cubicBezTo>
                  <a:cubicBezTo>
                    <a:pt x="33647" y="21733"/>
                    <a:pt x="33599" y="21268"/>
                    <a:pt x="33742" y="20613"/>
                  </a:cubicBezTo>
                  <a:cubicBezTo>
                    <a:pt x="33802" y="20340"/>
                    <a:pt x="33897" y="20078"/>
                    <a:pt x="34004" y="19792"/>
                  </a:cubicBezTo>
                  <a:cubicBezTo>
                    <a:pt x="34147" y="19363"/>
                    <a:pt x="34302" y="18935"/>
                    <a:pt x="34361" y="18458"/>
                  </a:cubicBezTo>
                  <a:cubicBezTo>
                    <a:pt x="34409" y="17958"/>
                    <a:pt x="34373" y="17470"/>
                    <a:pt x="34302" y="16994"/>
                  </a:cubicBezTo>
                  <a:close/>
                  <a:moveTo>
                    <a:pt x="30218" y="15994"/>
                  </a:moveTo>
                  <a:cubicBezTo>
                    <a:pt x="30813" y="16042"/>
                    <a:pt x="31409" y="16149"/>
                    <a:pt x="32016" y="16292"/>
                  </a:cubicBezTo>
                  <a:cubicBezTo>
                    <a:pt x="32016" y="16530"/>
                    <a:pt x="32004" y="16756"/>
                    <a:pt x="31980" y="16994"/>
                  </a:cubicBezTo>
                  <a:cubicBezTo>
                    <a:pt x="31956" y="17423"/>
                    <a:pt x="31933" y="17851"/>
                    <a:pt x="31956" y="18304"/>
                  </a:cubicBezTo>
                  <a:cubicBezTo>
                    <a:pt x="31980" y="19089"/>
                    <a:pt x="32195" y="19959"/>
                    <a:pt x="33361" y="20066"/>
                  </a:cubicBezTo>
                  <a:cubicBezTo>
                    <a:pt x="33314" y="20209"/>
                    <a:pt x="33278" y="20363"/>
                    <a:pt x="33242" y="20506"/>
                  </a:cubicBezTo>
                  <a:cubicBezTo>
                    <a:pt x="33064" y="21328"/>
                    <a:pt x="33147" y="21923"/>
                    <a:pt x="33480" y="22340"/>
                  </a:cubicBezTo>
                  <a:cubicBezTo>
                    <a:pt x="33778" y="22709"/>
                    <a:pt x="34254" y="22923"/>
                    <a:pt x="34945" y="22995"/>
                  </a:cubicBezTo>
                  <a:cubicBezTo>
                    <a:pt x="34742" y="23292"/>
                    <a:pt x="34504" y="23542"/>
                    <a:pt x="34254" y="23816"/>
                  </a:cubicBezTo>
                  <a:cubicBezTo>
                    <a:pt x="33933" y="24162"/>
                    <a:pt x="33611" y="24519"/>
                    <a:pt x="33278" y="25007"/>
                  </a:cubicBezTo>
                  <a:cubicBezTo>
                    <a:pt x="33266" y="25031"/>
                    <a:pt x="33254" y="25055"/>
                    <a:pt x="33242" y="25078"/>
                  </a:cubicBezTo>
                  <a:cubicBezTo>
                    <a:pt x="33228" y="25076"/>
                    <a:pt x="33215" y="25075"/>
                    <a:pt x="33201" y="25075"/>
                  </a:cubicBezTo>
                  <a:cubicBezTo>
                    <a:pt x="33132" y="25075"/>
                    <a:pt x="33066" y="25100"/>
                    <a:pt x="33016" y="25150"/>
                  </a:cubicBezTo>
                  <a:cubicBezTo>
                    <a:pt x="32854" y="25320"/>
                    <a:pt x="32650" y="25405"/>
                    <a:pt x="32399" y="25405"/>
                  </a:cubicBezTo>
                  <a:cubicBezTo>
                    <a:pt x="32299" y="25405"/>
                    <a:pt x="32191" y="25391"/>
                    <a:pt x="32075" y="25364"/>
                  </a:cubicBezTo>
                  <a:cubicBezTo>
                    <a:pt x="31206" y="25174"/>
                    <a:pt x="30290" y="24304"/>
                    <a:pt x="30111" y="23709"/>
                  </a:cubicBezTo>
                  <a:cubicBezTo>
                    <a:pt x="29897" y="23054"/>
                    <a:pt x="30040" y="22364"/>
                    <a:pt x="30194" y="21626"/>
                  </a:cubicBezTo>
                  <a:cubicBezTo>
                    <a:pt x="30278" y="21245"/>
                    <a:pt x="30361" y="20840"/>
                    <a:pt x="30397" y="20435"/>
                  </a:cubicBezTo>
                  <a:cubicBezTo>
                    <a:pt x="30480" y="19232"/>
                    <a:pt x="30516" y="17458"/>
                    <a:pt x="30218" y="15994"/>
                  </a:cubicBezTo>
                  <a:close/>
                  <a:moveTo>
                    <a:pt x="22908" y="18470"/>
                  </a:moveTo>
                  <a:cubicBezTo>
                    <a:pt x="22920" y="19209"/>
                    <a:pt x="23051" y="19923"/>
                    <a:pt x="23312" y="20483"/>
                  </a:cubicBezTo>
                  <a:cubicBezTo>
                    <a:pt x="23491" y="20887"/>
                    <a:pt x="23777" y="21233"/>
                    <a:pt x="24051" y="21566"/>
                  </a:cubicBezTo>
                  <a:cubicBezTo>
                    <a:pt x="24170" y="21697"/>
                    <a:pt x="24277" y="21840"/>
                    <a:pt x="24372" y="21983"/>
                  </a:cubicBezTo>
                  <a:cubicBezTo>
                    <a:pt x="24372" y="22018"/>
                    <a:pt x="24372" y="22054"/>
                    <a:pt x="24384" y="22090"/>
                  </a:cubicBezTo>
                  <a:cubicBezTo>
                    <a:pt x="24420" y="22161"/>
                    <a:pt x="24479" y="22209"/>
                    <a:pt x="24551" y="22233"/>
                  </a:cubicBezTo>
                  <a:cubicBezTo>
                    <a:pt x="24670" y="22423"/>
                    <a:pt x="24777" y="22614"/>
                    <a:pt x="24836" y="22840"/>
                  </a:cubicBezTo>
                  <a:cubicBezTo>
                    <a:pt x="24967" y="23316"/>
                    <a:pt x="24884" y="23792"/>
                    <a:pt x="24586" y="24245"/>
                  </a:cubicBezTo>
                  <a:cubicBezTo>
                    <a:pt x="24182" y="24876"/>
                    <a:pt x="23384" y="25388"/>
                    <a:pt x="22574" y="25555"/>
                  </a:cubicBezTo>
                  <a:cubicBezTo>
                    <a:pt x="22336" y="25388"/>
                    <a:pt x="22110" y="25209"/>
                    <a:pt x="21884" y="24995"/>
                  </a:cubicBezTo>
                  <a:cubicBezTo>
                    <a:pt x="21407" y="24554"/>
                    <a:pt x="20776" y="22745"/>
                    <a:pt x="20360" y="20887"/>
                  </a:cubicBezTo>
                  <a:cubicBezTo>
                    <a:pt x="21015" y="20221"/>
                    <a:pt x="21681" y="19554"/>
                    <a:pt x="22360" y="18947"/>
                  </a:cubicBezTo>
                  <a:cubicBezTo>
                    <a:pt x="22539" y="18780"/>
                    <a:pt x="22717" y="18625"/>
                    <a:pt x="22908" y="18470"/>
                  </a:cubicBezTo>
                  <a:close/>
                  <a:moveTo>
                    <a:pt x="36636" y="17911"/>
                  </a:moveTo>
                  <a:cubicBezTo>
                    <a:pt x="37231" y="18161"/>
                    <a:pt x="37850" y="18423"/>
                    <a:pt x="38469" y="18685"/>
                  </a:cubicBezTo>
                  <a:cubicBezTo>
                    <a:pt x="38529" y="18708"/>
                    <a:pt x="38588" y="18720"/>
                    <a:pt x="38648" y="18744"/>
                  </a:cubicBezTo>
                  <a:cubicBezTo>
                    <a:pt x="38088" y="19613"/>
                    <a:pt x="37624" y="20566"/>
                    <a:pt x="37279" y="21566"/>
                  </a:cubicBezTo>
                  <a:cubicBezTo>
                    <a:pt x="36695" y="23245"/>
                    <a:pt x="36064" y="24828"/>
                    <a:pt x="34695" y="25709"/>
                  </a:cubicBezTo>
                  <a:cubicBezTo>
                    <a:pt x="34559" y="25800"/>
                    <a:pt x="34413" y="25901"/>
                    <a:pt x="34246" y="25901"/>
                  </a:cubicBezTo>
                  <a:cubicBezTo>
                    <a:pt x="34237" y="25901"/>
                    <a:pt x="34228" y="25900"/>
                    <a:pt x="34219" y="25900"/>
                  </a:cubicBezTo>
                  <a:cubicBezTo>
                    <a:pt x="33969" y="25900"/>
                    <a:pt x="33766" y="25650"/>
                    <a:pt x="33635" y="25400"/>
                  </a:cubicBezTo>
                  <a:cubicBezTo>
                    <a:pt x="33659" y="25364"/>
                    <a:pt x="33683" y="25328"/>
                    <a:pt x="33707" y="25305"/>
                  </a:cubicBezTo>
                  <a:cubicBezTo>
                    <a:pt x="34016" y="24840"/>
                    <a:pt x="34326" y="24495"/>
                    <a:pt x="34635" y="24162"/>
                  </a:cubicBezTo>
                  <a:cubicBezTo>
                    <a:pt x="34957" y="23816"/>
                    <a:pt x="35266" y="23459"/>
                    <a:pt x="35540" y="23019"/>
                  </a:cubicBezTo>
                  <a:lnTo>
                    <a:pt x="35635" y="23019"/>
                  </a:lnTo>
                  <a:cubicBezTo>
                    <a:pt x="35778" y="23019"/>
                    <a:pt x="35885" y="22899"/>
                    <a:pt x="35885" y="22769"/>
                  </a:cubicBezTo>
                  <a:cubicBezTo>
                    <a:pt x="35885" y="22685"/>
                    <a:pt x="35850" y="22614"/>
                    <a:pt x="35790" y="22566"/>
                  </a:cubicBezTo>
                  <a:cubicBezTo>
                    <a:pt x="35921" y="22292"/>
                    <a:pt x="36040" y="21983"/>
                    <a:pt x="36136" y="21614"/>
                  </a:cubicBezTo>
                  <a:cubicBezTo>
                    <a:pt x="36445" y="20447"/>
                    <a:pt x="36564" y="19185"/>
                    <a:pt x="36636" y="17911"/>
                  </a:cubicBezTo>
                  <a:close/>
                  <a:moveTo>
                    <a:pt x="19919" y="21328"/>
                  </a:moveTo>
                  <a:cubicBezTo>
                    <a:pt x="20360" y="23161"/>
                    <a:pt x="21003" y="24864"/>
                    <a:pt x="21527" y="25364"/>
                  </a:cubicBezTo>
                  <a:cubicBezTo>
                    <a:pt x="21753" y="25578"/>
                    <a:pt x="21991" y="25769"/>
                    <a:pt x="22217" y="25924"/>
                  </a:cubicBezTo>
                  <a:cubicBezTo>
                    <a:pt x="22253" y="26031"/>
                    <a:pt x="22348" y="26090"/>
                    <a:pt x="22455" y="26090"/>
                  </a:cubicBezTo>
                  <a:lnTo>
                    <a:pt x="22467" y="26090"/>
                  </a:lnTo>
                  <a:cubicBezTo>
                    <a:pt x="23015" y="26424"/>
                    <a:pt x="23574" y="26638"/>
                    <a:pt x="24146" y="26769"/>
                  </a:cubicBezTo>
                  <a:cubicBezTo>
                    <a:pt x="23671" y="27173"/>
                    <a:pt x="23248" y="27371"/>
                    <a:pt x="22854" y="27371"/>
                  </a:cubicBezTo>
                  <a:cubicBezTo>
                    <a:pt x="22784" y="27371"/>
                    <a:pt x="22714" y="27365"/>
                    <a:pt x="22646" y="27352"/>
                  </a:cubicBezTo>
                  <a:cubicBezTo>
                    <a:pt x="21646" y="27162"/>
                    <a:pt x="20919" y="25590"/>
                    <a:pt x="20217" y="24066"/>
                  </a:cubicBezTo>
                  <a:cubicBezTo>
                    <a:pt x="19883" y="23340"/>
                    <a:pt x="19562" y="22638"/>
                    <a:pt x="19217" y="22066"/>
                  </a:cubicBezTo>
                  <a:cubicBezTo>
                    <a:pt x="19443" y="21828"/>
                    <a:pt x="19681" y="21578"/>
                    <a:pt x="19919" y="21328"/>
                  </a:cubicBezTo>
                  <a:close/>
                  <a:moveTo>
                    <a:pt x="29247" y="15948"/>
                  </a:moveTo>
                  <a:cubicBezTo>
                    <a:pt x="29392" y="15948"/>
                    <a:pt x="29537" y="15951"/>
                    <a:pt x="29682" y="15958"/>
                  </a:cubicBezTo>
                  <a:cubicBezTo>
                    <a:pt x="30028" y="17554"/>
                    <a:pt x="29932" y="19601"/>
                    <a:pt x="29885" y="20399"/>
                  </a:cubicBezTo>
                  <a:cubicBezTo>
                    <a:pt x="29861" y="20768"/>
                    <a:pt x="29778" y="21137"/>
                    <a:pt x="29694" y="21518"/>
                  </a:cubicBezTo>
                  <a:cubicBezTo>
                    <a:pt x="29539" y="22292"/>
                    <a:pt x="29373" y="23078"/>
                    <a:pt x="29611" y="23864"/>
                  </a:cubicBezTo>
                  <a:cubicBezTo>
                    <a:pt x="29873" y="24685"/>
                    <a:pt x="30992" y="25638"/>
                    <a:pt x="31956" y="25864"/>
                  </a:cubicBezTo>
                  <a:cubicBezTo>
                    <a:pt x="32111" y="25900"/>
                    <a:pt x="32254" y="25924"/>
                    <a:pt x="32397" y="25924"/>
                  </a:cubicBezTo>
                  <a:cubicBezTo>
                    <a:pt x="32528" y="25924"/>
                    <a:pt x="32647" y="25900"/>
                    <a:pt x="32766" y="25864"/>
                  </a:cubicBezTo>
                  <a:lnTo>
                    <a:pt x="32766" y="25864"/>
                  </a:lnTo>
                  <a:cubicBezTo>
                    <a:pt x="32266" y="26793"/>
                    <a:pt x="32087" y="27531"/>
                    <a:pt x="32040" y="28305"/>
                  </a:cubicBezTo>
                  <a:cubicBezTo>
                    <a:pt x="31956" y="28353"/>
                    <a:pt x="31897" y="28424"/>
                    <a:pt x="31873" y="28519"/>
                  </a:cubicBezTo>
                  <a:cubicBezTo>
                    <a:pt x="31361" y="27293"/>
                    <a:pt x="30301" y="26745"/>
                    <a:pt x="27539" y="26590"/>
                  </a:cubicBezTo>
                  <a:cubicBezTo>
                    <a:pt x="27313" y="26579"/>
                    <a:pt x="27087" y="26567"/>
                    <a:pt x="26861" y="26555"/>
                  </a:cubicBezTo>
                  <a:cubicBezTo>
                    <a:pt x="25515" y="26495"/>
                    <a:pt x="24313" y="26436"/>
                    <a:pt x="23205" y="25912"/>
                  </a:cubicBezTo>
                  <a:cubicBezTo>
                    <a:pt x="23955" y="25638"/>
                    <a:pt x="24622" y="25138"/>
                    <a:pt x="25015" y="24519"/>
                  </a:cubicBezTo>
                  <a:cubicBezTo>
                    <a:pt x="25396" y="23947"/>
                    <a:pt x="25503" y="23316"/>
                    <a:pt x="25325" y="22697"/>
                  </a:cubicBezTo>
                  <a:cubicBezTo>
                    <a:pt x="25265" y="22471"/>
                    <a:pt x="25170" y="22268"/>
                    <a:pt x="25051" y="22066"/>
                  </a:cubicBezTo>
                  <a:cubicBezTo>
                    <a:pt x="25182" y="21983"/>
                    <a:pt x="25277" y="21876"/>
                    <a:pt x="25337" y="21745"/>
                  </a:cubicBezTo>
                  <a:cubicBezTo>
                    <a:pt x="25491" y="21399"/>
                    <a:pt x="25348" y="21030"/>
                    <a:pt x="25206" y="20673"/>
                  </a:cubicBezTo>
                  <a:cubicBezTo>
                    <a:pt x="25146" y="20518"/>
                    <a:pt x="25087" y="20363"/>
                    <a:pt x="25051" y="20221"/>
                  </a:cubicBezTo>
                  <a:cubicBezTo>
                    <a:pt x="24813" y="19054"/>
                    <a:pt x="24836" y="18042"/>
                    <a:pt x="25039" y="17030"/>
                  </a:cubicBezTo>
                  <a:cubicBezTo>
                    <a:pt x="26473" y="16264"/>
                    <a:pt x="27858" y="15948"/>
                    <a:pt x="29247" y="15948"/>
                  </a:cubicBezTo>
                  <a:close/>
                  <a:moveTo>
                    <a:pt x="43891" y="0"/>
                  </a:moveTo>
                  <a:cubicBezTo>
                    <a:pt x="41378" y="0"/>
                    <a:pt x="37328" y="5936"/>
                    <a:pt x="34929" y="5936"/>
                  </a:cubicBezTo>
                  <a:cubicBezTo>
                    <a:pt x="34836" y="5936"/>
                    <a:pt x="34746" y="5928"/>
                    <a:pt x="34659" y="5909"/>
                  </a:cubicBezTo>
                  <a:cubicBezTo>
                    <a:pt x="31849" y="5323"/>
                    <a:pt x="30657" y="1803"/>
                    <a:pt x="28081" y="1803"/>
                  </a:cubicBezTo>
                  <a:cubicBezTo>
                    <a:pt x="27307" y="1803"/>
                    <a:pt x="26407" y="2121"/>
                    <a:pt x="25301" y="2933"/>
                  </a:cubicBezTo>
                  <a:cubicBezTo>
                    <a:pt x="22003" y="5362"/>
                    <a:pt x="24634" y="8838"/>
                    <a:pt x="22717" y="11350"/>
                  </a:cubicBezTo>
                  <a:cubicBezTo>
                    <a:pt x="22123" y="12135"/>
                    <a:pt x="21244" y="12435"/>
                    <a:pt x="20190" y="12435"/>
                  </a:cubicBezTo>
                  <a:cubicBezTo>
                    <a:pt x="16754" y="12435"/>
                    <a:pt x="11464" y="9245"/>
                    <a:pt x="8169" y="9245"/>
                  </a:cubicBezTo>
                  <a:cubicBezTo>
                    <a:pt x="7874" y="9245"/>
                    <a:pt x="7595" y="9271"/>
                    <a:pt x="7334" y="9326"/>
                  </a:cubicBezTo>
                  <a:cubicBezTo>
                    <a:pt x="250" y="10850"/>
                    <a:pt x="0" y="20733"/>
                    <a:pt x="4489" y="24912"/>
                  </a:cubicBezTo>
                  <a:cubicBezTo>
                    <a:pt x="6646" y="26915"/>
                    <a:pt x="8569" y="27712"/>
                    <a:pt x="10339" y="27712"/>
                  </a:cubicBezTo>
                  <a:cubicBezTo>
                    <a:pt x="13493" y="27712"/>
                    <a:pt x="16167" y="25184"/>
                    <a:pt x="18836" y="22447"/>
                  </a:cubicBezTo>
                  <a:cubicBezTo>
                    <a:pt x="19157" y="22983"/>
                    <a:pt x="19455" y="23638"/>
                    <a:pt x="19753" y="24281"/>
                  </a:cubicBezTo>
                  <a:cubicBezTo>
                    <a:pt x="20515" y="25924"/>
                    <a:pt x="21288" y="27626"/>
                    <a:pt x="22550" y="27852"/>
                  </a:cubicBezTo>
                  <a:cubicBezTo>
                    <a:pt x="22658" y="27876"/>
                    <a:pt x="22753" y="27888"/>
                    <a:pt x="22860" y="27888"/>
                  </a:cubicBezTo>
                  <a:cubicBezTo>
                    <a:pt x="23455" y="27888"/>
                    <a:pt x="24086" y="27555"/>
                    <a:pt x="24777" y="26900"/>
                  </a:cubicBezTo>
                  <a:cubicBezTo>
                    <a:pt x="25444" y="26995"/>
                    <a:pt x="26134" y="27031"/>
                    <a:pt x="26837" y="27067"/>
                  </a:cubicBezTo>
                  <a:cubicBezTo>
                    <a:pt x="27051" y="27079"/>
                    <a:pt x="27289" y="27079"/>
                    <a:pt x="27515" y="27102"/>
                  </a:cubicBezTo>
                  <a:cubicBezTo>
                    <a:pt x="31218" y="27305"/>
                    <a:pt x="31492" y="28019"/>
                    <a:pt x="31861" y="30900"/>
                  </a:cubicBezTo>
                  <a:cubicBezTo>
                    <a:pt x="32075" y="32615"/>
                    <a:pt x="31861" y="34508"/>
                    <a:pt x="31861" y="36246"/>
                  </a:cubicBezTo>
                  <a:cubicBezTo>
                    <a:pt x="31861" y="39294"/>
                    <a:pt x="31861" y="42342"/>
                    <a:pt x="31861" y="45390"/>
                  </a:cubicBezTo>
                  <a:cubicBezTo>
                    <a:pt x="31861" y="45628"/>
                    <a:pt x="31921" y="45926"/>
                    <a:pt x="32147" y="45938"/>
                  </a:cubicBezTo>
                  <a:cubicBezTo>
                    <a:pt x="32151" y="45938"/>
                    <a:pt x="32156" y="45938"/>
                    <a:pt x="32160" y="45938"/>
                  </a:cubicBezTo>
                  <a:cubicBezTo>
                    <a:pt x="32400" y="45938"/>
                    <a:pt x="32480" y="45612"/>
                    <a:pt x="32480" y="45378"/>
                  </a:cubicBezTo>
                  <a:lnTo>
                    <a:pt x="32528" y="34913"/>
                  </a:lnTo>
                  <a:cubicBezTo>
                    <a:pt x="32528" y="33163"/>
                    <a:pt x="32552" y="31424"/>
                    <a:pt x="32552" y="29674"/>
                  </a:cubicBezTo>
                  <a:cubicBezTo>
                    <a:pt x="32540" y="28293"/>
                    <a:pt x="32611" y="27114"/>
                    <a:pt x="33338" y="25888"/>
                  </a:cubicBezTo>
                  <a:cubicBezTo>
                    <a:pt x="33540" y="26174"/>
                    <a:pt x="33838" y="26400"/>
                    <a:pt x="34231" y="26412"/>
                  </a:cubicBezTo>
                  <a:cubicBezTo>
                    <a:pt x="34516" y="26412"/>
                    <a:pt x="34766" y="26269"/>
                    <a:pt x="34981" y="26138"/>
                  </a:cubicBezTo>
                  <a:cubicBezTo>
                    <a:pt x="36481" y="25162"/>
                    <a:pt x="37148" y="23507"/>
                    <a:pt x="37755" y="21733"/>
                  </a:cubicBezTo>
                  <a:cubicBezTo>
                    <a:pt x="38100" y="20733"/>
                    <a:pt x="38576" y="19792"/>
                    <a:pt x="39148" y="18935"/>
                  </a:cubicBezTo>
                  <a:cubicBezTo>
                    <a:pt x="40787" y="19529"/>
                    <a:pt x="42460" y="19818"/>
                    <a:pt x="44102" y="19818"/>
                  </a:cubicBezTo>
                  <a:cubicBezTo>
                    <a:pt x="48414" y="19818"/>
                    <a:pt x="52519" y="17826"/>
                    <a:pt x="55269" y="14137"/>
                  </a:cubicBezTo>
                  <a:cubicBezTo>
                    <a:pt x="60282" y="7445"/>
                    <a:pt x="55004" y="1447"/>
                    <a:pt x="48361" y="1447"/>
                  </a:cubicBezTo>
                  <a:cubicBezTo>
                    <a:pt x="47463" y="1447"/>
                    <a:pt x="46539" y="1557"/>
                    <a:pt x="45613" y="1790"/>
                  </a:cubicBezTo>
                  <a:cubicBezTo>
                    <a:pt x="45220" y="500"/>
                    <a:pt x="44620" y="0"/>
                    <a:pt x="438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51"/>
            <p:cNvSpPr/>
            <p:nvPr/>
          </p:nvSpPr>
          <p:spPr>
            <a:xfrm>
              <a:off x="6640119" y="2360431"/>
              <a:ext cx="431533" cy="328805"/>
            </a:xfrm>
            <a:custGeom>
              <a:avLst/>
              <a:gdLst/>
              <a:ahLst/>
              <a:cxnLst/>
              <a:rect l="l" t="t" r="r" b="b"/>
              <a:pathLst>
                <a:path w="39306" h="29949" extrusionOk="0">
                  <a:moveTo>
                    <a:pt x="21206" y="10708"/>
                  </a:moveTo>
                  <a:cubicBezTo>
                    <a:pt x="21479" y="10779"/>
                    <a:pt x="21741" y="10863"/>
                    <a:pt x="22015" y="10958"/>
                  </a:cubicBezTo>
                  <a:cubicBezTo>
                    <a:pt x="22075" y="11303"/>
                    <a:pt x="22110" y="11648"/>
                    <a:pt x="22075" y="11994"/>
                  </a:cubicBezTo>
                  <a:cubicBezTo>
                    <a:pt x="22039" y="12256"/>
                    <a:pt x="21956" y="12518"/>
                    <a:pt x="21860" y="12756"/>
                  </a:cubicBezTo>
                  <a:cubicBezTo>
                    <a:pt x="21372" y="12744"/>
                    <a:pt x="21194" y="12530"/>
                    <a:pt x="21170" y="11922"/>
                  </a:cubicBezTo>
                  <a:cubicBezTo>
                    <a:pt x="21158" y="11648"/>
                    <a:pt x="21170" y="11363"/>
                    <a:pt x="21194" y="11101"/>
                  </a:cubicBezTo>
                  <a:cubicBezTo>
                    <a:pt x="21194" y="10970"/>
                    <a:pt x="21206" y="10839"/>
                    <a:pt x="21206" y="10708"/>
                  </a:cubicBezTo>
                  <a:close/>
                  <a:moveTo>
                    <a:pt x="15955" y="11315"/>
                  </a:moveTo>
                  <a:lnTo>
                    <a:pt x="15955" y="11315"/>
                  </a:lnTo>
                  <a:cubicBezTo>
                    <a:pt x="15872" y="11922"/>
                    <a:pt x="15872" y="12553"/>
                    <a:pt x="16014" y="13256"/>
                  </a:cubicBezTo>
                  <a:cubicBezTo>
                    <a:pt x="16038" y="13375"/>
                    <a:pt x="16086" y="13494"/>
                    <a:pt x="16133" y="13601"/>
                  </a:cubicBezTo>
                  <a:cubicBezTo>
                    <a:pt x="16193" y="13768"/>
                    <a:pt x="16264" y="13946"/>
                    <a:pt x="16217" y="14042"/>
                  </a:cubicBezTo>
                  <a:cubicBezTo>
                    <a:pt x="16205" y="14065"/>
                    <a:pt x="16181" y="14089"/>
                    <a:pt x="16145" y="14113"/>
                  </a:cubicBezTo>
                  <a:cubicBezTo>
                    <a:pt x="16086" y="14018"/>
                    <a:pt x="16014" y="13934"/>
                    <a:pt x="15943" y="13851"/>
                  </a:cubicBezTo>
                  <a:cubicBezTo>
                    <a:pt x="15764" y="13637"/>
                    <a:pt x="15610" y="13434"/>
                    <a:pt x="15502" y="13220"/>
                  </a:cubicBezTo>
                  <a:cubicBezTo>
                    <a:pt x="15312" y="12803"/>
                    <a:pt x="15252" y="12280"/>
                    <a:pt x="15276" y="11779"/>
                  </a:cubicBezTo>
                  <a:cubicBezTo>
                    <a:pt x="15502" y="11601"/>
                    <a:pt x="15729" y="11446"/>
                    <a:pt x="15955" y="11315"/>
                  </a:cubicBezTo>
                  <a:close/>
                  <a:moveTo>
                    <a:pt x="22372" y="11077"/>
                  </a:moveTo>
                  <a:lnTo>
                    <a:pt x="22372" y="11077"/>
                  </a:lnTo>
                  <a:cubicBezTo>
                    <a:pt x="22753" y="11220"/>
                    <a:pt x="23158" y="11375"/>
                    <a:pt x="23563" y="11541"/>
                  </a:cubicBezTo>
                  <a:cubicBezTo>
                    <a:pt x="23515" y="12399"/>
                    <a:pt x="23444" y="13244"/>
                    <a:pt x="23242" y="14006"/>
                  </a:cubicBezTo>
                  <a:cubicBezTo>
                    <a:pt x="23170" y="14268"/>
                    <a:pt x="23087" y="14482"/>
                    <a:pt x="22991" y="14673"/>
                  </a:cubicBezTo>
                  <a:cubicBezTo>
                    <a:pt x="22539" y="14649"/>
                    <a:pt x="22241" y="14542"/>
                    <a:pt x="22099" y="14363"/>
                  </a:cubicBezTo>
                  <a:cubicBezTo>
                    <a:pt x="21932" y="14173"/>
                    <a:pt x="21908" y="13863"/>
                    <a:pt x="22003" y="13446"/>
                  </a:cubicBezTo>
                  <a:cubicBezTo>
                    <a:pt x="22039" y="13268"/>
                    <a:pt x="22099" y="13089"/>
                    <a:pt x="22170" y="12899"/>
                  </a:cubicBezTo>
                  <a:cubicBezTo>
                    <a:pt x="22265" y="12625"/>
                    <a:pt x="22360" y="12351"/>
                    <a:pt x="22408" y="12029"/>
                  </a:cubicBezTo>
                  <a:cubicBezTo>
                    <a:pt x="22444" y="11708"/>
                    <a:pt x="22408" y="11387"/>
                    <a:pt x="22372" y="11077"/>
                  </a:cubicBezTo>
                  <a:close/>
                  <a:moveTo>
                    <a:pt x="19705" y="10422"/>
                  </a:moveTo>
                  <a:cubicBezTo>
                    <a:pt x="20098" y="10458"/>
                    <a:pt x="20479" y="10529"/>
                    <a:pt x="20884" y="10625"/>
                  </a:cubicBezTo>
                  <a:cubicBezTo>
                    <a:pt x="20872" y="10779"/>
                    <a:pt x="20860" y="10922"/>
                    <a:pt x="20860" y="11077"/>
                  </a:cubicBezTo>
                  <a:cubicBezTo>
                    <a:pt x="20836" y="11351"/>
                    <a:pt x="20825" y="11637"/>
                    <a:pt x="20836" y="11934"/>
                  </a:cubicBezTo>
                  <a:cubicBezTo>
                    <a:pt x="20860" y="12446"/>
                    <a:pt x="20991" y="13006"/>
                    <a:pt x="21753" y="13077"/>
                  </a:cubicBezTo>
                  <a:cubicBezTo>
                    <a:pt x="21729" y="13172"/>
                    <a:pt x="21694" y="13268"/>
                    <a:pt x="21670" y="13375"/>
                  </a:cubicBezTo>
                  <a:cubicBezTo>
                    <a:pt x="21563" y="13899"/>
                    <a:pt x="21610" y="14292"/>
                    <a:pt x="21837" y="14566"/>
                  </a:cubicBezTo>
                  <a:cubicBezTo>
                    <a:pt x="22027" y="14804"/>
                    <a:pt x="22337" y="14947"/>
                    <a:pt x="22789" y="14994"/>
                  </a:cubicBezTo>
                  <a:cubicBezTo>
                    <a:pt x="22646" y="15185"/>
                    <a:pt x="22503" y="15351"/>
                    <a:pt x="22337" y="15530"/>
                  </a:cubicBezTo>
                  <a:cubicBezTo>
                    <a:pt x="22134" y="15756"/>
                    <a:pt x="21920" y="15994"/>
                    <a:pt x="21706" y="16304"/>
                  </a:cubicBezTo>
                  <a:cubicBezTo>
                    <a:pt x="21694" y="16328"/>
                    <a:pt x="21682" y="16340"/>
                    <a:pt x="21670" y="16351"/>
                  </a:cubicBezTo>
                  <a:cubicBezTo>
                    <a:pt x="21659" y="16349"/>
                    <a:pt x="21647" y="16347"/>
                    <a:pt x="21635" y="16347"/>
                  </a:cubicBezTo>
                  <a:cubicBezTo>
                    <a:pt x="21595" y="16347"/>
                    <a:pt x="21554" y="16363"/>
                    <a:pt x="21527" y="16399"/>
                  </a:cubicBezTo>
                  <a:cubicBezTo>
                    <a:pt x="21424" y="16511"/>
                    <a:pt x="21290" y="16567"/>
                    <a:pt x="21124" y="16567"/>
                  </a:cubicBezTo>
                  <a:cubicBezTo>
                    <a:pt x="21061" y="16567"/>
                    <a:pt x="20993" y="16558"/>
                    <a:pt x="20920" y="16542"/>
                  </a:cubicBezTo>
                  <a:cubicBezTo>
                    <a:pt x="20348" y="16411"/>
                    <a:pt x="19753" y="15839"/>
                    <a:pt x="19634" y="15458"/>
                  </a:cubicBezTo>
                  <a:cubicBezTo>
                    <a:pt x="19503" y="15030"/>
                    <a:pt x="19586" y="14577"/>
                    <a:pt x="19693" y="14101"/>
                  </a:cubicBezTo>
                  <a:cubicBezTo>
                    <a:pt x="19741" y="13851"/>
                    <a:pt x="19801" y="13589"/>
                    <a:pt x="19813" y="13327"/>
                  </a:cubicBezTo>
                  <a:cubicBezTo>
                    <a:pt x="19872" y="12541"/>
                    <a:pt x="19896" y="11387"/>
                    <a:pt x="19705" y="10422"/>
                  </a:cubicBezTo>
                  <a:close/>
                  <a:moveTo>
                    <a:pt x="14931" y="12041"/>
                  </a:moveTo>
                  <a:cubicBezTo>
                    <a:pt x="14943" y="12530"/>
                    <a:pt x="15026" y="12982"/>
                    <a:pt x="15205" y="13351"/>
                  </a:cubicBezTo>
                  <a:cubicBezTo>
                    <a:pt x="15324" y="13613"/>
                    <a:pt x="15502" y="13839"/>
                    <a:pt x="15681" y="14054"/>
                  </a:cubicBezTo>
                  <a:cubicBezTo>
                    <a:pt x="15752" y="14149"/>
                    <a:pt x="15824" y="14244"/>
                    <a:pt x="15895" y="14327"/>
                  </a:cubicBezTo>
                  <a:cubicBezTo>
                    <a:pt x="15895" y="14351"/>
                    <a:pt x="15895" y="14375"/>
                    <a:pt x="15907" y="14399"/>
                  </a:cubicBezTo>
                  <a:cubicBezTo>
                    <a:pt x="15919" y="14446"/>
                    <a:pt x="15967" y="14482"/>
                    <a:pt x="16014" y="14494"/>
                  </a:cubicBezTo>
                  <a:cubicBezTo>
                    <a:pt x="16086" y="14613"/>
                    <a:pt x="16157" y="14744"/>
                    <a:pt x="16193" y="14887"/>
                  </a:cubicBezTo>
                  <a:cubicBezTo>
                    <a:pt x="16276" y="15197"/>
                    <a:pt x="16229" y="15506"/>
                    <a:pt x="16038" y="15804"/>
                  </a:cubicBezTo>
                  <a:cubicBezTo>
                    <a:pt x="15764" y="16220"/>
                    <a:pt x="15252" y="16554"/>
                    <a:pt x="14717" y="16661"/>
                  </a:cubicBezTo>
                  <a:cubicBezTo>
                    <a:pt x="14574" y="16554"/>
                    <a:pt x="14419" y="16435"/>
                    <a:pt x="14264" y="16292"/>
                  </a:cubicBezTo>
                  <a:cubicBezTo>
                    <a:pt x="13967" y="16006"/>
                    <a:pt x="13550" y="14827"/>
                    <a:pt x="13276" y="13613"/>
                  </a:cubicBezTo>
                  <a:cubicBezTo>
                    <a:pt x="13705" y="13184"/>
                    <a:pt x="14133" y="12756"/>
                    <a:pt x="14574" y="12351"/>
                  </a:cubicBezTo>
                  <a:cubicBezTo>
                    <a:pt x="14693" y="12244"/>
                    <a:pt x="14824" y="12149"/>
                    <a:pt x="14931" y="12041"/>
                  </a:cubicBezTo>
                  <a:close/>
                  <a:moveTo>
                    <a:pt x="23884" y="11684"/>
                  </a:moveTo>
                  <a:cubicBezTo>
                    <a:pt x="24277" y="11839"/>
                    <a:pt x="24682" y="12006"/>
                    <a:pt x="25087" y="12184"/>
                  </a:cubicBezTo>
                  <a:cubicBezTo>
                    <a:pt x="25123" y="12196"/>
                    <a:pt x="25158" y="12208"/>
                    <a:pt x="25206" y="12220"/>
                  </a:cubicBezTo>
                  <a:cubicBezTo>
                    <a:pt x="24837" y="12791"/>
                    <a:pt x="24527" y="13411"/>
                    <a:pt x="24301" y="14065"/>
                  </a:cubicBezTo>
                  <a:cubicBezTo>
                    <a:pt x="23932" y="15161"/>
                    <a:pt x="23515" y="16185"/>
                    <a:pt x="22622" y="16756"/>
                  </a:cubicBezTo>
                  <a:cubicBezTo>
                    <a:pt x="22534" y="16822"/>
                    <a:pt x="22446" y="16889"/>
                    <a:pt x="22339" y="16889"/>
                  </a:cubicBezTo>
                  <a:cubicBezTo>
                    <a:pt x="22330" y="16889"/>
                    <a:pt x="22322" y="16888"/>
                    <a:pt x="22313" y="16887"/>
                  </a:cubicBezTo>
                  <a:cubicBezTo>
                    <a:pt x="22146" y="16887"/>
                    <a:pt x="22015" y="16721"/>
                    <a:pt x="21932" y="16554"/>
                  </a:cubicBezTo>
                  <a:cubicBezTo>
                    <a:pt x="21944" y="16542"/>
                    <a:pt x="21956" y="16518"/>
                    <a:pt x="21979" y="16494"/>
                  </a:cubicBezTo>
                  <a:cubicBezTo>
                    <a:pt x="22182" y="16197"/>
                    <a:pt x="22384" y="15970"/>
                    <a:pt x="22587" y="15756"/>
                  </a:cubicBezTo>
                  <a:cubicBezTo>
                    <a:pt x="22789" y="15518"/>
                    <a:pt x="22991" y="15304"/>
                    <a:pt x="23170" y="15006"/>
                  </a:cubicBezTo>
                  <a:lnTo>
                    <a:pt x="23242" y="15006"/>
                  </a:lnTo>
                  <a:cubicBezTo>
                    <a:pt x="23325" y="15006"/>
                    <a:pt x="23408" y="14935"/>
                    <a:pt x="23396" y="14839"/>
                  </a:cubicBezTo>
                  <a:cubicBezTo>
                    <a:pt x="23396" y="14792"/>
                    <a:pt x="23372" y="14744"/>
                    <a:pt x="23337" y="14708"/>
                  </a:cubicBezTo>
                  <a:cubicBezTo>
                    <a:pt x="23420" y="14530"/>
                    <a:pt x="23503" y="14327"/>
                    <a:pt x="23563" y="14089"/>
                  </a:cubicBezTo>
                  <a:cubicBezTo>
                    <a:pt x="23765" y="13327"/>
                    <a:pt x="23837" y="12506"/>
                    <a:pt x="23884" y="11684"/>
                  </a:cubicBezTo>
                  <a:close/>
                  <a:moveTo>
                    <a:pt x="12990" y="13911"/>
                  </a:moveTo>
                  <a:cubicBezTo>
                    <a:pt x="13276" y="15101"/>
                    <a:pt x="13693" y="16209"/>
                    <a:pt x="14038" y="16542"/>
                  </a:cubicBezTo>
                  <a:cubicBezTo>
                    <a:pt x="14193" y="16673"/>
                    <a:pt x="14336" y="16804"/>
                    <a:pt x="14490" y="16899"/>
                  </a:cubicBezTo>
                  <a:cubicBezTo>
                    <a:pt x="14514" y="16971"/>
                    <a:pt x="14574" y="17006"/>
                    <a:pt x="14645" y="17006"/>
                  </a:cubicBezTo>
                  <a:lnTo>
                    <a:pt x="14657" y="17006"/>
                  </a:lnTo>
                  <a:cubicBezTo>
                    <a:pt x="15002" y="17233"/>
                    <a:pt x="15371" y="17363"/>
                    <a:pt x="15752" y="17459"/>
                  </a:cubicBezTo>
                  <a:cubicBezTo>
                    <a:pt x="15445" y="17717"/>
                    <a:pt x="15170" y="17843"/>
                    <a:pt x="14914" y="17843"/>
                  </a:cubicBezTo>
                  <a:cubicBezTo>
                    <a:pt x="14864" y="17843"/>
                    <a:pt x="14814" y="17838"/>
                    <a:pt x="14764" y="17828"/>
                  </a:cubicBezTo>
                  <a:cubicBezTo>
                    <a:pt x="14109" y="17709"/>
                    <a:pt x="13645" y="16685"/>
                    <a:pt x="13181" y="15685"/>
                  </a:cubicBezTo>
                  <a:cubicBezTo>
                    <a:pt x="12966" y="15220"/>
                    <a:pt x="12764" y="14756"/>
                    <a:pt x="12526" y="14387"/>
                  </a:cubicBezTo>
                  <a:cubicBezTo>
                    <a:pt x="12681" y="14232"/>
                    <a:pt x="12835" y="14065"/>
                    <a:pt x="12990" y="13911"/>
                  </a:cubicBezTo>
                  <a:close/>
                  <a:moveTo>
                    <a:pt x="19128" y="10394"/>
                  </a:moveTo>
                  <a:cubicBezTo>
                    <a:pt x="19206" y="10394"/>
                    <a:pt x="19283" y="10396"/>
                    <a:pt x="19360" y="10398"/>
                  </a:cubicBezTo>
                  <a:cubicBezTo>
                    <a:pt x="19586" y="11446"/>
                    <a:pt x="19527" y="12780"/>
                    <a:pt x="19479" y="13303"/>
                  </a:cubicBezTo>
                  <a:cubicBezTo>
                    <a:pt x="19467" y="13542"/>
                    <a:pt x="19420" y="13780"/>
                    <a:pt x="19360" y="14030"/>
                  </a:cubicBezTo>
                  <a:cubicBezTo>
                    <a:pt x="19265" y="14530"/>
                    <a:pt x="19158" y="15054"/>
                    <a:pt x="19312" y="15566"/>
                  </a:cubicBezTo>
                  <a:cubicBezTo>
                    <a:pt x="19479" y="16101"/>
                    <a:pt x="20205" y="16721"/>
                    <a:pt x="20836" y="16863"/>
                  </a:cubicBezTo>
                  <a:cubicBezTo>
                    <a:pt x="20944" y="16887"/>
                    <a:pt x="21039" y="16899"/>
                    <a:pt x="21122" y="16899"/>
                  </a:cubicBezTo>
                  <a:cubicBezTo>
                    <a:pt x="21206" y="16899"/>
                    <a:pt x="21289" y="16887"/>
                    <a:pt x="21360" y="16863"/>
                  </a:cubicBezTo>
                  <a:lnTo>
                    <a:pt x="21360" y="16863"/>
                  </a:lnTo>
                  <a:cubicBezTo>
                    <a:pt x="21039" y="17471"/>
                    <a:pt x="20920" y="17959"/>
                    <a:pt x="20884" y="18459"/>
                  </a:cubicBezTo>
                  <a:cubicBezTo>
                    <a:pt x="20836" y="18483"/>
                    <a:pt x="20801" y="18530"/>
                    <a:pt x="20789" y="18590"/>
                  </a:cubicBezTo>
                  <a:cubicBezTo>
                    <a:pt x="20455" y="17792"/>
                    <a:pt x="19765" y="17435"/>
                    <a:pt x="17967" y="17328"/>
                  </a:cubicBezTo>
                  <a:cubicBezTo>
                    <a:pt x="17812" y="17328"/>
                    <a:pt x="17657" y="17316"/>
                    <a:pt x="17515" y="17316"/>
                  </a:cubicBezTo>
                  <a:cubicBezTo>
                    <a:pt x="16645" y="17268"/>
                    <a:pt x="15860" y="17233"/>
                    <a:pt x="15133" y="16887"/>
                  </a:cubicBezTo>
                  <a:cubicBezTo>
                    <a:pt x="15622" y="16709"/>
                    <a:pt x="16062" y="16387"/>
                    <a:pt x="16312" y="15994"/>
                  </a:cubicBezTo>
                  <a:cubicBezTo>
                    <a:pt x="16562" y="15613"/>
                    <a:pt x="16634" y="15208"/>
                    <a:pt x="16514" y="14804"/>
                  </a:cubicBezTo>
                  <a:cubicBezTo>
                    <a:pt x="16479" y="14649"/>
                    <a:pt x="16407" y="14518"/>
                    <a:pt x="16336" y="14387"/>
                  </a:cubicBezTo>
                  <a:cubicBezTo>
                    <a:pt x="16419" y="14327"/>
                    <a:pt x="16491" y="14256"/>
                    <a:pt x="16526" y="14173"/>
                  </a:cubicBezTo>
                  <a:cubicBezTo>
                    <a:pt x="16622" y="13946"/>
                    <a:pt x="16526" y="13708"/>
                    <a:pt x="16443" y="13482"/>
                  </a:cubicBezTo>
                  <a:cubicBezTo>
                    <a:pt x="16395" y="13375"/>
                    <a:pt x="16360" y="13280"/>
                    <a:pt x="16336" y="13184"/>
                  </a:cubicBezTo>
                  <a:cubicBezTo>
                    <a:pt x="16181" y="12422"/>
                    <a:pt x="16193" y="11768"/>
                    <a:pt x="16324" y="11101"/>
                  </a:cubicBezTo>
                  <a:cubicBezTo>
                    <a:pt x="17280" y="10595"/>
                    <a:pt x="18205" y="10394"/>
                    <a:pt x="19128" y="10394"/>
                  </a:cubicBezTo>
                  <a:close/>
                  <a:moveTo>
                    <a:pt x="28625" y="0"/>
                  </a:moveTo>
                  <a:cubicBezTo>
                    <a:pt x="26989" y="0"/>
                    <a:pt x="24343" y="3868"/>
                    <a:pt x="22777" y="3868"/>
                  </a:cubicBezTo>
                  <a:cubicBezTo>
                    <a:pt x="22716" y="3868"/>
                    <a:pt x="22656" y="3862"/>
                    <a:pt x="22599" y="3850"/>
                  </a:cubicBezTo>
                  <a:cubicBezTo>
                    <a:pt x="20769" y="3475"/>
                    <a:pt x="19994" y="1181"/>
                    <a:pt x="18312" y="1181"/>
                  </a:cubicBezTo>
                  <a:cubicBezTo>
                    <a:pt x="17805" y="1181"/>
                    <a:pt x="17216" y="1389"/>
                    <a:pt x="16491" y="1921"/>
                  </a:cubicBezTo>
                  <a:cubicBezTo>
                    <a:pt x="14348" y="3493"/>
                    <a:pt x="16062" y="5767"/>
                    <a:pt x="14812" y="7398"/>
                  </a:cubicBezTo>
                  <a:cubicBezTo>
                    <a:pt x="14424" y="7911"/>
                    <a:pt x="13850" y="8108"/>
                    <a:pt x="13161" y="8108"/>
                  </a:cubicBezTo>
                  <a:cubicBezTo>
                    <a:pt x="10919" y="8108"/>
                    <a:pt x="7468" y="6025"/>
                    <a:pt x="5323" y="6025"/>
                  </a:cubicBezTo>
                  <a:cubicBezTo>
                    <a:pt x="5134" y="6025"/>
                    <a:pt x="4954" y="6041"/>
                    <a:pt x="4787" y="6076"/>
                  </a:cubicBezTo>
                  <a:cubicBezTo>
                    <a:pt x="167" y="7077"/>
                    <a:pt x="1" y="13518"/>
                    <a:pt x="2929" y="16244"/>
                  </a:cubicBezTo>
                  <a:cubicBezTo>
                    <a:pt x="4333" y="17550"/>
                    <a:pt x="5585" y="18069"/>
                    <a:pt x="6739" y="18069"/>
                  </a:cubicBezTo>
                  <a:cubicBezTo>
                    <a:pt x="8795" y="18069"/>
                    <a:pt x="10541" y="16421"/>
                    <a:pt x="12288" y="14637"/>
                  </a:cubicBezTo>
                  <a:cubicBezTo>
                    <a:pt x="12490" y="14982"/>
                    <a:pt x="12693" y="15411"/>
                    <a:pt x="12883" y="15828"/>
                  </a:cubicBezTo>
                  <a:cubicBezTo>
                    <a:pt x="13371" y="16899"/>
                    <a:pt x="13883" y="18006"/>
                    <a:pt x="14705" y="18161"/>
                  </a:cubicBezTo>
                  <a:cubicBezTo>
                    <a:pt x="14776" y="18173"/>
                    <a:pt x="14836" y="18185"/>
                    <a:pt x="14907" y="18185"/>
                  </a:cubicBezTo>
                  <a:cubicBezTo>
                    <a:pt x="15300" y="18185"/>
                    <a:pt x="15705" y="17971"/>
                    <a:pt x="16157" y="17530"/>
                  </a:cubicBezTo>
                  <a:cubicBezTo>
                    <a:pt x="16598" y="17602"/>
                    <a:pt x="17038" y="17625"/>
                    <a:pt x="17491" y="17649"/>
                  </a:cubicBezTo>
                  <a:cubicBezTo>
                    <a:pt x="17646" y="17649"/>
                    <a:pt x="17788" y="17661"/>
                    <a:pt x="17943" y="17661"/>
                  </a:cubicBezTo>
                  <a:cubicBezTo>
                    <a:pt x="20360" y="17804"/>
                    <a:pt x="20539" y="18268"/>
                    <a:pt x="20777" y="20138"/>
                  </a:cubicBezTo>
                  <a:cubicBezTo>
                    <a:pt x="20920" y="21269"/>
                    <a:pt x="20777" y="22507"/>
                    <a:pt x="20777" y="23638"/>
                  </a:cubicBezTo>
                  <a:cubicBezTo>
                    <a:pt x="20777" y="25614"/>
                    <a:pt x="20777" y="27603"/>
                    <a:pt x="20777" y="29591"/>
                  </a:cubicBezTo>
                  <a:cubicBezTo>
                    <a:pt x="20777" y="29746"/>
                    <a:pt x="20813" y="29936"/>
                    <a:pt x="20967" y="29948"/>
                  </a:cubicBezTo>
                  <a:cubicBezTo>
                    <a:pt x="20972" y="29949"/>
                    <a:pt x="20976" y="29949"/>
                    <a:pt x="20980" y="29949"/>
                  </a:cubicBezTo>
                  <a:cubicBezTo>
                    <a:pt x="21125" y="29949"/>
                    <a:pt x="21182" y="29742"/>
                    <a:pt x="21182" y="29579"/>
                  </a:cubicBezTo>
                  <a:cubicBezTo>
                    <a:pt x="21194" y="27305"/>
                    <a:pt x="21194" y="25031"/>
                    <a:pt x="21206" y="22757"/>
                  </a:cubicBezTo>
                  <a:cubicBezTo>
                    <a:pt x="21217" y="21626"/>
                    <a:pt x="21229" y="20483"/>
                    <a:pt x="21217" y="19352"/>
                  </a:cubicBezTo>
                  <a:cubicBezTo>
                    <a:pt x="21217" y="18447"/>
                    <a:pt x="21265" y="17685"/>
                    <a:pt x="21741" y="16875"/>
                  </a:cubicBezTo>
                  <a:cubicBezTo>
                    <a:pt x="21872" y="17066"/>
                    <a:pt x="22063" y="17221"/>
                    <a:pt x="22313" y="17221"/>
                  </a:cubicBezTo>
                  <a:cubicBezTo>
                    <a:pt x="22503" y="17221"/>
                    <a:pt x="22670" y="17125"/>
                    <a:pt x="22813" y="17042"/>
                  </a:cubicBezTo>
                  <a:cubicBezTo>
                    <a:pt x="23789" y="16411"/>
                    <a:pt x="24218" y="15328"/>
                    <a:pt x="24623" y="14173"/>
                  </a:cubicBezTo>
                  <a:cubicBezTo>
                    <a:pt x="24849" y="13518"/>
                    <a:pt x="25158" y="12899"/>
                    <a:pt x="25528" y="12339"/>
                  </a:cubicBezTo>
                  <a:cubicBezTo>
                    <a:pt x="26598" y="12728"/>
                    <a:pt x="27690" y="12917"/>
                    <a:pt x="28762" y="12917"/>
                  </a:cubicBezTo>
                  <a:cubicBezTo>
                    <a:pt x="31568" y="12917"/>
                    <a:pt x="34241" y="11623"/>
                    <a:pt x="36041" y="9220"/>
                  </a:cubicBezTo>
                  <a:cubicBezTo>
                    <a:pt x="39305" y="4853"/>
                    <a:pt x="35860" y="939"/>
                    <a:pt x="31523" y="939"/>
                  </a:cubicBezTo>
                  <a:cubicBezTo>
                    <a:pt x="30941" y="939"/>
                    <a:pt x="30342" y="1010"/>
                    <a:pt x="29742" y="1159"/>
                  </a:cubicBezTo>
                  <a:cubicBezTo>
                    <a:pt x="29488" y="324"/>
                    <a:pt x="29099" y="0"/>
                    <a:pt x="28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51"/>
            <p:cNvSpPr/>
            <p:nvPr/>
          </p:nvSpPr>
          <p:spPr>
            <a:xfrm>
              <a:off x="6267806" y="2034437"/>
              <a:ext cx="579122" cy="404086"/>
            </a:xfrm>
            <a:custGeom>
              <a:avLst/>
              <a:gdLst/>
              <a:ahLst/>
              <a:cxnLst/>
              <a:rect l="l" t="t" r="r" b="b"/>
              <a:pathLst>
                <a:path w="52749" h="36806" extrusionOk="0">
                  <a:moveTo>
                    <a:pt x="24280" y="13159"/>
                  </a:moveTo>
                  <a:cubicBezTo>
                    <a:pt x="24292" y="13326"/>
                    <a:pt x="24304" y="13481"/>
                    <a:pt x="24304" y="13636"/>
                  </a:cubicBezTo>
                  <a:cubicBezTo>
                    <a:pt x="24328" y="13969"/>
                    <a:pt x="24352" y="14302"/>
                    <a:pt x="24340" y="14648"/>
                  </a:cubicBezTo>
                  <a:cubicBezTo>
                    <a:pt x="24304" y="15398"/>
                    <a:pt x="24066" y="15660"/>
                    <a:pt x="23399" y="15672"/>
                  </a:cubicBezTo>
                  <a:cubicBezTo>
                    <a:pt x="23280" y="15374"/>
                    <a:pt x="23173" y="15064"/>
                    <a:pt x="23125" y="14731"/>
                  </a:cubicBezTo>
                  <a:cubicBezTo>
                    <a:pt x="23078" y="14314"/>
                    <a:pt x="23125" y="13886"/>
                    <a:pt x="23209" y="13457"/>
                  </a:cubicBezTo>
                  <a:cubicBezTo>
                    <a:pt x="23566" y="13350"/>
                    <a:pt x="23923" y="13243"/>
                    <a:pt x="24280" y="13159"/>
                  </a:cubicBezTo>
                  <a:close/>
                  <a:moveTo>
                    <a:pt x="31329" y="13898"/>
                  </a:moveTo>
                  <a:lnTo>
                    <a:pt x="31329" y="13898"/>
                  </a:lnTo>
                  <a:cubicBezTo>
                    <a:pt x="31638" y="14064"/>
                    <a:pt x="31936" y="14255"/>
                    <a:pt x="32246" y="14469"/>
                  </a:cubicBezTo>
                  <a:cubicBezTo>
                    <a:pt x="32281" y="15088"/>
                    <a:pt x="32198" y="15731"/>
                    <a:pt x="31936" y="16243"/>
                  </a:cubicBezTo>
                  <a:cubicBezTo>
                    <a:pt x="31805" y="16517"/>
                    <a:pt x="31579" y="16755"/>
                    <a:pt x="31353" y="17017"/>
                  </a:cubicBezTo>
                  <a:cubicBezTo>
                    <a:pt x="31257" y="17124"/>
                    <a:pt x="31162" y="17231"/>
                    <a:pt x="31067" y="17339"/>
                  </a:cubicBezTo>
                  <a:cubicBezTo>
                    <a:pt x="31031" y="17315"/>
                    <a:pt x="30995" y="17279"/>
                    <a:pt x="30984" y="17243"/>
                  </a:cubicBezTo>
                  <a:cubicBezTo>
                    <a:pt x="30924" y="17124"/>
                    <a:pt x="31007" y="16922"/>
                    <a:pt x="31103" y="16719"/>
                  </a:cubicBezTo>
                  <a:cubicBezTo>
                    <a:pt x="31162" y="16577"/>
                    <a:pt x="31222" y="16434"/>
                    <a:pt x="31257" y="16279"/>
                  </a:cubicBezTo>
                  <a:cubicBezTo>
                    <a:pt x="31448" y="15422"/>
                    <a:pt x="31448" y="14648"/>
                    <a:pt x="31329" y="13898"/>
                  </a:cubicBezTo>
                  <a:close/>
                  <a:moveTo>
                    <a:pt x="22733" y="13612"/>
                  </a:moveTo>
                  <a:lnTo>
                    <a:pt x="22733" y="13612"/>
                  </a:lnTo>
                  <a:cubicBezTo>
                    <a:pt x="22673" y="13993"/>
                    <a:pt x="22637" y="14386"/>
                    <a:pt x="22685" y="14779"/>
                  </a:cubicBezTo>
                  <a:cubicBezTo>
                    <a:pt x="22733" y="15172"/>
                    <a:pt x="22864" y="15517"/>
                    <a:pt x="22994" y="15850"/>
                  </a:cubicBezTo>
                  <a:cubicBezTo>
                    <a:pt x="23090" y="16076"/>
                    <a:pt x="23173" y="16303"/>
                    <a:pt x="23221" y="16517"/>
                  </a:cubicBezTo>
                  <a:cubicBezTo>
                    <a:pt x="23352" y="17041"/>
                    <a:pt x="23304" y="17410"/>
                    <a:pt x="23102" y="17636"/>
                  </a:cubicBezTo>
                  <a:cubicBezTo>
                    <a:pt x="22899" y="17874"/>
                    <a:pt x="22506" y="17993"/>
                    <a:pt x="21899" y="18029"/>
                  </a:cubicBezTo>
                  <a:cubicBezTo>
                    <a:pt x="21768" y="17791"/>
                    <a:pt x="21649" y="17529"/>
                    <a:pt x="21554" y="17208"/>
                  </a:cubicBezTo>
                  <a:cubicBezTo>
                    <a:pt x="21280" y="16267"/>
                    <a:pt x="21185" y="15231"/>
                    <a:pt x="21137" y="14183"/>
                  </a:cubicBezTo>
                  <a:cubicBezTo>
                    <a:pt x="21673" y="13981"/>
                    <a:pt x="22209" y="13790"/>
                    <a:pt x="22733" y="13612"/>
                  </a:cubicBezTo>
                  <a:close/>
                  <a:moveTo>
                    <a:pt x="26304" y="12802"/>
                  </a:moveTo>
                  <a:lnTo>
                    <a:pt x="26304" y="12802"/>
                  </a:lnTo>
                  <a:cubicBezTo>
                    <a:pt x="26042" y="13993"/>
                    <a:pt x="26078" y="15410"/>
                    <a:pt x="26150" y="16374"/>
                  </a:cubicBezTo>
                  <a:cubicBezTo>
                    <a:pt x="26173" y="16696"/>
                    <a:pt x="26245" y="17017"/>
                    <a:pt x="26316" y="17327"/>
                  </a:cubicBezTo>
                  <a:cubicBezTo>
                    <a:pt x="26459" y="17910"/>
                    <a:pt x="26578" y="18470"/>
                    <a:pt x="26400" y="18994"/>
                  </a:cubicBezTo>
                  <a:cubicBezTo>
                    <a:pt x="26245" y="19470"/>
                    <a:pt x="25435" y="20160"/>
                    <a:pt x="24685" y="20315"/>
                  </a:cubicBezTo>
                  <a:cubicBezTo>
                    <a:pt x="24580" y="20340"/>
                    <a:pt x="24481" y="20352"/>
                    <a:pt x="24390" y="20352"/>
                  </a:cubicBezTo>
                  <a:cubicBezTo>
                    <a:pt x="24172" y="20352"/>
                    <a:pt x="23994" y="20283"/>
                    <a:pt x="23852" y="20148"/>
                  </a:cubicBezTo>
                  <a:cubicBezTo>
                    <a:pt x="23812" y="20109"/>
                    <a:pt x="23756" y="20086"/>
                    <a:pt x="23698" y="20086"/>
                  </a:cubicBezTo>
                  <a:cubicBezTo>
                    <a:pt x="23686" y="20086"/>
                    <a:pt x="23673" y="20087"/>
                    <a:pt x="23661" y="20089"/>
                  </a:cubicBezTo>
                  <a:cubicBezTo>
                    <a:pt x="23649" y="20065"/>
                    <a:pt x="23637" y="20053"/>
                    <a:pt x="23626" y="20041"/>
                  </a:cubicBezTo>
                  <a:cubicBezTo>
                    <a:pt x="23340" y="19648"/>
                    <a:pt x="23054" y="19363"/>
                    <a:pt x="22768" y="19077"/>
                  </a:cubicBezTo>
                  <a:cubicBezTo>
                    <a:pt x="22554" y="18863"/>
                    <a:pt x="22352" y="18660"/>
                    <a:pt x="22161" y="18422"/>
                  </a:cubicBezTo>
                  <a:cubicBezTo>
                    <a:pt x="22768" y="18362"/>
                    <a:pt x="23185" y="18196"/>
                    <a:pt x="23447" y="17898"/>
                  </a:cubicBezTo>
                  <a:cubicBezTo>
                    <a:pt x="23745" y="17565"/>
                    <a:pt x="23816" y="17077"/>
                    <a:pt x="23661" y="16434"/>
                  </a:cubicBezTo>
                  <a:cubicBezTo>
                    <a:pt x="23626" y="16303"/>
                    <a:pt x="23590" y="16184"/>
                    <a:pt x="23554" y="16065"/>
                  </a:cubicBezTo>
                  <a:cubicBezTo>
                    <a:pt x="24578" y="15981"/>
                    <a:pt x="24757" y="15291"/>
                    <a:pt x="24780" y="14660"/>
                  </a:cubicBezTo>
                  <a:cubicBezTo>
                    <a:pt x="24804" y="14302"/>
                    <a:pt x="24780" y="13957"/>
                    <a:pt x="24757" y="13612"/>
                  </a:cubicBezTo>
                  <a:cubicBezTo>
                    <a:pt x="24745" y="13421"/>
                    <a:pt x="24733" y="13243"/>
                    <a:pt x="24733" y="13052"/>
                  </a:cubicBezTo>
                  <a:cubicBezTo>
                    <a:pt x="25257" y="12933"/>
                    <a:pt x="25781" y="12850"/>
                    <a:pt x="26304" y="12802"/>
                  </a:cubicBezTo>
                  <a:close/>
                  <a:moveTo>
                    <a:pt x="32698" y="14803"/>
                  </a:moveTo>
                  <a:cubicBezTo>
                    <a:pt x="32865" y="14922"/>
                    <a:pt x="33020" y="15053"/>
                    <a:pt x="33186" y="15184"/>
                  </a:cubicBezTo>
                  <a:cubicBezTo>
                    <a:pt x="33770" y="15672"/>
                    <a:pt x="34353" y="16196"/>
                    <a:pt x="34925" y="16731"/>
                  </a:cubicBezTo>
                  <a:cubicBezTo>
                    <a:pt x="34567" y="18220"/>
                    <a:pt x="34008" y="19672"/>
                    <a:pt x="33603" y="20017"/>
                  </a:cubicBezTo>
                  <a:cubicBezTo>
                    <a:pt x="33401" y="20196"/>
                    <a:pt x="33198" y="20339"/>
                    <a:pt x="32984" y="20470"/>
                  </a:cubicBezTo>
                  <a:cubicBezTo>
                    <a:pt x="32281" y="20339"/>
                    <a:pt x="31591" y="19922"/>
                    <a:pt x="31222" y="19422"/>
                  </a:cubicBezTo>
                  <a:cubicBezTo>
                    <a:pt x="30972" y="19053"/>
                    <a:pt x="30900" y="18684"/>
                    <a:pt x="31007" y="18291"/>
                  </a:cubicBezTo>
                  <a:cubicBezTo>
                    <a:pt x="31067" y="18124"/>
                    <a:pt x="31150" y="17958"/>
                    <a:pt x="31257" y="17803"/>
                  </a:cubicBezTo>
                  <a:cubicBezTo>
                    <a:pt x="31317" y="17791"/>
                    <a:pt x="31376" y="17755"/>
                    <a:pt x="31400" y="17696"/>
                  </a:cubicBezTo>
                  <a:cubicBezTo>
                    <a:pt x="31412" y="17660"/>
                    <a:pt x="31412" y="17636"/>
                    <a:pt x="31412" y="17600"/>
                  </a:cubicBezTo>
                  <a:cubicBezTo>
                    <a:pt x="31507" y="17493"/>
                    <a:pt x="31603" y="17386"/>
                    <a:pt x="31698" y="17279"/>
                  </a:cubicBezTo>
                  <a:cubicBezTo>
                    <a:pt x="31936" y="17005"/>
                    <a:pt x="32186" y="16731"/>
                    <a:pt x="32353" y="16410"/>
                  </a:cubicBezTo>
                  <a:cubicBezTo>
                    <a:pt x="32579" y="15957"/>
                    <a:pt x="32686" y="15386"/>
                    <a:pt x="32698" y="14803"/>
                  </a:cubicBezTo>
                  <a:close/>
                  <a:moveTo>
                    <a:pt x="20697" y="14350"/>
                  </a:moveTo>
                  <a:cubicBezTo>
                    <a:pt x="20744" y="15362"/>
                    <a:pt x="20851" y="16386"/>
                    <a:pt x="21125" y="17315"/>
                  </a:cubicBezTo>
                  <a:cubicBezTo>
                    <a:pt x="21209" y="17612"/>
                    <a:pt x="21316" y="17862"/>
                    <a:pt x="21435" y="18077"/>
                  </a:cubicBezTo>
                  <a:cubicBezTo>
                    <a:pt x="21375" y="18112"/>
                    <a:pt x="21340" y="18172"/>
                    <a:pt x="21340" y="18232"/>
                  </a:cubicBezTo>
                  <a:cubicBezTo>
                    <a:pt x="21340" y="18351"/>
                    <a:pt x="21435" y="18446"/>
                    <a:pt x="21566" y="18446"/>
                  </a:cubicBezTo>
                  <a:lnTo>
                    <a:pt x="21649" y="18446"/>
                  </a:lnTo>
                  <a:cubicBezTo>
                    <a:pt x="21887" y="18791"/>
                    <a:pt x="22161" y="19077"/>
                    <a:pt x="22447" y="19363"/>
                  </a:cubicBezTo>
                  <a:cubicBezTo>
                    <a:pt x="22709" y="19625"/>
                    <a:pt x="22983" y="19898"/>
                    <a:pt x="23256" y="20267"/>
                  </a:cubicBezTo>
                  <a:cubicBezTo>
                    <a:pt x="23280" y="20291"/>
                    <a:pt x="23292" y="20315"/>
                    <a:pt x="23316" y="20351"/>
                  </a:cubicBezTo>
                  <a:cubicBezTo>
                    <a:pt x="23197" y="20553"/>
                    <a:pt x="23030" y="20744"/>
                    <a:pt x="22804" y="20744"/>
                  </a:cubicBezTo>
                  <a:cubicBezTo>
                    <a:pt x="22794" y="20744"/>
                    <a:pt x="22784" y="20745"/>
                    <a:pt x="22774" y="20745"/>
                  </a:cubicBezTo>
                  <a:cubicBezTo>
                    <a:pt x="22631" y="20745"/>
                    <a:pt x="22499" y="20667"/>
                    <a:pt x="22387" y="20589"/>
                  </a:cubicBezTo>
                  <a:cubicBezTo>
                    <a:pt x="21185" y="19886"/>
                    <a:pt x="20637" y="18624"/>
                    <a:pt x="20125" y="17279"/>
                  </a:cubicBezTo>
                  <a:cubicBezTo>
                    <a:pt x="19827" y="16469"/>
                    <a:pt x="19411" y="15707"/>
                    <a:pt x="18923" y="15017"/>
                  </a:cubicBezTo>
                  <a:cubicBezTo>
                    <a:pt x="18982" y="15005"/>
                    <a:pt x="19030" y="14981"/>
                    <a:pt x="19077" y="14969"/>
                  </a:cubicBezTo>
                  <a:cubicBezTo>
                    <a:pt x="19637" y="14755"/>
                    <a:pt x="20173" y="14552"/>
                    <a:pt x="20697" y="14350"/>
                  </a:cubicBezTo>
                  <a:close/>
                  <a:moveTo>
                    <a:pt x="35306" y="17089"/>
                  </a:moveTo>
                  <a:cubicBezTo>
                    <a:pt x="35520" y="17291"/>
                    <a:pt x="35722" y="17481"/>
                    <a:pt x="35937" y="17672"/>
                  </a:cubicBezTo>
                  <a:cubicBezTo>
                    <a:pt x="35627" y="18136"/>
                    <a:pt x="35341" y="18696"/>
                    <a:pt x="35056" y="19279"/>
                  </a:cubicBezTo>
                  <a:cubicBezTo>
                    <a:pt x="34436" y="20494"/>
                    <a:pt x="33805" y="21768"/>
                    <a:pt x="32924" y="21911"/>
                  </a:cubicBezTo>
                  <a:cubicBezTo>
                    <a:pt x="32862" y="21922"/>
                    <a:pt x="32799" y="21927"/>
                    <a:pt x="32735" y="21927"/>
                  </a:cubicBezTo>
                  <a:cubicBezTo>
                    <a:pt x="32395" y="21927"/>
                    <a:pt x="32026" y="21767"/>
                    <a:pt x="31615" y="21446"/>
                  </a:cubicBezTo>
                  <a:cubicBezTo>
                    <a:pt x="32115" y="21339"/>
                    <a:pt x="32603" y="21172"/>
                    <a:pt x="33079" y="20899"/>
                  </a:cubicBezTo>
                  <a:lnTo>
                    <a:pt x="33091" y="20899"/>
                  </a:lnTo>
                  <a:cubicBezTo>
                    <a:pt x="33186" y="20899"/>
                    <a:pt x="33270" y="20851"/>
                    <a:pt x="33305" y="20768"/>
                  </a:cubicBezTo>
                  <a:cubicBezTo>
                    <a:pt x="33508" y="20637"/>
                    <a:pt x="33710" y="20494"/>
                    <a:pt x="33913" y="20315"/>
                  </a:cubicBezTo>
                  <a:cubicBezTo>
                    <a:pt x="34365" y="19922"/>
                    <a:pt x="34936" y="18553"/>
                    <a:pt x="35306" y="17089"/>
                  </a:cubicBezTo>
                  <a:close/>
                  <a:moveTo>
                    <a:pt x="27098" y="12773"/>
                  </a:moveTo>
                  <a:cubicBezTo>
                    <a:pt x="28332" y="12773"/>
                    <a:pt x="29561" y="13023"/>
                    <a:pt x="30841" y="13636"/>
                  </a:cubicBezTo>
                  <a:cubicBezTo>
                    <a:pt x="31007" y="14457"/>
                    <a:pt x="31031" y="15267"/>
                    <a:pt x="30817" y="16196"/>
                  </a:cubicBezTo>
                  <a:cubicBezTo>
                    <a:pt x="30793" y="16315"/>
                    <a:pt x="30734" y="16446"/>
                    <a:pt x="30686" y="16565"/>
                  </a:cubicBezTo>
                  <a:cubicBezTo>
                    <a:pt x="30567" y="16850"/>
                    <a:pt x="30436" y="17136"/>
                    <a:pt x="30567" y="17410"/>
                  </a:cubicBezTo>
                  <a:cubicBezTo>
                    <a:pt x="30626" y="17517"/>
                    <a:pt x="30710" y="17600"/>
                    <a:pt x="30829" y="17684"/>
                  </a:cubicBezTo>
                  <a:cubicBezTo>
                    <a:pt x="30722" y="17839"/>
                    <a:pt x="30638" y="18005"/>
                    <a:pt x="30579" y="18184"/>
                  </a:cubicBezTo>
                  <a:cubicBezTo>
                    <a:pt x="30436" y="18684"/>
                    <a:pt x="30531" y="19184"/>
                    <a:pt x="30853" y="19648"/>
                  </a:cubicBezTo>
                  <a:cubicBezTo>
                    <a:pt x="31198" y="20137"/>
                    <a:pt x="31781" y="20541"/>
                    <a:pt x="32436" y="20756"/>
                  </a:cubicBezTo>
                  <a:cubicBezTo>
                    <a:pt x="31472" y="21172"/>
                    <a:pt x="30412" y="21220"/>
                    <a:pt x="29245" y="21268"/>
                  </a:cubicBezTo>
                  <a:cubicBezTo>
                    <a:pt x="29043" y="21280"/>
                    <a:pt x="28840" y="21291"/>
                    <a:pt x="28638" y="21303"/>
                  </a:cubicBezTo>
                  <a:cubicBezTo>
                    <a:pt x="26233" y="21422"/>
                    <a:pt x="25304" y="21863"/>
                    <a:pt x="24852" y="22839"/>
                  </a:cubicBezTo>
                  <a:cubicBezTo>
                    <a:pt x="24840" y="22768"/>
                    <a:pt x="24780" y="22708"/>
                    <a:pt x="24709" y="22673"/>
                  </a:cubicBezTo>
                  <a:cubicBezTo>
                    <a:pt x="24673" y="22053"/>
                    <a:pt x="24518" y="21458"/>
                    <a:pt x="24078" y="20720"/>
                  </a:cubicBezTo>
                  <a:lnTo>
                    <a:pt x="24078" y="20720"/>
                  </a:lnTo>
                  <a:cubicBezTo>
                    <a:pt x="24185" y="20744"/>
                    <a:pt x="24280" y="20768"/>
                    <a:pt x="24399" y="20768"/>
                  </a:cubicBezTo>
                  <a:cubicBezTo>
                    <a:pt x="24518" y="20768"/>
                    <a:pt x="24649" y="20744"/>
                    <a:pt x="24780" y="20720"/>
                  </a:cubicBezTo>
                  <a:cubicBezTo>
                    <a:pt x="25626" y="20541"/>
                    <a:pt x="26602" y="19779"/>
                    <a:pt x="26828" y="19124"/>
                  </a:cubicBezTo>
                  <a:cubicBezTo>
                    <a:pt x="27043" y="18493"/>
                    <a:pt x="26900" y="17851"/>
                    <a:pt x="26757" y="17243"/>
                  </a:cubicBezTo>
                  <a:cubicBezTo>
                    <a:pt x="26685" y="16934"/>
                    <a:pt x="26626" y="16636"/>
                    <a:pt x="26602" y="16338"/>
                  </a:cubicBezTo>
                  <a:cubicBezTo>
                    <a:pt x="26554" y="15707"/>
                    <a:pt x="26471" y="14064"/>
                    <a:pt x="26769" y="12778"/>
                  </a:cubicBezTo>
                  <a:cubicBezTo>
                    <a:pt x="26879" y="12775"/>
                    <a:pt x="26988" y="12773"/>
                    <a:pt x="27098" y="12773"/>
                  </a:cubicBezTo>
                  <a:close/>
                  <a:moveTo>
                    <a:pt x="14342" y="0"/>
                  </a:moveTo>
                  <a:cubicBezTo>
                    <a:pt x="13705" y="0"/>
                    <a:pt x="13181" y="400"/>
                    <a:pt x="12838" y="1432"/>
                  </a:cubicBezTo>
                  <a:cubicBezTo>
                    <a:pt x="12028" y="1246"/>
                    <a:pt x="11219" y="1158"/>
                    <a:pt x="10433" y="1158"/>
                  </a:cubicBezTo>
                  <a:cubicBezTo>
                    <a:pt x="4616" y="1158"/>
                    <a:pt x="1" y="5956"/>
                    <a:pt x="4385" y="11326"/>
                  </a:cubicBezTo>
                  <a:cubicBezTo>
                    <a:pt x="6791" y="14284"/>
                    <a:pt x="10385" y="15874"/>
                    <a:pt x="14161" y="15874"/>
                  </a:cubicBezTo>
                  <a:cubicBezTo>
                    <a:pt x="15597" y="15874"/>
                    <a:pt x="17060" y="15644"/>
                    <a:pt x="18494" y="15172"/>
                  </a:cubicBezTo>
                  <a:cubicBezTo>
                    <a:pt x="18994" y="15850"/>
                    <a:pt x="19399" y="16600"/>
                    <a:pt x="19708" y="17410"/>
                  </a:cubicBezTo>
                  <a:cubicBezTo>
                    <a:pt x="20244" y="18827"/>
                    <a:pt x="20828" y="20160"/>
                    <a:pt x="22137" y="20934"/>
                  </a:cubicBezTo>
                  <a:cubicBezTo>
                    <a:pt x="22316" y="21041"/>
                    <a:pt x="22542" y="21160"/>
                    <a:pt x="22792" y="21160"/>
                  </a:cubicBezTo>
                  <a:cubicBezTo>
                    <a:pt x="23137" y="21149"/>
                    <a:pt x="23399" y="20970"/>
                    <a:pt x="23578" y="20732"/>
                  </a:cubicBezTo>
                  <a:cubicBezTo>
                    <a:pt x="24209" y="21720"/>
                    <a:pt x="24280" y="22661"/>
                    <a:pt x="24268" y="23768"/>
                  </a:cubicBezTo>
                  <a:cubicBezTo>
                    <a:pt x="24257" y="25173"/>
                    <a:pt x="24280" y="26566"/>
                    <a:pt x="24280" y="27971"/>
                  </a:cubicBezTo>
                  <a:lnTo>
                    <a:pt x="24328" y="36353"/>
                  </a:lnTo>
                  <a:cubicBezTo>
                    <a:pt x="24328" y="36543"/>
                    <a:pt x="24399" y="36805"/>
                    <a:pt x="24614" y="36805"/>
                  </a:cubicBezTo>
                  <a:cubicBezTo>
                    <a:pt x="24816" y="36793"/>
                    <a:pt x="24864" y="36543"/>
                    <a:pt x="24864" y="36365"/>
                  </a:cubicBezTo>
                  <a:cubicBezTo>
                    <a:pt x="24864" y="33924"/>
                    <a:pt x="24864" y="31483"/>
                    <a:pt x="24864" y="29042"/>
                  </a:cubicBezTo>
                  <a:cubicBezTo>
                    <a:pt x="24864" y="27649"/>
                    <a:pt x="24673" y="26125"/>
                    <a:pt x="24864" y="24756"/>
                  </a:cubicBezTo>
                  <a:cubicBezTo>
                    <a:pt x="25185" y="22446"/>
                    <a:pt x="25423" y="21875"/>
                    <a:pt x="28662" y="21708"/>
                  </a:cubicBezTo>
                  <a:cubicBezTo>
                    <a:pt x="28864" y="21696"/>
                    <a:pt x="29067" y="21684"/>
                    <a:pt x="29269" y="21684"/>
                  </a:cubicBezTo>
                  <a:cubicBezTo>
                    <a:pt x="29876" y="21649"/>
                    <a:pt x="30484" y="21625"/>
                    <a:pt x="31067" y="21541"/>
                  </a:cubicBezTo>
                  <a:cubicBezTo>
                    <a:pt x="31662" y="22077"/>
                    <a:pt x="32222" y="22339"/>
                    <a:pt x="32746" y="22339"/>
                  </a:cubicBezTo>
                  <a:cubicBezTo>
                    <a:pt x="32829" y="22339"/>
                    <a:pt x="32924" y="22327"/>
                    <a:pt x="33008" y="22315"/>
                  </a:cubicBezTo>
                  <a:cubicBezTo>
                    <a:pt x="34115" y="22125"/>
                    <a:pt x="34794" y="20768"/>
                    <a:pt x="35460" y="19446"/>
                  </a:cubicBezTo>
                  <a:cubicBezTo>
                    <a:pt x="35710" y="18934"/>
                    <a:pt x="35984" y="18410"/>
                    <a:pt x="36258" y="17981"/>
                  </a:cubicBezTo>
                  <a:cubicBezTo>
                    <a:pt x="38599" y="20177"/>
                    <a:pt x="40939" y="22202"/>
                    <a:pt x="43699" y="22202"/>
                  </a:cubicBezTo>
                  <a:cubicBezTo>
                    <a:pt x="45249" y="22202"/>
                    <a:pt x="46931" y="21564"/>
                    <a:pt x="48819" y="19958"/>
                  </a:cubicBezTo>
                  <a:cubicBezTo>
                    <a:pt x="52748" y="16612"/>
                    <a:pt x="52522" y="8695"/>
                    <a:pt x="46319" y="7468"/>
                  </a:cubicBezTo>
                  <a:cubicBezTo>
                    <a:pt x="46093" y="7424"/>
                    <a:pt x="45850" y="7404"/>
                    <a:pt x="45594" y="7404"/>
                  </a:cubicBezTo>
                  <a:cubicBezTo>
                    <a:pt x="42711" y="7404"/>
                    <a:pt x="38078" y="9962"/>
                    <a:pt x="35070" y="9962"/>
                  </a:cubicBezTo>
                  <a:cubicBezTo>
                    <a:pt x="34151" y="9962"/>
                    <a:pt x="33384" y="9723"/>
                    <a:pt x="32865" y="9099"/>
                  </a:cubicBezTo>
                  <a:cubicBezTo>
                    <a:pt x="31198" y="7075"/>
                    <a:pt x="33496" y="4289"/>
                    <a:pt x="30614" y="2349"/>
                  </a:cubicBezTo>
                  <a:cubicBezTo>
                    <a:pt x="29643" y="1699"/>
                    <a:pt x="28854" y="1445"/>
                    <a:pt x="28175" y="1445"/>
                  </a:cubicBezTo>
                  <a:cubicBezTo>
                    <a:pt x="25914" y="1445"/>
                    <a:pt x="24874" y="4263"/>
                    <a:pt x="22411" y="4730"/>
                  </a:cubicBezTo>
                  <a:cubicBezTo>
                    <a:pt x="22334" y="4745"/>
                    <a:pt x="22254" y="4752"/>
                    <a:pt x="22172" y="4752"/>
                  </a:cubicBezTo>
                  <a:cubicBezTo>
                    <a:pt x="20076" y="4752"/>
                    <a:pt x="16538" y="0"/>
                    <a:pt x="143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51"/>
            <p:cNvSpPr/>
            <p:nvPr/>
          </p:nvSpPr>
          <p:spPr>
            <a:xfrm>
              <a:off x="7731732" y="1452526"/>
              <a:ext cx="114257" cy="602924"/>
            </a:xfrm>
            <a:custGeom>
              <a:avLst/>
              <a:gdLst/>
              <a:ahLst/>
              <a:cxnLst/>
              <a:rect l="l" t="t" r="r" b="b"/>
              <a:pathLst>
                <a:path w="10407" h="54917" extrusionOk="0">
                  <a:moveTo>
                    <a:pt x="1479" y="0"/>
                  </a:moveTo>
                  <a:cubicBezTo>
                    <a:pt x="918" y="0"/>
                    <a:pt x="358" y="396"/>
                    <a:pt x="358" y="1107"/>
                  </a:cubicBezTo>
                  <a:lnTo>
                    <a:pt x="1" y="54709"/>
                  </a:lnTo>
                  <a:cubicBezTo>
                    <a:pt x="254" y="54850"/>
                    <a:pt x="527" y="54916"/>
                    <a:pt x="795" y="54916"/>
                  </a:cubicBezTo>
                  <a:cubicBezTo>
                    <a:pt x="1496" y="54916"/>
                    <a:pt x="2167" y="54465"/>
                    <a:pt x="2382" y="53732"/>
                  </a:cubicBezTo>
                  <a:lnTo>
                    <a:pt x="10121" y="27860"/>
                  </a:lnTo>
                  <a:cubicBezTo>
                    <a:pt x="10407" y="26920"/>
                    <a:pt x="10407" y="25919"/>
                    <a:pt x="10109" y="24991"/>
                  </a:cubicBezTo>
                  <a:lnTo>
                    <a:pt x="2537" y="785"/>
                  </a:lnTo>
                  <a:cubicBezTo>
                    <a:pt x="2368" y="249"/>
                    <a:pt x="1923" y="0"/>
                    <a:pt x="1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51"/>
            <p:cNvSpPr/>
            <p:nvPr/>
          </p:nvSpPr>
          <p:spPr>
            <a:xfrm>
              <a:off x="7274409" y="2085192"/>
              <a:ext cx="473813" cy="246068"/>
            </a:xfrm>
            <a:custGeom>
              <a:avLst/>
              <a:gdLst/>
              <a:ahLst/>
              <a:cxnLst/>
              <a:rect l="l" t="t" r="r" b="b"/>
              <a:pathLst>
                <a:path w="43157" h="22413" extrusionOk="0">
                  <a:moveTo>
                    <a:pt x="41887" y="1"/>
                  </a:moveTo>
                  <a:cubicBezTo>
                    <a:pt x="41738" y="1"/>
                    <a:pt x="41579" y="37"/>
                    <a:pt x="41417" y="119"/>
                  </a:cubicBezTo>
                  <a:lnTo>
                    <a:pt x="43" y="21026"/>
                  </a:lnTo>
                  <a:cubicBezTo>
                    <a:pt x="1" y="21799"/>
                    <a:pt x="628" y="22413"/>
                    <a:pt x="1395" y="22413"/>
                  </a:cubicBezTo>
                  <a:cubicBezTo>
                    <a:pt x="1491" y="22413"/>
                    <a:pt x="1588" y="22403"/>
                    <a:pt x="1686" y="22383"/>
                  </a:cubicBezTo>
                  <a:lnTo>
                    <a:pt x="24499" y="17823"/>
                  </a:lnTo>
                  <a:cubicBezTo>
                    <a:pt x="25332" y="17657"/>
                    <a:pt x="26094" y="17264"/>
                    <a:pt x="26701" y="16680"/>
                  </a:cubicBezTo>
                  <a:lnTo>
                    <a:pt x="42489" y="1583"/>
                  </a:lnTo>
                  <a:cubicBezTo>
                    <a:pt x="43156" y="946"/>
                    <a:pt x="42649" y="1"/>
                    <a:pt x="418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51"/>
            <p:cNvSpPr/>
            <p:nvPr/>
          </p:nvSpPr>
          <p:spPr>
            <a:xfrm>
              <a:off x="7731732" y="1542454"/>
              <a:ext cx="114257" cy="512996"/>
            </a:xfrm>
            <a:custGeom>
              <a:avLst/>
              <a:gdLst/>
              <a:ahLst/>
              <a:cxnLst/>
              <a:rect l="l" t="t" r="r" b="b"/>
              <a:pathLst>
                <a:path w="10407" h="46726" extrusionOk="0">
                  <a:moveTo>
                    <a:pt x="4858" y="0"/>
                  </a:moveTo>
                  <a:cubicBezTo>
                    <a:pt x="3418" y="3096"/>
                    <a:pt x="4251" y="7060"/>
                    <a:pt x="5001" y="10251"/>
                  </a:cubicBezTo>
                  <a:cubicBezTo>
                    <a:pt x="5811" y="13728"/>
                    <a:pt x="7109" y="17216"/>
                    <a:pt x="7347" y="20788"/>
                  </a:cubicBezTo>
                  <a:cubicBezTo>
                    <a:pt x="7740" y="26968"/>
                    <a:pt x="4525" y="31921"/>
                    <a:pt x="72" y="35588"/>
                  </a:cubicBezTo>
                  <a:lnTo>
                    <a:pt x="1" y="46518"/>
                  </a:lnTo>
                  <a:cubicBezTo>
                    <a:pt x="254" y="46659"/>
                    <a:pt x="527" y="46725"/>
                    <a:pt x="795" y="46725"/>
                  </a:cubicBezTo>
                  <a:cubicBezTo>
                    <a:pt x="1496" y="46725"/>
                    <a:pt x="2167" y="46274"/>
                    <a:pt x="2382" y="45541"/>
                  </a:cubicBezTo>
                  <a:lnTo>
                    <a:pt x="10133" y="19669"/>
                  </a:lnTo>
                  <a:cubicBezTo>
                    <a:pt x="10407" y="18729"/>
                    <a:pt x="10407" y="17728"/>
                    <a:pt x="10109" y="16800"/>
                  </a:cubicBezTo>
                  <a:lnTo>
                    <a:pt x="4858" y="0"/>
                  </a:ln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51"/>
            <p:cNvSpPr/>
            <p:nvPr/>
          </p:nvSpPr>
          <p:spPr>
            <a:xfrm>
              <a:off x="7274431" y="2134333"/>
              <a:ext cx="433257" cy="196927"/>
            </a:xfrm>
            <a:custGeom>
              <a:avLst/>
              <a:gdLst/>
              <a:ahLst/>
              <a:cxnLst/>
              <a:rect l="l" t="t" r="r" b="b"/>
              <a:pathLst>
                <a:path w="39463" h="17937" extrusionOk="0">
                  <a:moveTo>
                    <a:pt x="39463" y="0"/>
                  </a:moveTo>
                  <a:cubicBezTo>
                    <a:pt x="36224" y="2394"/>
                    <a:pt x="30271" y="3739"/>
                    <a:pt x="28200" y="4977"/>
                  </a:cubicBezTo>
                  <a:cubicBezTo>
                    <a:pt x="26842" y="5787"/>
                    <a:pt x="26092" y="7085"/>
                    <a:pt x="24925" y="8085"/>
                  </a:cubicBezTo>
                  <a:cubicBezTo>
                    <a:pt x="23973" y="8906"/>
                    <a:pt x="22770" y="9430"/>
                    <a:pt x="21627" y="9906"/>
                  </a:cubicBezTo>
                  <a:cubicBezTo>
                    <a:pt x="18806" y="11097"/>
                    <a:pt x="15924" y="12347"/>
                    <a:pt x="12829" y="12454"/>
                  </a:cubicBezTo>
                  <a:cubicBezTo>
                    <a:pt x="12667" y="12460"/>
                    <a:pt x="12506" y="12463"/>
                    <a:pt x="12345" y="12463"/>
                  </a:cubicBezTo>
                  <a:cubicBezTo>
                    <a:pt x="11172" y="12463"/>
                    <a:pt x="10032" y="12313"/>
                    <a:pt x="8911" y="12061"/>
                  </a:cubicBezTo>
                  <a:lnTo>
                    <a:pt x="53" y="16550"/>
                  </a:lnTo>
                  <a:cubicBezTo>
                    <a:pt x="0" y="17323"/>
                    <a:pt x="626" y="17937"/>
                    <a:pt x="1393" y="17937"/>
                  </a:cubicBezTo>
                  <a:cubicBezTo>
                    <a:pt x="1489" y="17937"/>
                    <a:pt x="1586" y="17927"/>
                    <a:pt x="1684" y="17907"/>
                  </a:cubicBezTo>
                  <a:lnTo>
                    <a:pt x="24497" y="13347"/>
                  </a:lnTo>
                  <a:cubicBezTo>
                    <a:pt x="25330" y="13181"/>
                    <a:pt x="26092" y="12788"/>
                    <a:pt x="26699" y="12204"/>
                  </a:cubicBezTo>
                  <a:lnTo>
                    <a:pt x="39463" y="0"/>
                  </a:ln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51"/>
            <p:cNvSpPr/>
            <p:nvPr/>
          </p:nvSpPr>
          <p:spPr>
            <a:xfrm>
              <a:off x="7799570" y="2057470"/>
              <a:ext cx="26163" cy="1421416"/>
            </a:xfrm>
            <a:custGeom>
              <a:avLst/>
              <a:gdLst/>
              <a:ahLst/>
              <a:cxnLst/>
              <a:rect l="l" t="t" r="r" b="b"/>
              <a:pathLst>
                <a:path w="2383" h="129469" extrusionOk="0">
                  <a:moveTo>
                    <a:pt x="1192" y="1"/>
                  </a:moveTo>
                  <a:cubicBezTo>
                    <a:pt x="537" y="1"/>
                    <a:pt x="1" y="536"/>
                    <a:pt x="1" y="1203"/>
                  </a:cubicBezTo>
                  <a:lnTo>
                    <a:pt x="1" y="128278"/>
                  </a:lnTo>
                  <a:cubicBezTo>
                    <a:pt x="1" y="128933"/>
                    <a:pt x="537" y="129469"/>
                    <a:pt x="1192" y="129469"/>
                  </a:cubicBezTo>
                  <a:cubicBezTo>
                    <a:pt x="1846" y="129469"/>
                    <a:pt x="2382" y="128933"/>
                    <a:pt x="2382" y="128278"/>
                  </a:cubicBezTo>
                  <a:lnTo>
                    <a:pt x="2382" y="1203"/>
                  </a:lnTo>
                  <a:cubicBezTo>
                    <a:pt x="2382" y="536"/>
                    <a:pt x="1846" y="1"/>
                    <a:pt x="11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51"/>
            <p:cNvSpPr/>
            <p:nvPr/>
          </p:nvSpPr>
          <p:spPr>
            <a:xfrm>
              <a:off x="7733961" y="2026883"/>
              <a:ext cx="205490" cy="113730"/>
            </a:xfrm>
            <a:custGeom>
              <a:avLst/>
              <a:gdLst/>
              <a:ahLst/>
              <a:cxnLst/>
              <a:rect l="l" t="t" r="r" b="b"/>
              <a:pathLst>
                <a:path w="18717" h="10359" extrusionOk="0">
                  <a:moveTo>
                    <a:pt x="5179" y="1"/>
                  </a:moveTo>
                  <a:cubicBezTo>
                    <a:pt x="2322" y="1"/>
                    <a:pt x="0" y="2334"/>
                    <a:pt x="0" y="5180"/>
                  </a:cubicBezTo>
                  <a:cubicBezTo>
                    <a:pt x="0" y="8025"/>
                    <a:pt x="2322" y="10359"/>
                    <a:pt x="5179" y="10359"/>
                  </a:cubicBezTo>
                  <a:lnTo>
                    <a:pt x="13537" y="10359"/>
                  </a:lnTo>
                  <a:cubicBezTo>
                    <a:pt x="16395" y="10359"/>
                    <a:pt x="18717" y="8025"/>
                    <a:pt x="18717" y="5180"/>
                  </a:cubicBezTo>
                  <a:cubicBezTo>
                    <a:pt x="18717" y="2334"/>
                    <a:pt x="16395" y="1"/>
                    <a:pt x="13537" y="1"/>
                  </a:cubicBez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51"/>
            <p:cNvSpPr/>
            <p:nvPr/>
          </p:nvSpPr>
          <p:spPr>
            <a:xfrm>
              <a:off x="7681405" y="2026883"/>
              <a:ext cx="126937" cy="118044"/>
            </a:xfrm>
            <a:custGeom>
              <a:avLst/>
              <a:gdLst/>
              <a:ahLst/>
              <a:cxnLst/>
              <a:rect l="l" t="t" r="r" b="b"/>
              <a:pathLst>
                <a:path w="11562" h="10752" extrusionOk="0">
                  <a:moveTo>
                    <a:pt x="5775" y="1"/>
                  </a:moveTo>
                  <a:cubicBezTo>
                    <a:pt x="2584" y="1"/>
                    <a:pt x="1" y="2406"/>
                    <a:pt x="1" y="5382"/>
                  </a:cubicBezTo>
                  <a:cubicBezTo>
                    <a:pt x="1" y="8347"/>
                    <a:pt x="2584" y="10752"/>
                    <a:pt x="5775" y="10752"/>
                  </a:cubicBezTo>
                  <a:cubicBezTo>
                    <a:pt x="8966" y="10752"/>
                    <a:pt x="11562" y="8347"/>
                    <a:pt x="11562" y="5382"/>
                  </a:cubicBezTo>
                  <a:cubicBezTo>
                    <a:pt x="11562" y="2406"/>
                    <a:pt x="8966" y="1"/>
                    <a:pt x="57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51"/>
            <p:cNvSpPr/>
            <p:nvPr/>
          </p:nvSpPr>
          <p:spPr>
            <a:xfrm>
              <a:off x="7740493" y="2079428"/>
              <a:ext cx="198958" cy="28380"/>
            </a:xfrm>
            <a:custGeom>
              <a:avLst/>
              <a:gdLst/>
              <a:ahLst/>
              <a:cxnLst/>
              <a:rect l="l" t="t" r="r" b="b"/>
              <a:pathLst>
                <a:path w="18122" h="2585" extrusionOk="0">
                  <a:moveTo>
                    <a:pt x="1298" y="1"/>
                  </a:moveTo>
                  <a:cubicBezTo>
                    <a:pt x="584" y="1"/>
                    <a:pt x="0" y="572"/>
                    <a:pt x="0" y="1287"/>
                  </a:cubicBezTo>
                  <a:cubicBezTo>
                    <a:pt x="0" y="2001"/>
                    <a:pt x="584" y="2584"/>
                    <a:pt x="1298" y="2584"/>
                  </a:cubicBezTo>
                  <a:lnTo>
                    <a:pt x="16836" y="2584"/>
                  </a:lnTo>
                  <a:cubicBezTo>
                    <a:pt x="17538" y="2584"/>
                    <a:pt x="18122" y="2001"/>
                    <a:pt x="18122" y="1287"/>
                  </a:cubicBezTo>
                  <a:cubicBezTo>
                    <a:pt x="18122" y="572"/>
                    <a:pt x="17538" y="1"/>
                    <a:pt x="16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51"/>
            <p:cNvSpPr/>
            <p:nvPr/>
          </p:nvSpPr>
          <p:spPr>
            <a:xfrm>
              <a:off x="7771607" y="2090286"/>
              <a:ext cx="462022" cy="267169"/>
            </a:xfrm>
            <a:custGeom>
              <a:avLst/>
              <a:gdLst/>
              <a:ahLst/>
              <a:cxnLst/>
              <a:rect l="l" t="t" r="r" b="b"/>
              <a:pathLst>
                <a:path w="42083" h="24335" extrusionOk="0">
                  <a:moveTo>
                    <a:pt x="1337" y="1"/>
                  </a:moveTo>
                  <a:cubicBezTo>
                    <a:pt x="607" y="1"/>
                    <a:pt x="0" y="564"/>
                    <a:pt x="0" y="1322"/>
                  </a:cubicBezTo>
                  <a:lnTo>
                    <a:pt x="40326" y="24193"/>
                  </a:lnTo>
                  <a:cubicBezTo>
                    <a:pt x="40497" y="24292"/>
                    <a:pt x="40668" y="24335"/>
                    <a:pt x="40828" y="24335"/>
                  </a:cubicBezTo>
                  <a:cubicBezTo>
                    <a:pt x="41561" y="24335"/>
                    <a:pt x="42083" y="23431"/>
                    <a:pt x="41458" y="22777"/>
                  </a:cubicBezTo>
                  <a:lnTo>
                    <a:pt x="26420" y="6941"/>
                  </a:lnTo>
                  <a:cubicBezTo>
                    <a:pt x="25837" y="6334"/>
                    <a:pt x="25098" y="5894"/>
                    <a:pt x="24277" y="5691"/>
                  </a:cubicBezTo>
                  <a:lnTo>
                    <a:pt x="1703" y="48"/>
                  </a:lnTo>
                  <a:cubicBezTo>
                    <a:pt x="1579" y="16"/>
                    <a:pt x="1456" y="1"/>
                    <a:pt x="13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51"/>
            <p:cNvSpPr/>
            <p:nvPr/>
          </p:nvSpPr>
          <p:spPr>
            <a:xfrm>
              <a:off x="7842058" y="2103746"/>
              <a:ext cx="391570" cy="253709"/>
            </a:xfrm>
            <a:custGeom>
              <a:avLst/>
              <a:gdLst/>
              <a:ahLst/>
              <a:cxnLst/>
              <a:rect l="l" t="t" r="r" b="b"/>
              <a:pathLst>
                <a:path w="35666" h="23109" extrusionOk="0">
                  <a:moveTo>
                    <a:pt x="0" y="0"/>
                  </a:moveTo>
                  <a:lnTo>
                    <a:pt x="0" y="0"/>
                  </a:lnTo>
                  <a:cubicBezTo>
                    <a:pt x="977" y="3310"/>
                    <a:pt x="4287" y="4644"/>
                    <a:pt x="7859" y="5382"/>
                  </a:cubicBezTo>
                  <a:cubicBezTo>
                    <a:pt x="12169" y="6287"/>
                    <a:pt x="16455" y="6704"/>
                    <a:pt x="20086" y="9442"/>
                  </a:cubicBezTo>
                  <a:cubicBezTo>
                    <a:pt x="23015" y="11657"/>
                    <a:pt x="24277" y="14538"/>
                    <a:pt x="24527" y="17645"/>
                  </a:cubicBezTo>
                  <a:lnTo>
                    <a:pt x="33909" y="22967"/>
                  </a:lnTo>
                  <a:cubicBezTo>
                    <a:pt x="34080" y="23066"/>
                    <a:pt x="34251" y="23109"/>
                    <a:pt x="34411" y="23109"/>
                  </a:cubicBezTo>
                  <a:cubicBezTo>
                    <a:pt x="35144" y="23109"/>
                    <a:pt x="35666" y="22205"/>
                    <a:pt x="35041" y="21551"/>
                  </a:cubicBezTo>
                  <a:lnTo>
                    <a:pt x="20003" y="5715"/>
                  </a:lnTo>
                  <a:cubicBezTo>
                    <a:pt x="19420" y="5108"/>
                    <a:pt x="18681" y="4668"/>
                    <a:pt x="17860" y="446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51"/>
            <p:cNvSpPr/>
            <p:nvPr/>
          </p:nvSpPr>
          <p:spPr>
            <a:xfrm>
              <a:off x="8243224" y="2064497"/>
              <a:ext cx="82890" cy="437231"/>
            </a:xfrm>
            <a:custGeom>
              <a:avLst/>
              <a:gdLst/>
              <a:ahLst/>
              <a:cxnLst/>
              <a:rect l="l" t="t" r="r" b="b"/>
              <a:pathLst>
                <a:path w="7550" h="39825" extrusionOk="0">
                  <a:moveTo>
                    <a:pt x="1072" y="0"/>
                  </a:moveTo>
                  <a:cubicBezTo>
                    <a:pt x="665" y="0"/>
                    <a:pt x="257" y="289"/>
                    <a:pt x="251" y="801"/>
                  </a:cubicBezTo>
                  <a:lnTo>
                    <a:pt x="1" y="39675"/>
                  </a:lnTo>
                  <a:cubicBezTo>
                    <a:pt x="185" y="39777"/>
                    <a:pt x="382" y="39824"/>
                    <a:pt x="575" y="39824"/>
                  </a:cubicBezTo>
                  <a:cubicBezTo>
                    <a:pt x="1081" y="39824"/>
                    <a:pt x="1563" y="39498"/>
                    <a:pt x="1727" y="38973"/>
                  </a:cubicBezTo>
                  <a:lnTo>
                    <a:pt x="7335" y="20208"/>
                  </a:lnTo>
                  <a:cubicBezTo>
                    <a:pt x="7549" y="19530"/>
                    <a:pt x="7537" y="18803"/>
                    <a:pt x="7323" y="18125"/>
                  </a:cubicBezTo>
                  <a:lnTo>
                    <a:pt x="1834" y="575"/>
                  </a:lnTo>
                  <a:cubicBezTo>
                    <a:pt x="1713" y="181"/>
                    <a:pt x="1393" y="0"/>
                    <a:pt x="10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51"/>
            <p:cNvSpPr/>
            <p:nvPr/>
          </p:nvSpPr>
          <p:spPr>
            <a:xfrm>
              <a:off x="7911510" y="2523345"/>
              <a:ext cx="343648" cy="178417"/>
            </a:xfrm>
            <a:custGeom>
              <a:avLst/>
              <a:gdLst/>
              <a:ahLst/>
              <a:cxnLst/>
              <a:rect l="l" t="t" r="r" b="b"/>
              <a:pathLst>
                <a:path w="31301" h="16251" extrusionOk="0">
                  <a:moveTo>
                    <a:pt x="30373" y="0"/>
                  </a:moveTo>
                  <a:cubicBezTo>
                    <a:pt x="30266" y="0"/>
                    <a:pt x="30152" y="26"/>
                    <a:pt x="30036" y="84"/>
                  </a:cubicBezTo>
                  <a:lnTo>
                    <a:pt x="32" y="15240"/>
                  </a:lnTo>
                  <a:cubicBezTo>
                    <a:pt x="1" y="15811"/>
                    <a:pt x="457" y="16250"/>
                    <a:pt x="1009" y="16250"/>
                  </a:cubicBezTo>
                  <a:cubicBezTo>
                    <a:pt x="1079" y="16250"/>
                    <a:pt x="1151" y="16243"/>
                    <a:pt x="1223" y="16229"/>
                  </a:cubicBezTo>
                  <a:lnTo>
                    <a:pt x="17773" y="12919"/>
                  </a:lnTo>
                  <a:cubicBezTo>
                    <a:pt x="18368" y="12800"/>
                    <a:pt x="18928" y="12514"/>
                    <a:pt x="19368" y="12097"/>
                  </a:cubicBezTo>
                  <a:lnTo>
                    <a:pt x="30822" y="1143"/>
                  </a:lnTo>
                  <a:cubicBezTo>
                    <a:pt x="31301" y="685"/>
                    <a:pt x="30927" y="0"/>
                    <a:pt x="303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51"/>
            <p:cNvSpPr/>
            <p:nvPr/>
          </p:nvSpPr>
          <p:spPr>
            <a:xfrm>
              <a:off x="8243224" y="2129755"/>
              <a:ext cx="82890" cy="371973"/>
            </a:xfrm>
            <a:custGeom>
              <a:avLst/>
              <a:gdLst/>
              <a:ahLst/>
              <a:cxnLst/>
              <a:rect l="l" t="t" r="r" b="b"/>
              <a:pathLst>
                <a:path w="7550" h="33881" extrusionOk="0">
                  <a:moveTo>
                    <a:pt x="3513" y="1"/>
                  </a:moveTo>
                  <a:cubicBezTo>
                    <a:pt x="2477" y="2239"/>
                    <a:pt x="3084" y="5120"/>
                    <a:pt x="3620" y="7430"/>
                  </a:cubicBezTo>
                  <a:cubicBezTo>
                    <a:pt x="4216" y="9954"/>
                    <a:pt x="5156" y="12478"/>
                    <a:pt x="5323" y="15074"/>
                  </a:cubicBezTo>
                  <a:cubicBezTo>
                    <a:pt x="5609" y="19551"/>
                    <a:pt x="3275" y="23146"/>
                    <a:pt x="48" y="25802"/>
                  </a:cubicBezTo>
                  <a:lnTo>
                    <a:pt x="1" y="33731"/>
                  </a:lnTo>
                  <a:cubicBezTo>
                    <a:pt x="185" y="33833"/>
                    <a:pt x="382" y="33880"/>
                    <a:pt x="575" y="33880"/>
                  </a:cubicBezTo>
                  <a:cubicBezTo>
                    <a:pt x="1081" y="33880"/>
                    <a:pt x="1563" y="33554"/>
                    <a:pt x="1727" y="33029"/>
                  </a:cubicBezTo>
                  <a:lnTo>
                    <a:pt x="7347" y="14264"/>
                  </a:lnTo>
                  <a:cubicBezTo>
                    <a:pt x="7549" y="13586"/>
                    <a:pt x="7537" y="12859"/>
                    <a:pt x="7323" y="12181"/>
                  </a:cubicBezTo>
                  <a:lnTo>
                    <a:pt x="3513" y="1"/>
                  </a:ln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51"/>
            <p:cNvSpPr/>
            <p:nvPr/>
          </p:nvSpPr>
          <p:spPr>
            <a:xfrm>
              <a:off x="7911510" y="2558895"/>
              <a:ext cx="314345" cy="142867"/>
            </a:xfrm>
            <a:custGeom>
              <a:avLst/>
              <a:gdLst/>
              <a:ahLst/>
              <a:cxnLst/>
              <a:rect l="l" t="t" r="r" b="b"/>
              <a:pathLst>
                <a:path w="28632" h="13013" extrusionOk="0">
                  <a:moveTo>
                    <a:pt x="28631" y="1"/>
                  </a:moveTo>
                  <a:lnTo>
                    <a:pt x="28631" y="1"/>
                  </a:lnTo>
                  <a:cubicBezTo>
                    <a:pt x="26274" y="1739"/>
                    <a:pt x="21952" y="2715"/>
                    <a:pt x="20452" y="3620"/>
                  </a:cubicBezTo>
                  <a:cubicBezTo>
                    <a:pt x="19475" y="4204"/>
                    <a:pt x="18928" y="5144"/>
                    <a:pt x="18082" y="5871"/>
                  </a:cubicBezTo>
                  <a:cubicBezTo>
                    <a:pt x="17392" y="6466"/>
                    <a:pt x="16523" y="6847"/>
                    <a:pt x="15689" y="7192"/>
                  </a:cubicBezTo>
                  <a:cubicBezTo>
                    <a:pt x="13641" y="8061"/>
                    <a:pt x="11558" y="8966"/>
                    <a:pt x="9307" y="9038"/>
                  </a:cubicBezTo>
                  <a:cubicBezTo>
                    <a:pt x="9183" y="9042"/>
                    <a:pt x="9060" y="9044"/>
                    <a:pt x="8937" y="9044"/>
                  </a:cubicBezTo>
                  <a:cubicBezTo>
                    <a:pt x="8093" y="9044"/>
                    <a:pt x="7274" y="8939"/>
                    <a:pt x="6474" y="8752"/>
                  </a:cubicBezTo>
                  <a:lnTo>
                    <a:pt x="32" y="12002"/>
                  </a:lnTo>
                  <a:cubicBezTo>
                    <a:pt x="1" y="12573"/>
                    <a:pt x="457" y="13012"/>
                    <a:pt x="1009" y="13012"/>
                  </a:cubicBezTo>
                  <a:cubicBezTo>
                    <a:pt x="1079" y="13012"/>
                    <a:pt x="1151" y="13005"/>
                    <a:pt x="1223" y="12991"/>
                  </a:cubicBezTo>
                  <a:lnTo>
                    <a:pt x="17773" y="9681"/>
                  </a:lnTo>
                  <a:cubicBezTo>
                    <a:pt x="18368" y="9562"/>
                    <a:pt x="18928" y="9276"/>
                    <a:pt x="19368" y="8859"/>
                  </a:cubicBezTo>
                  <a:lnTo>
                    <a:pt x="28631" y="1"/>
                  </a:ln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51"/>
            <p:cNvSpPr/>
            <p:nvPr/>
          </p:nvSpPr>
          <p:spPr>
            <a:xfrm>
              <a:off x="8292376" y="2503210"/>
              <a:ext cx="18960" cy="1030845"/>
            </a:xfrm>
            <a:custGeom>
              <a:avLst/>
              <a:gdLst/>
              <a:ahLst/>
              <a:cxnLst/>
              <a:rect l="l" t="t" r="r" b="b"/>
              <a:pathLst>
                <a:path w="1727" h="93894" extrusionOk="0">
                  <a:moveTo>
                    <a:pt x="870" y="1"/>
                  </a:moveTo>
                  <a:cubicBezTo>
                    <a:pt x="393" y="1"/>
                    <a:pt x="1" y="394"/>
                    <a:pt x="1" y="870"/>
                  </a:cubicBezTo>
                  <a:lnTo>
                    <a:pt x="1" y="93024"/>
                  </a:lnTo>
                  <a:cubicBezTo>
                    <a:pt x="1" y="93500"/>
                    <a:pt x="393" y="93893"/>
                    <a:pt x="870" y="93893"/>
                  </a:cubicBezTo>
                  <a:cubicBezTo>
                    <a:pt x="1346" y="93893"/>
                    <a:pt x="1727" y="93500"/>
                    <a:pt x="1727" y="93024"/>
                  </a:cubicBezTo>
                  <a:lnTo>
                    <a:pt x="1727" y="870"/>
                  </a:ln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51"/>
            <p:cNvSpPr/>
            <p:nvPr/>
          </p:nvSpPr>
          <p:spPr>
            <a:xfrm>
              <a:off x="8244794" y="2480989"/>
              <a:ext cx="149026" cy="82495"/>
            </a:xfrm>
            <a:custGeom>
              <a:avLst/>
              <a:gdLst/>
              <a:ahLst/>
              <a:cxnLst/>
              <a:rect l="l" t="t" r="r" b="b"/>
              <a:pathLst>
                <a:path w="13574" h="7514" extrusionOk="0">
                  <a:moveTo>
                    <a:pt x="3751" y="1"/>
                  </a:moveTo>
                  <a:cubicBezTo>
                    <a:pt x="1691" y="1"/>
                    <a:pt x="1" y="1691"/>
                    <a:pt x="1" y="3763"/>
                  </a:cubicBezTo>
                  <a:cubicBezTo>
                    <a:pt x="1" y="5823"/>
                    <a:pt x="1691" y="7514"/>
                    <a:pt x="3751" y="7514"/>
                  </a:cubicBezTo>
                  <a:lnTo>
                    <a:pt x="9823" y="7514"/>
                  </a:lnTo>
                  <a:cubicBezTo>
                    <a:pt x="11883" y="7514"/>
                    <a:pt x="13574" y="5823"/>
                    <a:pt x="13574" y="3763"/>
                  </a:cubicBezTo>
                  <a:cubicBezTo>
                    <a:pt x="13574" y="1691"/>
                    <a:pt x="11883" y="1"/>
                    <a:pt x="9823" y="1"/>
                  </a:cubicBez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51"/>
            <p:cNvSpPr/>
            <p:nvPr/>
          </p:nvSpPr>
          <p:spPr>
            <a:xfrm>
              <a:off x="8206752" y="2480989"/>
              <a:ext cx="91904" cy="85767"/>
            </a:xfrm>
            <a:custGeom>
              <a:avLst/>
              <a:gdLst/>
              <a:ahLst/>
              <a:cxnLst/>
              <a:rect l="l" t="t" r="r" b="b"/>
              <a:pathLst>
                <a:path w="8371" h="7812" extrusionOk="0">
                  <a:moveTo>
                    <a:pt x="4192" y="1"/>
                  </a:moveTo>
                  <a:cubicBezTo>
                    <a:pt x="1870" y="1"/>
                    <a:pt x="1" y="1751"/>
                    <a:pt x="1" y="3906"/>
                  </a:cubicBezTo>
                  <a:cubicBezTo>
                    <a:pt x="1" y="6061"/>
                    <a:pt x="1870" y="7811"/>
                    <a:pt x="4192" y="7811"/>
                  </a:cubicBezTo>
                  <a:cubicBezTo>
                    <a:pt x="6502" y="7811"/>
                    <a:pt x="8371" y="6061"/>
                    <a:pt x="8371" y="3906"/>
                  </a:cubicBezTo>
                  <a:cubicBezTo>
                    <a:pt x="8371" y="1751"/>
                    <a:pt x="6502" y="1"/>
                    <a:pt x="41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51"/>
            <p:cNvSpPr/>
            <p:nvPr/>
          </p:nvSpPr>
          <p:spPr>
            <a:xfrm>
              <a:off x="8249504" y="2519162"/>
              <a:ext cx="144317" cy="20530"/>
            </a:xfrm>
            <a:custGeom>
              <a:avLst/>
              <a:gdLst/>
              <a:ahLst/>
              <a:cxnLst/>
              <a:rect l="l" t="t" r="r" b="b"/>
              <a:pathLst>
                <a:path w="13145" h="1870" extrusionOk="0">
                  <a:moveTo>
                    <a:pt x="941" y="0"/>
                  </a:moveTo>
                  <a:cubicBezTo>
                    <a:pt x="429" y="0"/>
                    <a:pt x="0" y="417"/>
                    <a:pt x="0" y="929"/>
                  </a:cubicBezTo>
                  <a:cubicBezTo>
                    <a:pt x="0" y="1453"/>
                    <a:pt x="429" y="1870"/>
                    <a:pt x="941" y="1870"/>
                  </a:cubicBezTo>
                  <a:lnTo>
                    <a:pt x="12204" y="1870"/>
                  </a:lnTo>
                  <a:cubicBezTo>
                    <a:pt x="12728" y="1870"/>
                    <a:pt x="13145" y="1453"/>
                    <a:pt x="13145" y="929"/>
                  </a:cubicBezTo>
                  <a:cubicBezTo>
                    <a:pt x="13145" y="417"/>
                    <a:pt x="12728" y="0"/>
                    <a:pt x="122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51"/>
            <p:cNvSpPr/>
            <p:nvPr/>
          </p:nvSpPr>
          <p:spPr>
            <a:xfrm>
              <a:off x="8272120" y="2527012"/>
              <a:ext cx="335008" cy="193787"/>
            </a:xfrm>
            <a:custGeom>
              <a:avLst/>
              <a:gdLst/>
              <a:ahLst/>
              <a:cxnLst/>
              <a:rect l="l" t="t" r="r" b="b"/>
              <a:pathLst>
                <a:path w="30514" h="17651" extrusionOk="0">
                  <a:moveTo>
                    <a:pt x="970" y="1"/>
                  </a:moveTo>
                  <a:cubicBezTo>
                    <a:pt x="439" y="1"/>
                    <a:pt x="0" y="412"/>
                    <a:pt x="0" y="964"/>
                  </a:cubicBezTo>
                  <a:lnTo>
                    <a:pt x="29242" y="17550"/>
                  </a:lnTo>
                  <a:cubicBezTo>
                    <a:pt x="29365" y="17619"/>
                    <a:pt x="29487" y="17650"/>
                    <a:pt x="29603" y="17650"/>
                  </a:cubicBezTo>
                  <a:cubicBezTo>
                    <a:pt x="30135" y="17650"/>
                    <a:pt x="30514" y="16995"/>
                    <a:pt x="30063" y="16526"/>
                  </a:cubicBezTo>
                  <a:lnTo>
                    <a:pt x="19157" y="5036"/>
                  </a:lnTo>
                  <a:cubicBezTo>
                    <a:pt x="18740" y="4596"/>
                    <a:pt x="18193" y="4274"/>
                    <a:pt x="17609" y="4131"/>
                  </a:cubicBezTo>
                  <a:lnTo>
                    <a:pt x="1238" y="35"/>
                  </a:lnTo>
                  <a:cubicBezTo>
                    <a:pt x="1147" y="12"/>
                    <a:pt x="1057" y="1"/>
                    <a:pt x="9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51"/>
            <p:cNvSpPr/>
            <p:nvPr/>
          </p:nvSpPr>
          <p:spPr>
            <a:xfrm>
              <a:off x="8323227" y="2536805"/>
              <a:ext cx="283901" cy="183994"/>
            </a:xfrm>
            <a:custGeom>
              <a:avLst/>
              <a:gdLst/>
              <a:ahLst/>
              <a:cxnLst/>
              <a:rect l="l" t="t" r="r" b="b"/>
              <a:pathLst>
                <a:path w="25859" h="16759" extrusionOk="0">
                  <a:moveTo>
                    <a:pt x="0" y="1"/>
                  </a:moveTo>
                  <a:lnTo>
                    <a:pt x="0" y="1"/>
                  </a:lnTo>
                  <a:cubicBezTo>
                    <a:pt x="703" y="2406"/>
                    <a:pt x="3108" y="3370"/>
                    <a:pt x="5692" y="3906"/>
                  </a:cubicBezTo>
                  <a:cubicBezTo>
                    <a:pt x="8823" y="4549"/>
                    <a:pt x="11930" y="4858"/>
                    <a:pt x="14562" y="6847"/>
                  </a:cubicBezTo>
                  <a:cubicBezTo>
                    <a:pt x="16693" y="8454"/>
                    <a:pt x="17598" y="10550"/>
                    <a:pt x="17776" y="12788"/>
                  </a:cubicBezTo>
                  <a:lnTo>
                    <a:pt x="24587" y="16658"/>
                  </a:lnTo>
                  <a:cubicBezTo>
                    <a:pt x="24710" y="16727"/>
                    <a:pt x="24832" y="16758"/>
                    <a:pt x="24948" y="16758"/>
                  </a:cubicBezTo>
                  <a:cubicBezTo>
                    <a:pt x="25480" y="16758"/>
                    <a:pt x="25859" y="16103"/>
                    <a:pt x="25408" y="15634"/>
                  </a:cubicBezTo>
                  <a:lnTo>
                    <a:pt x="14502" y="4144"/>
                  </a:lnTo>
                  <a:cubicBezTo>
                    <a:pt x="14085" y="3704"/>
                    <a:pt x="13538" y="3382"/>
                    <a:pt x="12954" y="323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51"/>
            <p:cNvSpPr/>
            <p:nvPr/>
          </p:nvSpPr>
          <p:spPr>
            <a:xfrm>
              <a:off x="5454912" y="3206601"/>
              <a:ext cx="15700" cy="247452"/>
            </a:xfrm>
            <a:custGeom>
              <a:avLst/>
              <a:gdLst/>
              <a:ahLst/>
              <a:cxnLst/>
              <a:rect l="l" t="t" r="r" b="b"/>
              <a:pathLst>
                <a:path w="1430" h="22539" extrusionOk="0">
                  <a:moveTo>
                    <a:pt x="1" y="0"/>
                  </a:moveTo>
                  <a:lnTo>
                    <a:pt x="1" y="22539"/>
                  </a:lnTo>
                  <a:lnTo>
                    <a:pt x="1429" y="22539"/>
                  </a:lnTo>
                  <a:lnTo>
                    <a:pt x="14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51"/>
            <p:cNvSpPr/>
            <p:nvPr/>
          </p:nvSpPr>
          <p:spPr>
            <a:xfrm>
              <a:off x="5847064" y="3217448"/>
              <a:ext cx="17390" cy="236604"/>
            </a:xfrm>
            <a:custGeom>
              <a:avLst/>
              <a:gdLst/>
              <a:ahLst/>
              <a:cxnLst/>
              <a:rect l="l" t="t" r="r" b="b"/>
              <a:pathLst>
                <a:path w="1584" h="21551" extrusionOk="0">
                  <a:moveTo>
                    <a:pt x="0" y="0"/>
                  </a:moveTo>
                  <a:lnTo>
                    <a:pt x="0" y="21551"/>
                  </a:lnTo>
                  <a:lnTo>
                    <a:pt x="1584" y="21551"/>
                  </a:lnTo>
                  <a:lnTo>
                    <a:pt x="15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51"/>
            <p:cNvSpPr/>
            <p:nvPr/>
          </p:nvSpPr>
          <p:spPr>
            <a:xfrm>
              <a:off x="5159099" y="3059013"/>
              <a:ext cx="443533" cy="205633"/>
            </a:xfrm>
            <a:custGeom>
              <a:avLst/>
              <a:gdLst/>
              <a:ahLst/>
              <a:cxnLst/>
              <a:rect l="l" t="t" r="r" b="b"/>
              <a:pathLst>
                <a:path w="40399" h="18730" extrusionOk="0">
                  <a:moveTo>
                    <a:pt x="17064" y="1"/>
                  </a:moveTo>
                  <a:cubicBezTo>
                    <a:pt x="16165" y="1"/>
                    <a:pt x="15326" y="344"/>
                    <a:pt x="14764" y="930"/>
                  </a:cubicBezTo>
                  <a:lnTo>
                    <a:pt x="1525" y="14777"/>
                  </a:lnTo>
                  <a:cubicBezTo>
                    <a:pt x="1" y="16372"/>
                    <a:pt x="1394" y="18706"/>
                    <a:pt x="3870" y="18706"/>
                  </a:cubicBezTo>
                  <a:lnTo>
                    <a:pt x="23289" y="18730"/>
                  </a:lnTo>
                  <a:cubicBezTo>
                    <a:pt x="23305" y="18730"/>
                    <a:pt x="23320" y="18730"/>
                    <a:pt x="23335" y="18730"/>
                  </a:cubicBezTo>
                  <a:cubicBezTo>
                    <a:pt x="24235" y="18730"/>
                    <a:pt x="25073" y="18386"/>
                    <a:pt x="25635" y="17801"/>
                  </a:cubicBezTo>
                  <a:lnTo>
                    <a:pt x="38863" y="3954"/>
                  </a:lnTo>
                  <a:cubicBezTo>
                    <a:pt x="40399" y="2359"/>
                    <a:pt x="39006" y="25"/>
                    <a:pt x="36529" y="25"/>
                  </a:cubicBezTo>
                  <a:lnTo>
                    <a:pt x="17110" y="1"/>
                  </a:lnTo>
                  <a:cubicBezTo>
                    <a:pt x="17095" y="1"/>
                    <a:pt x="17079" y="1"/>
                    <a:pt x="17064" y="1"/>
                  </a:cubicBez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51"/>
            <p:cNvSpPr/>
            <p:nvPr/>
          </p:nvSpPr>
          <p:spPr>
            <a:xfrm>
              <a:off x="5146945" y="3045684"/>
              <a:ext cx="443401" cy="205633"/>
            </a:xfrm>
            <a:custGeom>
              <a:avLst/>
              <a:gdLst/>
              <a:ahLst/>
              <a:cxnLst/>
              <a:rect l="l" t="t" r="r" b="b"/>
              <a:pathLst>
                <a:path w="40387" h="18730" extrusionOk="0">
                  <a:moveTo>
                    <a:pt x="17064" y="0"/>
                  </a:moveTo>
                  <a:cubicBezTo>
                    <a:pt x="16164" y="0"/>
                    <a:pt x="15314" y="344"/>
                    <a:pt x="14764" y="929"/>
                  </a:cubicBezTo>
                  <a:lnTo>
                    <a:pt x="1524" y="14776"/>
                  </a:lnTo>
                  <a:cubicBezTo>
                    <a:pt x="0" y="16372"/>
                    <a:pt x="1382" y="18705"/>
                    <a:pt x="3858" y="18705"/>
                  </a:cubicBezTo>
                  <a:lnTo>
                    <a:pt x="23277" y="18729"/>
                  </a:lnTo>
                  <a:cubicBezTo>
                    <a:pt x="23292" y="18729"/>
                    <a:pt x="23308" y="18729"/>
                    <a:pt x="23323" y="18729"/>
                  </a:cubicBezTo>
                  <a:cubicBezTo>
                    <a:pt x="24223" y="18729"/>
                    <a:pt x="25072" y="18386"/>
                    <a:pt x="25623" y="17800"/>
                  </a:cubicBezTo>
                  <a:lnTo>
                    <a:pt x="38862" y="3954"/>
                  </a:lnTo>
                  <a:cubicBezTo>
                    <a:pt x="40386" y="2358"/>
                    <a:pt x="39005" y="24"/>
                    <a:pt x="36529" y="24"/>
                  </a:cubicBezTo>
                  <a:lnTo>
                    <a:pt x="17110" y="1"/>
                  </a:lnTo>
                  <a:cubicBezTo>
                    <a:pt x="17094" y="0"/>
                    <a:pt x="17079" y="0"/>
                    <a:pt x="170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51"/>
            <p:cNvSpPr/>
            <p:nvPr/>
          </p:nvSpPr>
          <p:spPr>
            <a:xfrm>
              <a:off x="5146945" y="3045684"/>
              <a:ext cx="443401" cy="205633"/>
            </a:xfrm>
            <a:custGeom>
              <a:avLst/>
              <a:gdLst/>
              <a:ahLst/>
              <a:cxnLst/>
              <a:rect l="l" t="t" r="r" b="b"/>
              <a:pathLst>
                <a:path w="40387" h="18730" extrusionOk="0">
                  <a:moveTo>
                    <a:pt x="17064" y="0"/>
                  </a:moveTo>
                  <a:cubicBezTo>
                    <a:pt x="16164" y="0"/>
                    <a:pt x="15314" y="344"/>
                    <a:pt x="14764" y="929"/>
                  </a:cubicBezTo>
                  <a:lnTo>
                    <a:pt x="1524" y="14776"/>
                  </a:lnTo>
                  <a:cubicBezTo>
                    <a:pt x="0" y="16372"/>
                    <a:pt x="1382" y="18705"/>
                    <a:pt x="3858" y="18705"/>
                  </a:cubicBezTo>
                  <a:lnTo>
                    <a:pt x="23277" y="18729"/>
                  </a:lnTo>
                  <a:cubicBezTo>
                    <a:pt x="23292" y="18729"/>
                    <a:pt x="23308" y="18729"/>
                    <a:pt x="23323" y="18729"/>
                  </a:cubicBezTo>
                  <a:cubicBezTo>
                    <a:pt x="24223" y="18729"/>
                    <a:pt x="25072" y="18386"/>
                    <a:pt x="25623" y="17800"/>
                  </a:cubicBezTo>
                  <a:lnTo>
                    <a:pt x="38862" y="3954"/>
                  </a:lnTo>
                  <a:cubicBezTo>
                    <a:pt x="40386" y="2358"/>
                    <a:pt x="39005" y="24"/>
                    <a:pt x="36529" y="24"/>
                  </a:cubicBezTo>
                  <a:lnTo>
                    <a:pt x="17110" y="1"/>
                  </a:lnTo>
                  <a:cubicBezTo>
                    <a:pt x="17094" y="0"/>
                    <a:pt x="17079" y="0"/>
                    <a:pt x="170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51"/>
            <p:cNvSpPr/>
            <p:nvPr/>
          </p:nvSpPr>
          <p:spPr>
            <a:xfrm>
              <a:off x="5198315" y="3042544"/>
              <a:ext cx="209816" cy="210596"/>
            </a:xfrm>
            <a:custGeom>
              <a:avLst/>
              <a:gdLst/>
              <a:ahLst/>
              <a:cxnLst/>
              <a:rect l="l" t="t" r="r" b="b"/>
              <a:pathLst>
                <a:path w="19111" h="19182" extrusionOk="0">
                  <a:moveTo>
                    <a:pt x="18527" y="1"/>
                  </a:moveTo>
                  <a:lnTo>
                    <a:pt x="1" y="18801"/>
                  </a:lnTo>
                  <a:lnTo>
                    <a:pt x="584" y="19182"/>
                  </a:lnTo>
                  <a:lnTo>
                    <a:pt x="19110" y="382"/>
                  </a:lnTo>
                  <a:lnTo>
                    <a:pt x="18527" y="1"/>
                  </a:ln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51"/>
            <p:cNvSpPr/>
            <p:nvPr/>
          </p:nvSpPr>
          <p:spPr>
            <a:xfrm>
              <a:off x="5316480" y="3043598"/>
              <a:ext cx="209684" cy="210716"/>
            </a:xfrm>
            <a:custGeom>
              <a:avLst/>
              <a:gdLst/>
              <a:ahLst/>
              <a:cxnLst/>
              <a:rect l="l" t="t" r="r" b="b"/>
              <a:pathLst>
                <a:path w="19099" h="19193" extrusionOk="0">
                  <a:moveTo>
                    <a:pt x="18527" y="0"/>
                  </a:moveTo>
                  <a:lnTo>
                    <a:pt x="1" y="18812"/>
                  </a:lnTo>
                  <a:lnTo>
                    <a:pt x="584" y="19193"/>
                  </a:lnTo>
                  <a:lnTo>
                    <a:pt x="19098" y="393"/>
                  </a:lnTo>
                  <a:lnTo>
                    <a:pt x="18527" y="0"/>
                  </a:ln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51"/>
            <p:cNvSpPr/>
            <p:nvPr/>
          </p:nvSpPr>
          <p:spPr>
            <a:xfrm>
              <a:off x="5258315" y="3102412"/>
              <a:ext cx="300007" cy="6686"/>
            </a:xfrm>
            <a:custGeom>
              <a:avLst/>
              <a:gdLst/>
              <a:ahLst/>
              <a:cxnLst/>
              <a:rect l="l" t="t" r="r" b="b"/>
              <a:pathLst>
                <a:path w="27326" h="609" extrusionOk="0">
                  <a:moveTo>
                    <a:pt x="1" y="1"/>
                  </a:moveTo>
                  <a:lnTo>
                    <a:pt x="1" y="608"/>
                  </a:lnTo>
                  <a:lnTo>
                    <a:pt x="27325" y="608"/>
                  </a:lnTo>
                  <a:lnTo>
                    <a:pt x="27325" y="1"/>
                  </a:ln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51"/>
            <p:cNvSpPr/>
            <p:nvPr/>
          </p:nvSpPr>
          <p:spPr>
            <a:xfrm>
              <a:off x="5186162" y="3176925"/>
              <a:ext cx="294902" cy="15568"/>
            </a:xfrm>
            <a:custGeom>
              <a:avLst/>
              <a:gdLst/>
              <a:ahLst/>
              <a:cxnLst/>
              <a:rect l="l" t="t" r="r" b="b"/>
              <a:pathLst>
                <a:path w="26861" h="1418" extrusionOk="0">
                  <a:moveTo>
                    <a:pt x="24" y="0"/>
                  </a:moveTo>
                  <a:lnTo>
                    <a:pt x="0" y="608"/>
                  </a:lnTo>
                  <a:lnTo>
                    <a:pt x="26837" y="1417"/>
                  </a:lnTo>
                  <a:lnTo>
                    <a:pt x="26861" y="81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51"/>
            <p:cNvSpPr/>
            <p:nvPr/>
          </p:nvSpPr>
          <p:spPr>
            <a:xfrm>
              <a:off x="5203805" y="3160193"/>
              <a:ext cx="294913" cy="16743"/>
            </a:xfrm>
            <a:custGeom>
              <a:avLst/>
              <a:gdLst/>
              <a:ahLst/>
              <a:cxnLst/>
              <a:rect l="l" t="t" r="r" b="b"/>
              <a:pathLst>
                <a:path w="26862" h="1525" extrusionOk="0">
                  <a:moveTo>
                    <a:pt x="36" y="0"/>
                  </a:moveTo>
                  <a:lnTo>
                    <a:pt x="1" y="608"/>
                  </a:lnTo>
                  <a:lnTo>
                    <a:pt x="26837" y="1524"/>
                  </a:lnTo>
                  <a:lnTo>
                    <a:pt x="26861" y="917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51"/>
            <p:cNvSpPr/>
            <p:nvPr/>
          </p:nvSpPr>
          <p:spPr>
            <a:xfrm>
              <a:off x="5270468" y="3085680"/>
              <a:ext cx="303147" cy="6818"/>
            </a:xfrm>
            <a:custGeom>
              <a:avLst/>
              <a:gdLst/>
              <a:ahLst/>
              <a:cxnLst/>
              <a:rect l="l" t="t" r="r" b="b"/>
              <a:pathLst>
                <a:path w="27612" h="621" extrusionOk="0">
                  <a:moveTo>
                    <a:pt x="1" y="1"/>
                  </a:moveTo>
                  <a:lnTo>
                    <a:pt x="1" y="620"/>
                  </a:lnTo>
                  <a:lnTo>
                    <a:pt x="27611" y="620"/>
                  </a:lnTo>
                  <a:lnTo>
                    <a:pt x="27611" y="1"/>
                  </a:ln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51"/>
            <p:cNvSpPr/>
            <p:nvPr/>
          </p:nvSpPr>
          <p:spPr>
            <a:xfrm>
              <a:off x="5546157" y="3069476"/>
              <a:ext cx="443522" cy="205754"/>
            </a:xfrm>
            <a:custGeom>
              <a:avLst/>
              <a:gdLst/>
              <a:ahLst/>
              <a:cxnLst/>
              <a:rect l="l" t="t" r="r" b="b"/>
              <a:pathLst>
                <a:path w="40398" h="18741" extrusionOk="0">
                  <a:moveTo>
                    <a:pt x="17109" y="1"/>
                  </a:moveTo>
                  <a:cubicBezTo>
                    <a:pt x="16193" y="1"/>
                    <a:pt x="15335" y="334"/>
                    <a:pt x="14764" y="929"/>
                  </a:cubicBezTo>
                  <a:lnTo>
                    <a:pt x="1536" y="14776"/>
                  </a:lnTo>
                  <a:cubicBezTo>
                    <a:pt x="0" y="16372"/>
                    <a:pt x="1393" y="18705"/>
                    <a:pt x="3870" y="18717"/>
                  </a:cubicBezTo>
                  <a:lnTo>
                    <a:pt x="23289" y="18741"/>
                  </a:lnTo>
                  <a:cubicBezTo>
                    <a:pt x="24206" y="18741"/>
                    <a:pt x="25063" y="18396"/>
                    <a:pt x="25634" y="17800"/>
                  </a:cubicBezTo>
                  <a:lnTo>
                    <a:pt x="38874" y="3953"/>
                  </a:lnTo>
                  <a:cubicBezTo>
                    <a:pt x="40398" y="2358"/>
                    <a:pt x="39005" y="24"/>
                    <a:pt x="36528" y="24"/>
                  </a:cubicBezTo>
                  <a:lnTo>
                    <a:pt x="17109" y="1"/>
                  </a:ln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51"/>
            <p:cNvSpPr/>
            <p:nvPr/>
          </p:nvSpPr>
          <p:spPr>
            <a:xfrm>
              <a:off x="5533993" y="3056136"/>
              <a:ext cx="443401" cy="205633"/>
            </a:xfrm>
            <a:custGeom>
              <a:avLst/>
              <a:gdLst/>
              <a:ahLst/>
              <a:cxnLst/>
              <a:rect l="l" t="t" r="r" b="b"/>
              <a:pathLst>
                <a:path w="40387" h="18730" extrusionOk="0">
                  <a:moveTo>
                    <a:pt x="17064" y="1"/>
                  </a:moveTo>
                  <a:cubicBezTo>
                    <a:pt x="16164" y="1"/>
                    <a:pt x="15315" y="344"/>
                    <a:pt x="14765" y="930"/>
                  </a:cubicBezTo>
                  <a:lnTo>
                    <a:pt x="1525" y="14777"/>
                  </a:lnTo>
                  <a:cubicBezTo>
                    <a:pt x="1" y="16372"/>
                    <a:pt x="1382" y="18706"/>
                    <a:pt x="3858" y="18706"/>
                  </a:cubicBezTo>
                  <a:lnTo>
                    <a:pt x="23278" y="18730"/>
                  </a:lnTo>
                  <a:cubicBezTo>
                    <a:pt x="23293" y="18730"/>
                    <a:pt x="23308" y="18730"/>
                    <a:pt x="23323" y="18730"/>
                  </a:cubicBezTo>
                  <a:cubicBezTo>
                    <a:pt x="24223" y="18730"/>
                    <a:pt x="25073" y="18386"/>
                    <a:pt x="25623" y="17801"/>
                  </a:cubicBezTo>
                  <a:lnTo>
                    <a:pt x="38863" y="3954"/>
                  </a:lnTo>
                  <a:cubicBezTo>
                    <a:pt x="40387" y="2359"/>
                    <a:pt x="39006" y="25"/>
                    <a:pt x="36529" y="25"/>
                  </a:cubicBezTo>
                  <a:lnTo>
                    <a:pt x="17110" y="1"/>
                  </a:lnTo>
                  <a:cubicBezTo>
                    <a:pt x="17095" y="1"/>
                    <a:pt x="17079" y="1"/>
                    <a:pt x="17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51"/>
            <p:cNvSpPr/>
            <p:nvPr/>
          </p:nvSpPr>
          <p:spPr>
            <a:xfrm>
              <a:off x="5533993" y="3056136"/>
              <a:ext cx="443401" cy="205633"/>
            </a:xfrm>
            <a:custGeom>
              <a:avLst/>
              <a:gdLst/>
              <a:ahLst/>
              <a:cxnLst/>
              <a:rect l="l" t="t" r="r" b="b"/>
              <a:pathLst>
                <a:path w="40387" h="18730" extrusionOk="0">
                  <a:moveTo>
                    <a:pt x="17064" y="1"/>
                  </a:moveTo>
                  <a:cubicBezTo>
                    <a:pt x="16164" y="1"/>
                    <a:pt x="15315" y="344"/>
                    <a:pt x="14765" y="930"/>
                  </a:cubicBezTo>
                  <a:lnTo>
                    <a:pt x="1525" y="14777"/>
                  </a:lnTo>
                  <a:cubicBezTo>
                    <a:pt x="1" y="16372"/>
                    <a:pt x="1382" y="18706"/>
                    <a:pt x="3858" y="18706"/>
                  </a:cubicBezTo>
                  <a:lnTo>
                    <a:pt x="23278" y="18730"/>
                  </a:lnTo>
                  <a:cubicBezTo>
                    <a:pt x="23293" y="18730"/>
                    <a:pt x="23308" y="18730"/>
                    <a:pt x="23323" y="18730"/>
                  </a:cubicBezTo>
                  <a:cubicBezTo>
                    <a:pt x="24223" y="18730"/>
                    <a:pt x="25073" y="18386"/>
                    <a:pt x="25623" y="17801"/>
                  </a:cubicBezTo>
                  <a:lnTo>
                    <a:pt x="38863" y="3954"/>
                  </a:lnTo>
                  <a:cubicBezTo>
                    <a:pt x="40387" y="2359"/>
                    <a:pt x="39006" y="25"/>
                    <a:pt x="36529" y="25"/>
                  </a:cubicBezTo>
                  <a:lnTo>
                    <a:pt x="17110" y="1"/>
                  </a:lnTo>
                  <a:cubicBezTo>
                    <a:pt x="17095" y="1"/>
                    <a:pt x="17079" y="1"/>
                    <a:pt x="17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51"/>
            <p:cNvSpPr/>
            <p:nvPr/>
          </p:nvSpPr>
          <p:spPr>
            <a:xfrm>
              <a:off x="5585494" y="3053007"/>
              <a:ext cx="209684" cy="210596"/>
            </a:xfrm>
            <a:custGeom>
              <a:avLst/>
              <a:gdLst/>
              <a:ahLst/>
              <a:cxnLst/>
              <a:rect l="l" t="t" r="r" b="b"/>
              <a:pathLst>
                <a:path w="19099" h="19182" extrusionOk="0">
                  <a:moveTo>
                    <a:pt x="18515" y="0"/>
                  </a:moveTo>
                  <a:lnTo>
                    <a:pt x="1" y="18800"/>
                  </a:lnTo>
                  <a:lnTo>
                    <a:pt x="572" y="19181"/>
                  </a:lnTo>
                  <a:lnTo>
                    <a:pt x="19099" y="381"/>
                  </a:lnTo>
                  <a:lnTo>
                    <a:pt x="18515" y="0"/>
                  </a:ln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51"/>
            <p:cNvSpPr/>
            <p:nvPr/>
          </p:nvSpPr>
          <p:spPr>
            <a:xfrm>
              <a:off x="5703538" y="3054182"/>
              <a:ext cx="209805" cy="210596"/>
            </a:xfrm>
            <a:custGeom>
              <a:avLst/>
              <a:gdLst/>
              <a:ahLst/>
              <a:cxnLst/>
              <a:rect l="l" t="t" r="r" b="b"/>
              <a:pathLst>
                <a:path w="19110" h="19182" extrusionOk="0">
                  <a:moveTo>
                    <a:pt x="18526" y="1"/>
                  </a:moveTo>
                  <a:lnTo>
                    <a:pt x="0" y="18800"/>
                  </a:lnTo>
                  <a:lnTo>
                    <a:pt x="584" y="19181"/>
                  </a:lnTo>
                  <a:lnTo>
                    <a:pt x="19110" y="382"/>
                  </a:lnTo>
                  <a:lnTo>
                    <a:pt x="18526" y="1"/>
                  </a:ln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51"/>
            <p:cNvSpPr/>
            <p:nvPr/>
          </p:nvSpPr>
          <p:spPr>
            <a:xfrm>
              <a:off x="5645362" y="3112875"/>
              <a:ext cx="300007" cy="6675"/>
            </a:xfrm>
            <a:custGeom>
              <a:avLst/>
              <a:gdLst/>
              <a:ahLst/>
              <a:cxnLst/>
              <a:rect l="l" t="t" r="r" b="b"/>
              <a:pathLst>
                <a:path w="27326" h="608" extrusionOk="0">
                  <a:moveTo>
                    <a:pt x="1" y="0"/>
                  </a:moveTo>
                  <a:lnTo>
                    <a:pt x="1" y="608"/>
                  </a:lnTo>
                  <a:lnTo>
                    <a:pt x="27326" y="608"/>
                  </a:lnTo>
                  <a:lnTo>
                    <a:pt x="27326" y="0"/>
                  </a:ln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51"/>
            <p:cNvSpPr/>
            <p:nvPr/>
          </p:nvSpPr>
          <p:spPr>
            <a:xfrm>
              <a:off x="5573209" y="3187377"/>
              <a:ext cx="294913" cy="15568"/>
            </a:xfrm>
            <a:custGeom>
              <a:avLst/>
              <a:gdLst/>
              <a:ahLst/>
              <a:cxnLst/>
              <a:rect l="l" t="t" r="r" b="b"/>
              <a:pathLst>
                <a:path w="26862" h="1418" extrusionOk="0">
                  <a:moveTo>
                    <a:pt x="25" y="1"/>
                  </a:moveTo>
                  <a:lnTo>
                    <a:pt x="1" y="608"/>
                  </a:lnTo>
                  <a:lnTo>
                    <a:pt x="26837" y="1418"/>
                  </a:lnTo>
                  <a:lnTo>
                    <a:pt x="26861" y="811"/>
                  </a:lnTo>
                  <a:lnTo>
                    <a:pt x="25" y="1"/>
                  </a:ln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51"/>
            <p:cNvSpPr/>
            <p:nvPr/>
          </p:nvSpPr>
          <p:spPr>
            <a:xfrm>
              <a:off x="5590863" y="3170645"/>
              <a:ext cx="295034" cy="16743"/>
            </a:xfrm>
            <a:custGeom>
              <a:avLst/>
              <a:gdLst/>
              <a:ahLst/>
              <a:cxnLst/>
              <a:rect l="l" t="t" r="r" b="b"/>
              <a:pathLst>
                <a:path w="26873" h="1525" extrusionOk="0">
                  <a:moveTo>
                    <a:pt x="36" y="1"/>
                  </a:moveTo>
                  <a:lnTo>
                    <a:pt x="0" y="608"/>
                  </a:lnTo>
                  <a:lnTo>
                    <a:pt x="26837" y="1525"/>
                  </a:lnTo>
                  <a:lnTo>
                    <a:pt x="26872" y="918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51"/>
            <p:cNvSpPr/>
            <p:nvPr/>
          </p:nvSpPr>
          <p:spPr>
            <a:xfrm>
              <a:off x="5657526" y="3096275"/>
              <a:ext cx="303136" cy="6675"/>
            </a:xfrm>
            <a:custGeom>
              <a:avLst/>
              <a:gdLst/>
              <a:ahLst/>
              <a:cxnLst/>
              <a:rect l="l" t="t" r="r" b="b"/>
              <a:pathLst>
                <a:path w="27611" h="608" extrusionOk="0">
                  <a:moveTo>
                    <a:pt x="0" y="0"/>
                  </a:moveTo>
                  <a:lnTo>
                    <a:pt x="0" y="608"/>
                  </a:lnTo>
                  <a:lnTo>
                    <a:pt x="27611" y="608"/>
                  </a:lnTo>
                  <a:lnTo>
                    <a:pt x="27611" y="0"/>
                  </a:ln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51"/>
            <p:cNvSpPr/>
            <p:nvPr/>
          </p:nvSpPr>
          <p:spPr>
            <a:xfrm>
              <a:off x="5405628" y="3372085"/>
              <a:ext cx="177527" cy="167065"/>
            </a:xfrm>
            <a:custGeom>
              <a:avLst/>
              <a:gdLst/>
              <a:ahLst/>
              <a:cxnLst/>
              <a:rect l="l" t="t" r="r" b="b"/>
              <a:pathLst>
                <a:path w="16170" h="15217" extrusionOk="0">
                  <a:moveTo>
                    <a:pt x="8085" y="0"/>
                  </a:moveTo>
                  <a:cubicBezTo>
                    <a:pt x="3620" y="0"/>
                    <a:pt x="1" y="3406"/>
                    <a:pt x="1" y="7609"/>
                  </a:cubicBezTo>
                  <a:cubicBezTo>
                    <a:pt x="1" y="11811"/>
                    <a:pt x="3620" y="15217"/>
                    <a:pt x="8085" y="15217"/>
                  </a:cubicBezTo>
                  <a:cubicBezTo>
                    <a:pt x="12550" y="15217"/>
                    <a:pt x="16170" y="11811"/>
                    <a:pt x="16170" y="7609"/>
                  </a:cubicBezTo>
                  <a:cubicBezTo>
                    <a:pt x="16170" y="3406"/>
                    <a:pt x="12550" y="0"/>
                    <a:pt x="80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51"/>
            <p:cNvSpPr/>
            <p:nvPr/>
          </p:nvSpPr>
          <p:spPr>
            <a:xfrm>
              <a:off x="5778436" y="3370646"/>
              <a:ext cx="177527" cy="166933"/>
            </a:xfrm>
            <a:custGeom>
              <a:avLst/>
              <a:gdLst/>
              <a:ahLst/>
              <a:cxnLst/>
              <a:rect l="l" t="t" r="r" b="b"/>
              <a:pathLst>
                <a:path w="16170" h="15205" extrusionOk="0">
                  <a:moveTo>
                    <a:pt x="8085" y="1"/>
                  </a:moveTo>
                  <a:cubicBezTo>
                    <a:pt x="3620" y="1"/>
                    <a:pt x="1" y="3406"/>
                    <a:pt x="1" y="7597"/>
                  </a:cubicBezTo>
                  <a:cubicBezTo>
                    <a:pt x="1" y="11800"/>
                    <a:pt x="3620" y="15205"/>
                    <a:pt x="8085" y="15205"/>
                  </a:cubicBezTo>
                  <a:cubicBezTo>
                    <a:pt x="12550" y="15205"/>
                    <a:pt x="16169" y="11800"/>
                    <a:pt x="16169" y="7597"/>
                  </a:cubicBezTo>
                  <a:cubicBezTo>
                    <a:pt x="16169" y="3406"/>
                    <a:pt x="12550" y="1"/>
                    <a:pt x="80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51"/>
            <p:cNvSpPr/>
            <p:nvPr/>
          </p:nvSpPr>
          <p:spPr>
            <a:xfrm>
              <a:off x="5730623" y="2436492"/>
              <a:ext cx="752225" cy="330781"/>
            </a:xfrm>
            <a:custGeom>
              <a:avLst/>
              <a:gdLst/>
              <a:ahLst/>
              <a:cxnLst/>
              <a:rect l="l" t="t" r="r" b="b"/>
              <a:pathLst>
                <a:path w="68516" h="30129" extrusionOk="0">
                  <a:moveTo>
                    <a:pt x="7114" y="1"/>
                  </a:moveTo>
                  <a:cubicBezTo>
                    <a:pt x="3593" y="1"/>
                    <a:pt x="1" y="2685"/>
                    <a:pt x="676" y="6566"/>
                  </a:cubicBezTo>
                  <a:cubicBezTo>
                    <a:pt x="938" y="8078"/>
                    <a:pt x="1903" y="9400"/>
                    <a:pt x="3129" y="10328"/>
                  </a:cubicBezTo>
                  <a:cubicBezTo>
                    <a:pt x="4356" y="11245"/>
                    <a:pt x="5820" y="11793"/>
                    <a:pt x="7308" y="12162"/>
                  </a:cubicBezTo>
                  <a:cubicBezTo>
                    <a:pt x="8689" y="12495"/>
                    <a:pt x="10106" y="12686"/>
                    <a:pt x="11464" y="13114"/>
                  </a:cubicBezTo>
                  <a:cubicBezTo>
                    <a:pt x="12821" y="13543"/>
                    <a:pt x="14142" y="14234"/>
                    <a:pt x="14988" y="15377"/>
                  </a:cubicBezTo>
                  <a:cubicBezTo>
                    <a:pt x="16845" y="17877"/>
                    <a:pt x="15881" y="21592"/>
                    <a:pt x="17429" y="24282"/>
                  </a:cubicBezTo>
                  <a:cubicBezTo>
                    <a:pt x="18750" y="26580"/>
                    <a:pt x="21643" y="27771"/>
                    <a:pt x="24215" y="27961"/>
                  </a:cubicBezTo>
                  <a:cubicBezTo>
                    <a:pt x="26787" y="29009"/>
                    <a:pt x="30204" y="30128"/>
                    <a:pt x="34478" y="30128"/>
                  </a:cubicBezTo>
                  <a:cubicBezTo>
                    <a:pt x="37348" y="30128"/>
                    <a:pt x="40610" y="29616"/>
                    <a:pt x="44241" y="28223"/>
                  </a:cubicBezTo>
                  <a:cubicBezTo>
                    <a:pt x="46837" y="28045"/>
                    <a:pt x="49754" y="26854"/>
                    <a:pt x="51076" y="24544"/>
                  </a:cubicBezTo>
                  <a:cubicBezTo>
                    <a:pt x="52623" y="21854"/>
                    <a:pt x="51671" y="18139"/>
                    <a:pt x="53516" y="15639"/>
                  </a:cubicBezTo>
                  <a:cubicBezTo>
                    <a:pt x="54374" y="14496"/>
                    <a:pt x="55695" y="13805"/>
                    <a:pt x="57053" y="13376"/>
                  </a:cubicBezTo>
                  <a:cubicBezTo>
                    <a:pt x="58410" y="12948"/>
                    <a:pt x="59827" y="12757"/>
                    <a:pt x="61208" y="12424"/>
                  </a:cubicBezTo>
                  <a:cubicBezTo>
                    <a:pt x="62696" y="12055"/>
                    <a:pt x="64161" y="11507"/>
                    <a:pt x="65387" y="10590"/>
                  </a:cubicBezTo>
                  <a:cubicBezTo>
                    <a:pt x="66601" y="9662"/>
                    <a:pt x="67578" y="8340"/>
                    <a:pt x="67840" y="6828"/>
                  </a:cubicBezTo>
                  <a:cubicBezTo>
                    <a:pt x="68515" y="2947"/>
                    <a:pt x="64923" y="263"/>
                    <a:pt x="61402" y="263"/>
                  </a:cubicBezTo>
                  <a:cubicBezTo>
                    <a:pt x="61013" y="263"/>
                    <a:pt x="60625" y="295"/>
                    <a:pt x="60243" y="363"/>
                  </a:cubicBezTo>
                  <a:cubicBezTo>
                    <a:pt x="58255" y="708"/>
                    <a:pt x="56255" y="1923"/>
                    <a:pt x="55398" y="3792"/>
                  </a:cubicBezTo>
                  <a:cubicBezTo>
                    <a:pt x="54552" y="5649"/>
                    <a:pt x="54921" y="7899"/>
                    <a:pt x="54028" y="9733"/>
                  </a:cubicBezTo>
                  <a:cubicBezTo>
                    <a:pt x="53219" y="11400"/>
                    <a:pt x="51469" y="12460"/>
                    <a:pt x="49683" y="12983"/>
                  </a:cubicBezTo>
                  <a:cubicBezTo>
                    <a:pt x="47897" y="13507"/>
                    <a:pt x="46015" y="13591"/>
                    <a:pt x="44182" y="13888"/>
                  </a:cubicBezTo>
                  <a:cubicBezTo>
                    <a:pt x="39669" y="14615"/>
                    <a:pt x="35931" y="18508"/>
                    <a:pt x="37157" y="23294"/>
                  </a:cubicBezTo>
                  <a:cubicBezTo>
                    <a:pt x="37467" y="24461"/>
                    <a:pt x="37991" y="25449"/>
                    <a:pt x="38705" y="26223"/>
                  </a:cubicBezTo>
                  <a:cubicBezTo>
                    <a:pt x="39443" y="27021"/>
                    <a:pt x="40372" y="27592"/>
                    <a:pt x="41420" y="27926"/>
                  </a:cubicBezTo>
                  <a:cubicBezTo>
                    <a:pt x="38893" y="28650"/>
                    <a:pt x="36574" y="28934"/>
                    <a:pt x="34468" y="28934"/>
                  </a:cubicBezTo>
                  <a:cubicBezTo>
                    <a:pt x="31551" y="28934"/>
                    <a:pt x="29041" y="28389"/>
                    <a:pt x="26954" y="27711"/>
                  </a:cubicBezTo>
                  <a:cubicBezTo>
                    <a:pt x="28061" y="27390"/>
                    <a:pt x="29037" y="26795"/>
                    <a:pt x="29799" y="25961"/>
                  </a:cubicBezTo>
                  <a:cubicBezTo>
                    <a:pt x="30514" y="25187"/>
                    <a:pt x="31049" y="24199"/>
                    <a:pt x="31347" y="23032"/>
                  </a:cubicBezTo>
                  <a:cubicBezTo>
                    <a:pt x="32573" y="18246"/>
                    <a:pt x="28835" y="14353"/>
                    <a:pt x="24334" y="13626"/>
                  </a:cubicBezTo>
                  <a:cubicBezTo>
                    <a:pt x="22489" y="13329"/>
                    <a:pt x="20608" y="13245"/>
                    <a:pt x="18822" y="12721"/>
                  </a:cubicBezTo>
                  <a:cubicBezTo>
                    <a:pt x="17036" y="12198"/>
                    <a:pt x="15297" y="11138"/>
                    <a:pt x="14476" y="9471"/>
                  </a:cubicBezTo>
                  <a:cubicBezTo>
                    <a:pt x="13595" y="7638"/>
                    <a:pt x="13952" y="5387"/>
                    <a:pt x="13107" y="3530"/>
                  </a:cubicBezTo>
                  <a:cubicBezTo>
                    <a:pt x="12249" y="1661"/>
                    <a:pt x="10249" y="446"/>
                    <a:pt x="8273" y="101"/>
                  </a:cubicBezTo>
                  <a:cubicBezTo>
                    <a:pt x="7891" y="33"/>
                    <a:pt x="7503" y="1"/>
                    <a:pt x="7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51"/>
            <p:cNvSpPr/>
            <p:nvPr/>
          </p:nvSpPr>
          <p:spPr>
            <a:xfrm>
              <a:off x="5556104" y="2534566"/>
              <a:ext cx="1109102" cy="487734"/>
            </a:xfrm>
            <a:custGeom>
              <a:avLst/>
              <a:gdLst/>
              <a:ahLst/>
              <a:cxnLst/>
              <a:rect l="l" t="t" r="r" b="b"/>
              <a:pathLst>
                <a:path w="101022" h="44425" extrusionOk="0">
                  <a:moveTo>
                    <a:pt x="10500" y="1"/>
                  </a:moveTo>
                  <a:cubicBezTo>
                    <a:pt x="5303" y="1"/>
                    <a:pt x="1" y="3961"/>
                    <a:pt x="999" y="9682"/>
                  </a:cubicBezTo>
                  <a:cubicBezTo>
                    <a:pt x="1380" y="11909"/>
                    <a:pt x="2809" y="13861"/>
                    <a:pt x="4607" y="15218"/>
                  </a:cubicBezTo>
                  <a:cubicBezTo>
                    <a:pt x="6416" y="16588"/>
                    <a:pt x="8583" y="17397"/>
                    <a:pt x="10774" y="17933"/>
                  </a:cubicBezTo>
                  <a:cubicBezTo>
                    <a:pt x="12810" y="18421"/>
                    <a:pt x="14894" y="18707"/>
                    <a:pt x="16894" y="19338"/>
                  </a:cubicBezTo>
                  <a:cubicBezTo>
                    <a:pt x="18894" y="19969"/>
                    <a:pt x="20847" y="20993"/>
                    <a:pt x="22097" y="22672"/>
                  </a:cubicBezTo>
                  <a:cubicBezTo>
                    <a:pt x="24835" y="26363"/>
                    <a:pt x="23419" y="31828"/>
                    <a:pt x="25705" y="35816"/>
                  </a:cubicBezTo>
                  <a:cubicBezTo>
                    <a:pt x="27645" y="39198"/>
                    <a:pt x="31908" y="40948"/>
                    <a:pt x="35706" y="41234"/>
                  </a:cubicBezTo>
                  <a:cubicBezTo>
                    <a:pt x="39492" y="42769"/>
                    <a:pt x="44540" y="44424"/>
                    <a:pt x="50839" y="44424"/>
                  </a:cubicBezTo>
                  <a:cubicBezTo>
                    <a:pt x="55077" y="44424"/>
                    <a:pt x="59887" y="43662"/>
                    <a:pt x="65245" y="41626"/>
                  </a:cubicBezTo>
                  <a:cubicBezTo>
                    <a:pt x="69055" y="41353"/>
                    <a:pt x="73353" y="39602"/>
                    <a:pt x="75306" y="36197"/>
                  </a:cubicBezTo>
                  <a:cubicBezTo>
                    <a:pt x="77592" y="32221"/>
                    <a:pt x="76187" y="26744"/>
                    <a:pt x="78914" y="23065"/>
                  </a:cubicBezTo>
                  <a:cubicBezTo>
                    <a:pt x="80164" y="21386"/>
                    <a:pt x="82116" y="20350"/>
                    <a:pt x="84117" y="19719"/>
                  </a:cubicBezTo>
                  <a:cubicBezTo>
                    <a:pt x="86117" y="19088"/>
                    <a:pt x="88212" y="18814"/>
                    <a:pt x="90236" y="18314"/>
                  </a:cubicBezTo>
                  <a:cubicBezTo>
                    <a:pt x="92439" y="17778"/>
                    <a:pt x="94606" y="16969"/>
                    <a:pt x="96404" y="15611"/>
                  </a:cubicBezTo>
                  <a:cubicBezTo>
                    <a:pt x="98214" y="14254"/>
                    <a:pt x="99630" y="12290"/>
                    <a:pt x="100023" y="10063"/>
                  </a:cubicBezTo>
                  <a:cubicBezTo>
                    <a:pt x="101022" y="4342"/>
                    <a:pt x="95710" y="382"/>
                    <a:pt x="90510" y="382"/>
                  </a:cubicBezTo>
                  <a:cubicBezTo>
                    <a:pt x="89943" y="382"/>
                    <a:pt x="89376" y="429"/>
                    <a:pt x="88820" y="526"/>
                  </a:cubicBezTo>
                  <a:cubicBezTo>
                    <a:pt x="85903" y="1038"/>
                    <a:pt x="82950" y="2824"/>
                    <a:pt x="81688" y="5598"/>
                  </a:cubicBezTo>
                  <a:cubicBezTo>
                    <a:pt x="80438" y="8325"/>
                    <a:pt x="80973" y="11635"/>
                    <a:pt x="79664" y="14349"/>
                  </a:cubicBezTo>
                  <a:cubicBezTo>
                    <a:pt x="78461" y="16814"/>
                    <a:pt x="75889" y="18362"/>
                    <a:pt x="73258" y="19136"/>
                  </a:cubicBezTo>
                  <a:cubicBezTo>
                    <a:pt x="70627" y="19910"/>
                    <a:pt x="67853" y="20040"/>
                    <a:pt x="65138" y="20481"/>
                  </a:cubicBezTo>
                  <a:cubicBezTo>
                    <a:pt x="58494" y="21553"/>
                    <a:pt x="52982" y="27291"/>
                    <a:pt x="54792" y="34340"/>
                  </a:cubicBezTo>
                  <a:cubicBezTo>
                    <a:pt x="55244" y="36066"/>
                    <a:pt x="56030" y="37519"/>
                    <a:pt x="57078" y="38662"/>
                  </a:cubicBezTo>
                  <a:cubicBezTo>
                    <a:pt x="58161" y="39841"/>
                    <a:pt x="59518" y="40686"/>
                    <a:pt x="61078" y="41174"/>
                  </a:cubicBezTo>
                  <a:cubicBezTo>
                    <a:pt x="57347" y="42243"/>
                    <a:pt x="53925" y="42662"/>
                    <a:pt x="50819" y="42662"/>
                  </a:cubicBezTo>
                  <a:cubicBezTo>
                    <a:pt x="46520" y="42662"/>
                    <a:pt x="42824" y="41860"/>
                    <a:pt x="39742" y="40864"/>
                  </a:cubicBezTo>
                  <a:cubicBezTo>
                    <a:pt x="41373" y="40388"/>
                    <a:pt x="42814" y="39507"/>
                    <a:pt x="43945" y="38281"/>
                  </a:cubicBezTo>
                  <a:cubicBezTo>
                    <a:pt x="44993" y="37126"/>
                    <a:pt x="45779" y="35673"/>
                    <a:pt x="46219" y="33959"/>
                  </a:cubicBezTo>
                  <a:cubicBezTo>
                    <a:pt x="48041" y="26910"/>
                    <a:pt x="42516" y="21172"/>
                    <a:pt x="35873" y="20100"/>
                  </a:cubicBezTo>
                  <a:cubicBezTo>
                    <a:pt x="33158" y="19659"/>
                    <a:pt x="30384" y="19529"/>
                    <a:pt x="27752" y="18755"/>
                  </a:cubicBezTo>
                  <a:cubicBezTo>
                    <a:pt x="25121" y="17981"/>
                    <a:pt x="22549" y="16433"/>
                    <a:pt x="21347" y="13956"/>
                  </a:cubicBezTo>
                  <a:cubicBezTo>
                    <a:pt x="20037" y="11254"/>
                    <a:pt x="20573" y="7944"/>
                    <a:pt x="19323" y="5205"/>
                  </a:cubicBezTo>
                  <a:cubicBezTo>
                    <a:pt x="18073" y="2443"/>
                    <a:pt x="15120" y="657"/>
                    <a:pt x="12191" y="145"/>
                  </a:cubicBezTo>
                  <a:cubicBezTo>
                    <a:pt x="11634" y="48"/>
                    <a:pt x="11068" y="1"/>
                    <a:pt x="10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51"/>
            <p:cNvSpPr/>
            <p:nvPr/>
          </p:nvSpPr>
          <p:spPr>
            <a:xfrm>
              <a:off x="6076335" y="2044899"/>
              <a:ext cx="58319" cy="133579"/>
            </a:xfrm>
            <a:custGeom>
              <a:avLst/>
              <a:gdLst/>
              <a:ahLst/>
              <a:cxnLst/>
              <a:rect l="l" t="t" r="r" b="b"/>
              <a:pathLst>
                <a:path w="5312" h="12167" extrusionOk="0">
                  <a:moveTo>
                    <a:pt x="2395" y="0"/>
                  </a:moveTo>
                  <a:cubicBezTo>
                    <a:pt x="1901" y="0"/>
                    <a:pt x="1418" y="194"/>
                    <a:pt x="1061" y="646"/>
                  </a:cubicBezTo>
                  <a:cubicBezTo>
                    <a:pt x="739" y="1038"/>
                    <a:pt x="620" y="1574"/>
                    <a:pt x="656" y="2086"/>
                  </a:cubicBezTo>
                  <a:cubicBezTo>
                    <a:pt x="691" y="2586"/>
                    <a:pt x="882" y="3074"/>
                    <a:pt x="1120" y="3527"/>
                  </a:cubicBezTo>
                  <a:cubicBezTo>
                    <a:pt x="1334" y="3955"/>
                    <a:pt x="1608" y="4348"/>
                    <a:pt x="1799" y="4777"/>
                  </a:cubicBezTo>
                  <a:cubicBezTo>
                    <a:pt x="1989" y="5218"/>
                    <a:pt x="2108" y="5694"/>
                    <a:pt x="2001" y="6158"/>
                  </a:cubicBezTo>
                  <a:cubicBezTo>
                    <a:pt x="1787" y="7182"/>
                    <a:pt x="644" y="7754"/>
                    <a:pt x="310" y="8730"/>
                  </a:cubicBezTo>
                  <a:cubicBezTo>
                    <a:pt x="1" y="9635"/>
                    <a:pt x="322" y="10623"/>
                    <a:pt x="941" y="11302"/>
                  </a:cubicBezTo>
                  <a:cubicBezTo>
                    <a:pt x="1414" y="11823"/>
                    <a:pt x="2060" y="12167"/>
                    <a:pt x="2742" y="12167"/>
                  </a:cubicBezTo>
                  <a:cubicBezTo>
                    <a:pt x="3056" y="12167"/>
                    <a:pt x="3377" y="12094"/>
                    <a:pt x="3692" y="11933"/>
                  </a:cubicBezTo>
                  <a:cubicBezTo>
                    <a:pt x="5156" y="11194"/>
                    <a:pt x="5311" y="9397"/>
                    <a:pt x="4501" y="8111"/>
                  </a:cubicBezTo>
                  <a:cubicBezTo>
                    <a:pt x="4168" y="7587"/>
                    <a:pt x="3775" y="7099"/>
                    <a:pt x="3513" y="6539"/>
                  </a:cubicBezTo>
                  <a:cubicBezTo>
                    <a:pt x="3251" y="5980"/>
                    <a:pt x="3132" y="5301"/>
                    <a:pt x="3370" y="4729"/>
                  </a:cubicBezTo>
                  <a:cubicBezTo>
                    <a:pt x="3632" y="4110"/>
                    <a:pt x="4275" y="3705"/>
                    <a:pt x="4549" y="3086"/>
                  </a:cubicBezTo>
                  <a:cubicBezTo>
                    <a:pt x="4835" y="2455"/>
                    <a:pt x="4692" y="1693"/>
                    <a:pt x="4347" y="1122"/>
                  </a:cubicBezTo>
                  <a:cubicBezTo>
                    <a:pt x="3936" y="452"/>
                    <a:pt x="3152" y="0"/>
                    <a:pt x="2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51"/>
            <p:cNvSpPr/>
            <p:nvPr/>
          </p:nvSpPr>
          <p:spPr>
            <a:xfrm>
              <a:off x="5862589" y="2381927"/>
              <a:ext cx="465798" cy="204821"/>
            </a:xfrm>
            <a:custGeom>
              <a:avLst/>
              <a:gdLst/>
              <a:ahLst/>
              <a:cxnLst/>
              <a:rect l="l" t="t" r="r" b="b"/>
              <a:pathLst>
                <a:path w="42427" h="18656" extrusionOk="0">
                  <a:moveTo>
                    <a:pt x="4425" y="0"/>
                  </a:moveTo>
                  <a:cubicBezTo>
                    <a:pt x="2234" y="0"/>
                    <a:pt x="0" y="1661"/>
                    <a:pt x="420" y="4071"/>
                  </a:cubicBezTo>
                  <a:cubicBezTo>
                    <a:pt x="575" y="4999"/>
                    <a:pt x="1170" y="5821"/>
                    <a:pt x="1932" y="6392"/>
                  </a:cubicBezTo>
                  <a:cubicBezTo>
                    <a:pt x="2694" y="6964"/>
                    <a:pt x="3599" y="7309"/>
                    <a:pt x="4516" y="7535"/>
                  </a:cubicBezTo>
                  <a:cubicBezTo>
                    <a:pt x="5373" y="7738"/>
                    <a:pt x="6254" y="7857"/>
                    <a:pt x="7087" y="8119"/>
                  </a:cubicBezTo>
                  <a:cubicBezTo>
                    <a:pt x="7933" y="8393"/>
                    <a:pt x="8754" y="8821"/>
                    <a:pt x="9278" y="9524"/>
                  </a:cubicBezTo>
                  <a:cubicBezTo>
                    <a:pt x="10421" y="11072"/>
                    <a:pt x="9838" y="13370"/>
                    <a:pt x="10790" y="15048"/>
                  </a:cubicBezTo>
                  <a:cubicBezTo>
                    <a:pt x="11612" y="16465"/>
                    <a:pt x="13398" y="17203"/>
                    <a:pt x="14993" y="17322"/>
                  </a:cubicBezTo>
                  <a:cubicBezTo>
                    <a:pt x="16577" y="17965"/>
                    <a:pt x="18708" y="18656"/>
                    <a:pt x="21351" y="18656"/>
                  </a:cubicBezTo>
                  <a:cubicBezTo>
                    <a:pt x="23125" y="18656"/>
                    <a:pt x="25149" y="18346"/>
                    <a:pt x="27399" y="17489"/>
                  </a:cubicBezTo>
                  <a:cubicBezTo>
                    <a:pt x="28995" y="17370"/>
                    <a:pt x="30805" y="16632"/>
                    <a:pt x="31626" y="15203"/>
                  </a:cubicBezTo>
                  <a:cubicBezTo>
                    <a:pt x="32579" y="13536"/>
                    <a:pt x="31995" y="11238"/>
                    <a:pt x="33138" y="9690"/>
                  </a:cubicBezTo>
                  <a:cubicBezTo>
                    <a:pt x="33662" y="8988"/>
                    <a:pt x="34484" y="8548"/>
                    <a:pt x="35329" y="8286"/>
                  </a:cubicBezTo>
                  <a:cubicBezTo>
                    <a:pt x="36162" y="8024"/>
                    <a:pt x="37043" y="7905"/>
                    <a:pt x="37901" y="7690"/>
                  </a:cubicBezTo>
                  <a:cubicBezTo>
                    <a:pt x="38818" y="7464"/>
                    <a:pt x="39722" y="7131"/>
                    <a:pt x="40484" y="6559"/>
                  </a:cubicBezTo>
                  <a:cubicBezTo>
                    <a:pt x="41246" y="5988"/>
                    <a:pt x="41842" y="5166"/>
                    <a:pt x="42008" y="4226"/>
                  </a:cubicBezTo>
                  <a:cubicBezTo>
                    <a:pt x="42427" y="1823"/>
                    <a:pt x="40197" y="164"/>
                    <a:pt x="38018" y="164"/>
                  </a:cubicBezTo>
                  <a:cubicBezTo>
                    <a:pt x="37779" y="164"/>
                    <a:pt x="37540" y="184"/>
                    <a:pt x="37305" y="225"/>
                  </a:cubicBezTo>
                  <a:cubicBezTo>
                    <a:pt x="36067" y="439"/>
                    <a:pt x="34829" y="1189"/>
                    <a:pt x="34305" y="2356"/>
                  </a:cubicBezTo>
                  <a:cubicBezTo>
                    <a:pt x="33781" y="3499"/>
                    <a:pt x="34007" y="4892"/>
                    <a:pt x="33448" y="6023"/>
                  </a:cubicBezTo>
                  <a:cubicBezTo>
                    <a:pt x="32948" y="7059"/>
                    <a:pt x="31876" y="7714"/>
                    <a:pt x="30769" y="8036"/>
                  </a:cubicBezTo>
                  <a:cubicBezTo>
                    <a:pt x="29662" y="8369"/>
                    <a:pt x="28495" y="8417"/>
                    <a:pt x="27352" y="8607"/>
                  </a:cubicBezTo>
                  <a:cubicBezTo>
                    <a:pt x="24566" y="9059"/>
                    <a:pt x="22244" y="11465"/>
                    <a:pt x="23006" y="14429"/>
                  </a:cubicBezTo>
                  <a:cubicBezTo>
                    <a:pt x="23197" y="15144"/>
                    <a:pt x="23530" y="15763"/>
                    <a:pt x="23970" y="16239"/>
                  </a:cubicBezTo>
                  <a:cubicBezTo>
                    <a:pt x="24423" y="16739"/>
                    <a:pt x="24994" y="17096"/>
                    <a:pt x="25649" y="17299"/>
                  </a:cubicBezTo>
                  <a:cubicBezTo>
                    <a:pt x="24082" y="17743"/>
                    <a:pt x="22647" y="17917"/>
                    <a:pt x="21343" y="17917"/>
                  </a:cubicBezTo>
                  <a:cubicBezTo>
                    <a:pt x="19537" y="17917"/>
                    <a:pt x="17984" y="17583"/>
                    <a:pt x="16684" y="17168"/>
                  </a:cubicBezTo>
                  <a:cubicBezTo>
                    <a:pt x="17374" y="16965"/>
                    <a:pt x="17982" y="16596"/>
                    <a:pt x="18446" y="16084"/>
                  </a:cubicBezTo>
                  <a:cubicBezTo>
                    <a:pt x="18886" y="15596"/>
                    <a:pt x="19220" y="14989"/>
                    <a:pt x="19410" y="14262"/>
                  </a:cubicBezTo>
                  <a:cubicBezTo>
                    <a:pt x="20172" y="11298"/>
                    <a:pt x="17851" y="8893"/>
                    <a:pt x="15065" y="8440"/>
                  </a:cubicBezTo>
                  <a:cubicBezTo>
                    <a:pt x="13922" y="8262"/>
                    <a:pt x="12755" y="8202"/>
                    <a:pt x="11647" y="7881"/>
                  </a:cubicBezTo>
                  <a:cubicBezTo>
                    <a:pt x="10552" y="7559"/>
                    <a:pt x="9469" y="6904"/>
                    <a:pt x="8969" y="5869"/>
                  </a:cubicBezTo>
                  <a:cubicBezTo>
                    <a:pt x="8409" y="4726"/>
                    <a:pt x="8635" y="3344"/>
                    <a:pt x="8111" y="2190"/>
                  </a:cubicBezTo>
                  <a:cubicBezTo>
                    <a:pt x="7587" y="1023"/>
                    <a:pt x="6349" y="285"/>
                    <a:pt x="5123" y="58"/>
                  </a:cubicBezTo>
                  <a:cubicBezTo>
                    <a:pt x="4893" y="19"/>
                    <a:pt x="4659" y="0"/>
                    <a:pt x="44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51"/>
            <p:cNvSpPr/>
            <p:nvPr/>
          </p:nvSpPr>
          <p:spPr>
            <a:xfrm>
              <a:off x="5913333" y="2270141"/>
              <a:ext cx="381547" cy="167855"/>
            </a:xfrm>
            <a:custGeom>
              <a:avLst/>
              <a:gdLst/>
              <a:ahLst/>
              <a:cxnLst/>
              <a:rect l="l" t="t" r="r" b="b"/>
              <a:pathLst>
                <a:path w="34753" h="15289" extrusionOk="0">
                  <a:moveTo>
                    <a:pt x="3622" y="1"/>
                  </a:moveTo>
                  <a:cubicBezTo>
                    <a:pt x="1834" y="1"/>
                    <a:pt x="1" y="1367"/>
                    <a:pt x="334" y="3335"/>
                  </a:cubicBezTo>
                  <a:cubicBezTo>
                    <a:pt x="477" y="4097"/>
                    <a:pt x="965" y="4775"/>
                    <a:pt x="1584" y="5240"/>
                  </a:cubicBezTo>
                  <a:cubicBezTo>
                    <a:pt x="2203" y="5704"/>
                    <a:pt x="2954" y="5990"/>
                    <a:pt x="3704" y="6168"/>
                  </a:cubicBezTo>
                  <a:cubicBezTo>
                    <a:pt x="4406" y="6347"/>
                    <a:pt x="5120" y="6442"/>
                    <a:pt x="5811" y="6657"/>
                  </a:cubicBezTo>
                  <a:cubicBezTo>
                    <a:pt x="6502" y="6871"/>
                    <a:pt x="7168" y="7228"/>
                    <a:pt x="7597" y="7811"/>
                  </a:cubicBezTo>
                  <a:cubicBezTo>
                    <a:pt x="8538" y="9074"/>
                    <a:pt x="8061" y="10955"/>
                    <a:pt x="8847" y="12324"/>
                  </a:cubicBezTo>
                  <a:cubicBezTo>
                    <a:pt x="9514" y="13491"/>
                    <a:pt x="10978" y="14086"/>
                    <a:pt x="12288" y="14193"/>
                  </a:cubicBezTo>
                  <a:cubicBezTo>
                    <a:pt x="13586" y="14717"/>
                    <a:pt x="15324" y="15289"/>
                    <a:pt x="17491" y="15289"/>
                  </a:cubicBezTo>
                  <a:cubicBezTo>
                    <a:pt x="18944" y="15289"/>
                    <a:pt x="20599" y="15027"/>
                    <a:pt x="22444" y="14324"/>
                  </a:cubicBezTo>
                  <a:cubicBezTo>
                    <a:pt x="23754" y="14229"/>
                    <a:pt x="25230" y="13634"/>
                    <a:pt x="25909" y="12455"/>
                  </a:cubicBezTo>
                  <a:cubicBezTo>
                    <a:pt x="26695" y="11086"/>
                    <a:pt x="26206" y="9205"/>
                    <a:pt x="27147" y="7942"/>
                  </a:cubicBezTo>
                  <a:cubicBezTo>
                    <a:pt x="27576" y="7359"/>
                    <a:pt x="28254" y="7002"/>
                    <a:pt x="28933" y="6788"/>
                  </a:cubicBezTo>
                  <a:cubicBezTo>
                    <a:pt x="29624" y="6573"/>
                    <a:pt x="30338" y="6478"/>
                    <a:pt x="31040" y="6299"/>
                  </a:cubicBezTo>
                  <a:cubicBezTo>
                    <a:pt x="31802" y="6121"/>
                    <a:pt x="32541" y="5847"/>
                    <a:pt x="33160" y="5371"/>
                  </a:cubicBezTo>
                  <a:cubicBezTo>
                    <a:pt x="33779" y="4906"/>
                    <a:pt x="34279" y="4228"/>
                    <a:pt x="34410" y="3466"/>
                  </a:cubicBezTo>
                  <a:cubicBezTo>
                    <a:pt x="34753" y="1504"/>
                    <a:pt x="32934" y="140"/>
                    <a:pt x="31142" y="140"/>
                  </a:cubicBezTo>
                  <a:cubicBezTo>
                    <a:pt x="30944" y="140"/>
                    <a:pt x="30747" y="157"/>
                    <a:pt x="30552" y="192"/>
                  </a:cubicBezTo>
                  <a:cubicBezTo>
                    <a:pt x="29552" y="358"/>
                    <a:pt x="28528" y="977"/>
                    <a:pt x="28100" y="1930"/>
                  </a:cubicBezTo>
                  <a:cubicBezTo>
                    <a:pt x="27671" y="2870"/>
                    <a:pt x="27861" y="4013"/>
                    <a:pt x="27409" y="4942"/>
                  </a:cubicBezTo>
                  <a:cubicBezTo>
                    <a:pt x="26992" y="5787"/>
                    <a:pt x="26111" y="6323"/>
                    <a:pt x="25206" y="6585"/>
                  </a:cubicBezTo>
                  <a:cubicBezTo>
                    <a:pt x="24290" y="6859"/>
                    <a:pt x="23337" y="6895"/>
                    <a:pt x="22408" y="7049"/>
                  </a:cubicBezTo>
                  <a:cubicBezTo>
                    <a:pt x="20122" y="7419"/>
                    <a:pt x="18229" y="9395"/>
                    <a:pt x="18848" y="11812"/>
                  </a:cubicBezTo>
                  <a:cubicBezTo>
                    <a:pt x="19003" y="12407"/>
                    <a:pt x="19277" y="12907"/>
                    <a:pt x="19634" y="13300"/>
                  </a:cubicBezTo>
                  <a:cubicBezTo>
                    <a:pt x="20003" y="13717"/>
                    <a:pt x="20480" y="14003"/>
                    <a:pt x="21015" y="14169"/>
                  </a:cubicBezTo>
                  <a:cubicBezTo>
                    <a:pt x="19734" y="14533"/>
                    <a:pt x="18559" y="14676"/>
                    <a:pt x="17491" y="14676"/>
                  </a:cubicBezTo>
                  <a:cubicBezTo>
                    <a:pt x="16010" y="14676"/>
                    <a:pt x="14735" y="14401"/>
                    <a:pt x="13669" y="14062"/>
                  </a:cubicBezTo>
                  <a:cubicBezTo>
                    <a:pt x="14229" y="13896"/>
                    <a:pt x="14729" y="13598"/>
                    <a:pt x="15110" y="13169"/>
                  </a:cubicBezTo>
                  <a:cubicBezTo>
                    <a:pt x="15479" y="12776"/>
                    <a:pt x="15741" y="12276"/>
                    <a:pt x="15896" y="11681"/>
                  </a:cubicBezTo>
                  <a:cubicBezTo>
                    <a:pt x="16527" y="9264"/>
                    <a:pt x="14622" y="7288"/>
                    <a:pt x="12336" y="6919"/>
                  </a:cubicBezTo>
                  <a:cubicBezTo>
                    <a:pt x="11407" y="6764"/>
                    <a:pt x="10454" y="6728"/>
                    <a:pt x="9550" y="6454"/>
                  </a:cubicBezTo>
                  <a:cubicBezTo>
                    <a:pt x="8645" y="6192"/>
                    <a:pt x="7752" y="5656"/>
                    <a:pt x="7347" y="4811"/>
                  </a:cubicBezTo>
                  <a:cubicBezTo>
                    <a:pt x="6894" y="3871"/>
                    <a:pt x="7073" y="2739"/>
                    <a:pt x="6644" y="1799"/>
                  </a:cubicBezTo>
                  <a:cubicBezTo>
                    <a:pt x="6216" y="846"/>
                    <a:pt x="5204" y="227"/>
                    <a:pt x="4192" y="49"/>
                  </a:cubicBezTo>
                  <a:cubicBezTo>
                    <a:pt x="4004" y="16"/>
                    <a:pt x="3813" y="1"/>
                    <a:pt x="3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51"/>
            <p:cNvSpPr/>
            <p:nvPr/>
          </p:nvSpPr>
          <p:spPr>
            <a:xfrm>
              <a:off x="5952758" y="2185395"/>
              <a:ext cx="304838" cy="134040"/>
            </a:xfrm>
            <a:custGeom>
              <a:avLst/>
              <a:gdLst/>
              <a:ahLst/>
              <a:cxnLst/>
              <a:rect l="l" t="t" r="r" b="b"/>
              <a:pathLst>
                <a:path w="27766" h="12209" extrusionOk="0">
                  <a:moveTo>
                    <a:pt x="2883" y="0"/>
                  </a:moveTo>
                  <a:cubicBezTo>
                    <a:pt x="1460" y="0"/>
                    <a:pt x="1" y="1084"/>
                    <a:pt x="279" y="2660"/>
                  </a:cubicBezTo>
                  <a:cubicBezTo>
                    <a:pt x="386" y="3267"/>
                    <a:pt x="779" y="3803"/>
                    <a:pt x="1268" y="4184"/>
                  </a:cubicBezTo>
                  <a:cubicBezTo>
                    <a:pt x="1768" y="4553"/>
                    <a:pt x="2363" y="4779"/>
                    <a:pt x="2970" y="4922"/>
                  </a:cubicBezTo>
                  <a:cubicBezTo>
                    <a:pt x="3530" y="5065"/>
                    <a:pt x="4101" y="5136"/>
                    <a:pt x="4649" y="5315"/>
                  </a:cubicBezTo>
                  <a:cubicBezTo>
                    <a:pt x="5197" y="5482"/>
                    <a:pt x="5732" y="5767"/>
                    <a:pt x="6078" y="6232"/>
                  </a:cubicBezTo>
                  <a:cubicBezTo>
                    <a:pt x="6828" y="7244"/>
                    <a:pt x="6447" y="8744"/>
                    <a:pt x="7066" y="9839"/>
                  </a:cubicBezTo>
                  <a:cubicBezTo>
                    <a:pt x="7602" y="10768"/>
                    <a:pt x="8780" y="11256"/>
                    <a:pt x="9816" y="11328"/>
                  </a:cubicBezTo>
                  <a:cubicBezTo>
                    <a:pt x="10852" y="11756"/>
                    <a:pt x="12245" y="12209"/>
                    <a:pt x="13971" y="12209"/>
                  </a:cubicBezTo>
                  <a:cubicBezTo>
                    <a:pt x="15138" y="12209"/>
                    <a:pt x="16460" y="11994"/>
                    <a:pt x="17936" y="11435"/>
                  </a:cubicBezTo>
                  <a:cubicBezTo>
                    <a:pt x="18984" y="11363"/>
                    <a:pt x="20163" y="10887"/>
                    <a:pt x="20699" y="9946"/>
                  </a:cubicBezTo>
                  <a:cubicBezTo>
                    <a:pt x="21330" y="8851"/>
                    <a:pt x="20937" y="7351"/>
                    <a:pt x="21699" y="6339"/>
                  </a:cubicBezTo>
                  <a:cubicBezTo>
                    <a:pt x="22032" y="5875"/>
                    <a:pt x="22568" y="5589"/>
                    <a:pt x="23127" y="5422"/>
                  </a:cubicBezTo>
                  <a:cubicBezTo>
                    <a:pt x="23675" y="5244"/>
                    <a:pt x="24247" y="5172"/>
                    <a:pt x="24806" y="5029"/>
                  </a:cubicBezTo>
                  <a:cubicBezTo>
                    <a:pt x="25413" y="4886"/>
                    <a:pt x="26009" y="4660"/>
                    <a:pt x="26497" y="4291"/>
                  </a:cubicBezTo>
                  <a:cubicBezTo>
                    <a:pt x="26997" y="3910"/>
                    <a:pt x="27390" y="3374"/>
                    <a:pt x="27497" y="2767"/>
                  </a:cubicBezTo>
                  <a:cubicBezTo>
                    <a:pt x="27765" y="1191"/>
                    <a:pt x="26314" y="107"/>
                    <a:pt x="24884" y="107"/>
                  </a:cubicBezTo>
                  <a:cubicBezTo>
                    <a:pt x="24726" y="107"/>
                    <a:pt x="24568" y="120"/>
                    <a:pt x="24413" y="148"/>
                  </a:cubicBezTo>
                  <a:cubicBezTo>
                    <a:pt x="23616" y="291"/>
                    <a:pt x="22806" y="779"/>
                    <a:pt x="22461" y="1541"/>
                  </a:cubicBezTo>
                  <a:cubicBezTo>
                    <a:pt x="22115" y="2291"/>
                    <a:pt x="22258" y="3196"/>
                    <a:pt x="21901" y="3946"/>
                  </a:cubicBezTo>
                  <a:cubicBezTo>
                    <a:pt x="21568" y="4624"/>
                    <a:pt x="20865" y="5041"/>
                    <a:pt x="20139" y="5255"/>
                  </a:cubicBezTo>
                  <a:cubicBezTo>
                    <a:pt x="19413" y="5470"/>
                    <a:pt x="18651" y="5505"/>
                    <a:pt x="17912" y="5625"/>
                  </a:cubicBezTo>
                  <a:cubicBezTo>
                    <a:pt x="16079" y="5922"/>
                    <a:pt x="14567" y="7494"/>
                    <a:pt x="15067" y="9435"/>
                  </a:cubicBezTo>
                  <a:cubicBezTo>
                    <a:pt x="15186" y="9911"/>
                    <a:pt x="15400" y="10304"/>
                    <a:pt x="15686" y="10625"/>
                  </a:cubicBezTo>
                  <a:cubicBezTo>
                    <a:pt x="15984" y="10947"/>
                    <a:pt x="16365" y="11185"/>
                    <a:pt x="16793" y="11316"/>
                  </a:cubicBezTo>
                  <a:cubicBezTo>
                    <a:pt x="15772" y="11610"/>
                    <a:pt x="14835" y="11724"/>
                    <a:pt x="13982" y="11724"/>
                  </a:cubicBezTo>
                  <a:cubicBezTo>
                    <a:pt x="12796" y="11724"/>
                    <a:pt x="11775" y="11502"/>
                    <a:pt x="10923" y="11232"/>
                  </a:cubicBezTo>
                  <a:cubicBezTo>
                    <a:pt x="11376" y="11101"/>
                    <a:pt x="11769" y="10851"/>
                    <a:pt x="12078" y="10518"/>
                  </a:cubicBezTo>
                  <a:cubicBezTo>
                    <a:pt x="12364" y="10197"/>
                    <a:pt x="12590" y="9804"/>
                    <a:pt x="12709" y="9327"/>
                  </a:cubicBezTo>
                  <a:cubicBezTo>
                    <a:pt x="13209" y="7399"/>
                    <a:pt x="11685" y="5815"/>
                    <a:pt x="9864" y="5517"/>
                  </a:cubicBezTo>
                  <a:cubicBezTo>
                    <a:pt x="9114" y="5398"/>
                    <a:pt x="8352" y="5363"/>
                    <a:pt x="7637" y="5148"/>
                  </a:cubicBezTo>
                  <a:cubicBezTo>
                    <a:pt x="6911" y="4934"/>
                    <a:pt x="6209" y="4517"/>
                    <a:pt x="5875" y="3839"/>
                  </a:cubicBezTo>
                  <a:cubicBezTo>
                    <a:pt x="5506" y="3088"/>
                    <a:pt x="5661" y="2184"/>
                    <a:pt x="5316" y="1434"/>
                  </a:cubicBezTo>
                  <a:cubicBezTo>
                    <a:pt x="4970" y="672"/>
                    <a:pt x="4161" y="183"/>
                    <a:pt x="3351" y="40"/>
                  </a:cubicBezTo>
                  <a:cubicBezTo>
                    <a:pt x="3197" y="13"/>
                    <a:pt x="3040" y="0"/>
                    <a:pt x="28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51"/>
            <p:cNvSpPr/>
            <p:nvPr/>
          </p:nvSpPr>
          <p:spPr>
            <a:xfrm>
              <a:off x="6002579" y="2148002"/>
              <a:ext cx="207258" cy="91179"/>
            </a:xfrm>
            <a:custGeom>
              <a:avLst/>
              <a:gdLst/>
              <a:ahLst/>
              <a:cxnLst/>
              <a:rect l="l" t="t" r="r" b="b"/>
              <a:pathLst>
                <a:path w="18878" h="8305" extrusionOk="0">
                  <a:moveTo>
                    <a:pt x="1954" y="1"/>
                  </a:moveTo>
                  <a:cubicBezTo>
                    <a:pt x="984" y="1"/>
                    <a:pt x="0" y="743"/>
                    <a:pt x="182" y="1803"/>
                  </a:cubicBezTo>
                  <a:cubicBezTo>
                    <a:pt x="254" y="2220"/>
                    <a:pt x="516" y="2589"/>
                    <a:pt x="861" y="2839"/>
                  </a:cubicBezTo>
                  <a:cubicBezTo>
                    <a:pt x="1194" y="3101"/>
                    <a:pt x="1599" y="3244"/>
                    <a:pt x="2004" y="3351"/>
                  </a:cubicBezTo>
                  <a:cubicBezTo>
                    <a:pt x="2385" y="3446"/>
                    <a:pt x="2778" y="3494"/>
                    <a:pt x="3159" y="3613"/>
                  </a:cubicBezTo>
                  <a:cubicBezTo>
                    <a:pt x="3528" y="3732"/>
                    <a:pt x="3897" y="3923"/>
                    <a:pt x="4123" y="4232"/>
                  </a:cubicBezTo>
                  <a:cubicBezTo>
                    <a:pt x="4635" y="4923"/>
                    <a:pt x="4373" y="5947"/>
                    <a:pt x="4802" y="6685"/>
                  </a:cubicBezTo>
                  <a:cubicBezTo>
                    <a:pt x="5159" y="7328"/>
                    <a:pt x="5957" y="7649"/>
                    <a:pt x="6671" y="7709"/>
                  </a:cubicBezTo>
                  <a:cubicBezTo>
                    <a:pt x="7374" y="7995"/>
                    <a:pt x="8314" y="8304"/>
                    <a:pt x="9493" y="8304"/>
                  </a:cubicBezTo>
                  <a:cubicBezTo>
                    <a:pt x="10291" y="8304"/>
                    <a:pt x="11184" y="8161"/>
                    <a:pt x="12184" y="7780"/>
                  </a:cubicBezTo>
                  <a:cubicBezTo>
                    <a:pt x="12898" y="7721"/>
                    <a:pt x="13708" y="7399"/>
                    <a:pt x="14065" y="6756"/>
                  </a:cubicBezTo>
                  <a:cubicBezTo>
                    <a:pt x="14494" y="6018"/>
                    <a:pt x="14232" y="4994"/>
                    <a:pt x="14744" y="4304"/>
                  </a:cubicBezTo>
                  <a:cubicBezTo>
                    <a:pt x="14982" y="3994"/>
                    <a:pt x="15339" y="3804"/>
                    <a:pt x="15720" y="3685"/>
                  </a:cubicBezTo>
                  <a:cubicBezTo>
                    <a:pt x="16089" y="3566"/>
                    <a:pt x="16482" y="3518"/>
                    <a:pt x="16863" y="3423"/>
                  </a:cubicBezTo>
                  <a:cubicBezTo>
                    <a:pt x="17268" y="3316"/>
                    <a:pt x="17673" y="3173"/>
                    <a:pt x="18018" y="2911"/>
                  </a:cubicBezTo>
                  <a:cubicBezTo>
                    <a:pt x="18351" y="2661"/>
                    <a:pt x="18613" y="2292"/>
                    <a:pt x="18685" y="1875"/>
                  </a:cubicBezTo>
                  <a:cubicBezTo>
                    <a:pt x="18877" y="815"/>
                    <a:pt x="17885" y="72"/>
                    <a:pt x="16913" y="72"/>
                  </a:cubicBezTo>
                  <a:cubicBezTo>
                    <a:pt x="16804" y="72"/>
                    <a:pt x="16696" y="82"/>
                    <a:pt x="16589" y="101"/>
                  </a:cubicBezTo>
                  <a:cubicBezTo>
                    <a:pt x="16053" y="196"/>
                    <a:pt x="15494" y="529"/>
                    <a:pt x="15256" y="1041"/>
                  </a:cubicBezTo>
                  <a:cubicBezTo>
                    <a:pt x="15029" y="1553"/>
                    <a:pt x="15125" y="2173"/>
                    <a:pt x="14887" y="2673"/>
                  </a:cubicBezTo>
                  <a:cubicBezTo>
                    <a:pt x="14660" y="3137"/>
                    <a:pt x="14184" y="3435"/>
                    <a:pt x="13684" y="3577"/>
                  </a:cubicBezTo>
                  <a:cubicBezTo>
                    <a:pt x="13196" y="3720"/>
                    <a:pt x="12672" y="3744"/>
                    <a:pt x="12172" y="3827"/>
                  </a:cubicBezTo>
                  <a:cubicBezTo>
                    <a:pt x="10922" y="4030"/>
                    <a:pt x="9898" y="5101"/>
                    <a:pt x="10231" y="6411"/>
                  </a:cubicBezTo>
                  <a:cubicBezTo>
                    <a:pt x="10315" y="6733"/>
                    <a:pt x="10469" y="7006"/>
                    <a:pt x="10660" y="7221"/>
                  </a:cubicBezTo>
                  <a:cubicBezTo>
                    <a:pt x="10862" y="7447"/>
                    <a:pt x="11124" y="7602"/>
                    <a:pt x="11410" y="7697"/>
                  </a:cubicBezTo>
                  <a:cubicBezTo>
                    <a:pt x="10712" y="7897"/>
                    <a:pt x="10072" y="7975"/>
                    <a:pt x="9491" y="7975"/>
                  </a:cubicBezTo>
                  <a:cubicBezTo>
                    <a:pt x="8686" y="7975"/>
                    <a:pt x="7995" y="7824"/>
                    <a:pt x="7421" y="7637"/>
                  </a:cubicBezTo>
                  <a:cubicBezTo>
                    <a:pt x="7731" y="7542"/>
                    <a:pt x="7993" y="7376"/>
                    <a:pt x="8207" y="7149"/>
                  </a:cubicBezTo>
                  <a:cubicBezTo>
                    <a:pt x="8398" y="6935"/>
                    <a:pt x="8552" y="6661"/>
                    <a:pt x="8636" y="6340"/>
                  </a:cubicBezTo>
                  <a:cubicBezTo>
                    <a:pt x="8969" y="5030"/>
                    <a:pt x="7945" y="3958"/>
                    <a:pt x="6695" y="3756"/>
                  </a:cubicBezTo>
                  <a:cubicBezTo>
                    <a:pt x="6195" y="3673"/>
                    <a:pt x="5671" y="3649"/>
                    <a:pt x="5183" y="3506"/>
                  </a:cubicBezTo>
                  <a:cubicBezTo>
                    <a:pt x="4695" y="3363"/>
                    <a:pt x="4207" y="3065"/>
                    <a:pt x="3980" y="2601"/>
                  </a:cubicBezTo>
                  <a:cubicBezTo>
                    <a:pt x="3742" y="2101"/>
                    <a:pt x="3838" y="1482"/>
                    <a:pt x="3611" y="970"/>
                  </a:cubicBezTo>
                  <a:cubicBezTo>
                    <a:pt x="3373" y="458"/>
                    <a:pt x="2826" y="125"/>
                    <a:pt x="2278" y="29"/>
                  </a:cubicBezTo>
                  <a:cubicBezTo>
                    <a:pt x="2171" y="10"/>
                    <a:pt x="2063" y="1"/>
                    <a:pt x="19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51"/>
            <p:cNvSpPr/>
            <p:nvPr/>
          </p:nvSpPr>
          <p:spPr>
            <a:xfrm>
              <a:off x="6095296" y="2237468"/>
              <a:ext cx="15689" cy="1224171"/>
            </a:xfrm>
            <a:custGeom>
              <a:avLst/>
              <a:gdLst/>
              <a:ahLst/>
              <a:cxnLst/>
              <a:rect l="l" t="t" r="r" b="b"/>
              <a:pathLst>
                <a:path w="1429" h="111503" extrusionOk="0">
                  <a:moveTo>
                    <a:pt x="0" y="0"/>
                  </a:moveTo>
                  <a:lnTo>
                    <a:pt x="0" y="111502"/>
                  </a:lnTo>
                  <a:lnTo>
                    <a:pt x="1429" y="111502"/>
                  </a:lnTo>
                  <a:lnTo>
                    <a:pt x="14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51"/>
            <p:cNvSpPr/>
            <p:nvPr/>
          </p:nvSpPr>
          <p:spPr>
            <a:xfrm>
              <a:off x="7012400" y="2186614"/>
              <a:ext cx="153868" cy="33354"/>
            </a:xfrm>
            <a:custGeom>
              <a:avLst/>
              <a:gdLst/>
              <a:ahLst/>
              <a:cxnLst/>
              <a:rect l="l" t="t" r="r" b="b"/>
              <a:pathLst>
                <a:path w="14015" h="3038" extrusionOk="0">
                  <a:moveTo>
                    <a:pt x="1525" y="1"/>
                  </a:moveTo>
                  <a:cubicBezTo>
                    <a:pt x="691" y="1"/>
                    <a:pt x="1" y="680"/>
                    <a:pt x="1" y="1513"/>
                  </a:cubicBezTo>
                  <a:cubicBezTo>
                    <a:pt x="1" y="2358"/>
                    <a:pt x="691" y="3037"/>
                    <a:pt x="1525" y="3037"/>
                  </a:cubicBezTo>
                  <a:lnTo>
                    <a:pt x="12490" y="3037"/>
                  </a:lnTo>
                  <a:cubicBezTo>
                    <a:pt x="13324" y="3037"/>
                    <a:pt x="14014" y="2358"/>
                    <a:pt x="14014" y="1513"/>
                  </a:cubicBezTo>
                  <a:cubicBezTo>
                    <a:pt x="14014" y="680"/>
                    <a:pt x="13324" y="1"/>
                    <a:pt x="124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51"/>
            <p:cNvSpPr/>
            <p:nvPr/>
          </p:nvSpPr>
          <p:spPr>
            <a:xfrm>
              <a:off x="6801815" y="1965841"/>
              <a:ext cx="153736" cy="33474"/>
            </a:xfrm>
            <a:custGeom>
              <a:avLst/>
              <a:gdLst/>
              <a:ahLst/>
              <a:cxnLst/>
              <a:rect l="l" t="t" r="r" b="b"/>
              <a:pathLst>
                <a:path w="14003" h="3049" extrusionOk="0">
                  <a:moveTo>
                    <a:pt x="1525" y="0"/>
                  </a:moveTo>
                  <a:cubicBezTo>
                    <a:pt x="679" y="0"/>
                    <a:pt x="1" y="691"/>
                    <a:pt x="1" y="1524"/>
                  </a:cubicBezTo>
                  <a:cubicBezTo>
                    <a:pt x="1" y="2358"/>
                    <a:pt x="679" y="3048"/>
                    <a:pt x="1525" y="3048"/>
                  </a:cubicBezTo>
                  <a:lnTo>
                    <a:pt x="12490" y="3048"/>
                  </a:lnTo>
                  <a:cubicBezTo>
                    <a:pt x="13324" y="3048"/>
                    <a:pt x="14002" y="2358"/>
                    <a:pt x="14002" y="1524"/>
                  </a:cubicBezTo>
                  <a:cubicBezTo>
                    <a:pt x="14002" y="691"/>
                    <a:pt x="13324" y="0"/>
                    <a:pt x="1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51"/>
            <p:cNvSpPr/>
            <p:nvPr/>
          </p:nvSpPr>
          <p:spPr>
            <a:xfrm>
              <a:off x="7002464" y="1832119"/>
              <a:ext cx="153736" cy="33474"/>
            </a:xfrm>
            <a:custGeom>
              <a:avLst/>
              <a:gdLst/>
              <a:ahLst/>
              <a:cxnLst/>
              <a:rect l="l" t="t" r="r" b="b"/>
              <a:pathLst>
                <a:path w="14003" h="3049" extrusionOk="0">
                  <a:moveTo>
                    <a:pt x="1513" y="0"/>
                  </a:moveTo>
                  <a:cubicBezTo>
                    <a:pt x="679" y="0"/>
                    <a:pt x="1" y="691"/>
                    <a:pt x="1" y="1524"/>
                  </a:cubicBezTo>
                  <a:cubicBezTo>
                    <a:pt x="1" y="2358"/>
                    <a:pt x="679" y="3048"/>
                    <a:pt x="1513" y="3048"/>
                  </a:cubicBezTo>
                  <a:lnTo>
                    <a:pt x="12478" y="3048"/>
                  </a:lnTo>
                  <a:cubicBezTo>
                    <a:pt x="13324" y="3048"/>
                    <a:pt x="14002" y="2358"/>
                    <a:pt x="14002" y="1524"/>
                  </a:cubicBezTo>
                  <a:cubicBezTo>
                    <a:pt x="14002" y="691"/>
                    <a:pt x="13324" y="0"/>
                    <a:pt x="124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51"/>
            <p:cNvSpPr/>
            <p:nvPr/>
          </p:nvSpPr>
          <p:spPr>
            <a:xfrm>
              <a:off x="7002464" y="2611187"/>
              <a:ext cx="153736" cy="33474"/>
            </a:xfrm>
            <a:custGeom>
              <a:avLst/>
              <a:gdLst/>
              <a:ahLst/>
              <a:cxnLst/>
              <a:rect l="l" t="t" r="r" b="b"/>
              <a:pathLst>
                <a:path w="14003" h="3049" extrusionOk="0">
                  <a:moveTo>
                    <a:pt x="1513" y="0"/>
                  </a:moveTo>
                  <a:cubicBezTo>
                    <a:pt x="679" y="0"/>
                    <a:pt x="1" y="691"/>
                    <a:pt x="1" y="1524"/>
                  </a:cubicBezTo>
                  <a:cubicBezTo>
                    <a:pt x="1" y="2358"/>
                    <a:pt x="679" y="3048"/>
                    <a:pt x="1513" y="3048"/>
                  </a:cubicBezTo>
                  <a:lnTo>
                    <a:pt x="12478" y="3048"/>
                  </a:lnTo>
                  <a:cubicBezTo>
                    <a:pt x="13324" y="3048"/>
                    <a:pt x="14002" y="2358"/>
                    <a:pt x="14002" y="1524"/>
                  </a:cubicBezTo>
                  <a:cubicBezTo>
                    <a:pt x="14002" y="691"/>
                    <a:pt x="13324" y="0"/>
                    <a:pt x="124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51"/>
            <p:cNvSpPr/>
            <p:nvPr/>
          </p:nvSpPr>
          <p:spPr>
            <a:xfrm>
              <a:off x="6821819" y="2781765"/>
              <a:ext cx="153857" cy="33474"/>
            </a:xfrm>
            <a:custGeom>
              <a:avLst/>
              <a:gdLst/>
              <a:ahLst/>
              <a:cxnLst/>
              <a:rect l="l" t="t" r="r" b="b"/>
              <a:pathLst>
                <a:path w="14014" h="3049" extrusionOk="0">
                  <a:moveTo>
                    <a:pt x="1524" y="1"/>
                  </a:moveTo>
                  <a:cubicBezTo>
                    <a:pt x="691" y="1"/>
                    <a:pt x="0" y="680"/>
                    <a:pt x="0" y="1525"/>
                  </a:cubicBezTo>
                  <a:cubicBezTo>
                    <a:pt x="0" y="2358"/>
                    <a:pt x="691" y="3049"/>
                    <a:pt x="1524" y="3049"/>
                  </a:cubicBezTo>
                  <a:lnTo>
                    <a:pt x="12490" y="3049"/>
                  </a:lnTo>
                  <a:cubicBezTo>
                    <a:pt x="13323" y="3049"/>
                    <a:pt x="14014" y="2358"/>
                    <a:pt x="14014" y="1525"/>
                  </a:cubicBezTo>
                  <a:cubicBezTo>
                    <a:pt x="14014" y="680"/>
                    <a:pt x="13323" y="1"/>
                    <a:pt x="124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51"/>
            <p:cNvSpPr/>
            <p:nvPr/>
          </p:nvSpPr>
          <p:spPr>
            <a:xfrm>
              <a:off x="7947027" y="3064381"/>
              <a:ext cx="290851" cy="499734"/>
            </a:xfrm>
            <a:custGeom>
              <a:avLst/>
              <a:gdLst/>
              <a:ahLst/>
              <a:cxnLst/>
              <a:rect l="l" t="t" r="r" b="b"/>
              <a:pathLst>
                <a:path w="26492" h="45518" extrusionOk="0">
                  <a:moveTo>
                    <a:pt x="12073" y="0"/>
                  </a:moveTo>
                  <a:cubicBezTo>
                    <a:pt x="5429" y="0"/>
                    <a:pt x="0" y="5441"/>
                    <a:pt x="0" y="12073"/>
                  </a:cubicBezTo>
                  <a:lnTo>
                    <a:pt x="0" y="33457"/>
                  </a:lnTo>
                  <a:cubicBezTo>
                    <a:pt x="0" y="40088"/>
                    <a:pt x="5429" y="45518"/>
                    <a:pt x="12073" y="45518"/>
                  </a:cubicBezTo>
                  <a:lnTo>
                    <a:pt x="14419" y="45518"/>
                  </a:lnTo>
                  <a:cubicBezTo>
                    <a:pt x="21062" y="45518"/>
                    <a:pt x="26492" y="40088"/>
                    <a:pt x="26492" y="33457"/>
                  </a:cubicBezTo>
                  <a:lnTo>
                    <a:pt x="26492" y="12073"/>
                  </a:lnTo>
                  <a:cubicBezTo>
                    <a:pt x="26492" y="5441"/>
                    <a:pt x="21062" y="0"/>
                    <a:pt x="144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51"/>
            <p:cNvSpPr/>
            <p:nvPr/>
          </p:nvSpPr>
          <p:spPr>
            <a:xfrm>
              <a:off x="7947158" y="3199673"/>
              <a:ext cx="240656" cy="98700"/>
            </a:xfrm>
            <a:custGeom>
              <a:avLst/>
              <a:gdLst/>
              <a:ahLst/>
              <a:cxnLst/>
              <a:rect l="l" t="t" r="r" b="b"/>
              <a:pathLst>
                <a:path w="21920" h="8990" extrusionOk="0">
                  <a:moveTo>
                    <a:pt x="0" y="0"/>
                  </a:moveTo>
                  <a:lnTo>
                    <a:pt x="0" y="8989"/>
                  </a:lnTo>
                  <a:lnTo>
                    <a:pt x="21920" y="8989"/>
                  </a:lnTo>
                  <a:lnTo>
                    <a:pt x="219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51"/>
            <p:cNvSpPr/>
            <p:nvPr/>
          </p:nvSpPr>
          <p:spPr>
            <a:xfrm>
              <a:off x="7987154" y="3333395"/>
              <a:ext cx="40139" cy="155559"/>
            </a:xfrm>
            <a:custGeom>
              <a:avLst/>
              <a:gdLst/>
              <a:ahLst/>
              <a:cxnLst/>
              <a:rect l="l" t="t" r="r" b="b"/>
              <a:pathLst>
                <a:path w="3656" h="14169" extrusionOk="0">
                  <a:moveTo>
                    <a:pt x="1822" y="0"/>
                  </a:moveTo>
                  <a:cubicBezTo>
                    <a:pt x="822" y="0"/>
                    <a:pt x="0" y="834"/>
                    <a:pt x="0" y="1834"/>
                  </a:cubicBezTo>
                  <a:lnTo>
                    <a:pt x="0" y="12335"/>
                  </a:lnTo>
                  <a:cubicBezTo>
                    <a:pt x="0" y="13347"/>
                    <a:pt x="822" y="14169"/>
                    <a:pt x="1822" y="14169"/>
                  </a:cubicBezTo>
                  <a:cubicBezTo>
                    <a:pt x="2834" y="14169"/>
                    <a:pt x="3656" y="13347"/>
                    <a:pt x="3656" y="12335"/>
                  </a:cubicBezTo>
                  <a:lnTo>
                    <a:pt x="3656" y="1834"/>
                  </a:lnTo>
                  <a:cubicBezTo>
                    <a:pt x="3656" y="834"/>
                    <a:pt x="2834" y="0"/>
                    <a:pt x="1822" y="0"/>
                  </a:cubicBez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51"/>
            <p:cNvSpPr/>
            <p:nvPr/>
          </p:nvSpPr>
          <p:spPr>
            <a:xfrm>
              <a:off x="6730969" y="3092740"/>
              <a:ext cx="283144" cy="486537"/>
            </a:xfrm>
            <a:custGeom>
              <a:avLst/>
              <a:gdLst/>
              <a:ahLst/>
              <a:cxnLst/>
              <a:rect l="l" t="t" r="r" b="b"/>
              <a:pathLst>
                <a:path w="25790" h="44316" extrusionOk="0">
                  <a:moveTo>
                    <a:pt x="11752" y="1"/>
                  </a:moveTo>
                  <a:cubicBezTo>
                    <a:pt x="5287" y="1"/>
                    <a:pt x="0" y="5287"/>
                    <a:pt x="0" y="11752"/>
                  </a:cubicBezTo>
                  <a:lnTo>
                    <a:pt x="0" y="32553"/>
                  </a:lnTo>
                  <a:cubicBezTo>
                    <a:pt x="0" y="39018"/>
                    <a:pt x="5287" y="44316"/>
                    <a:pt x="11752" y="44316"/>
                  </a:cubicBezTo>
                  <a:lnTo>
                    <a:pt x="14038" y="44316"/>
                  </a:lnTo>
                  <a:cubicBezTo>
                    <a:pt x="20503" y="44316"/>
                    <a:pt x="25789" y="39018"/>
                    <a:pt x="25789" y="32553"/>
                  </a:cubicBezTo>
                  <a:lnTo>
                    <a:pt x="25789" y="11752"/>
                  </a:lnTo>
                  <a:cubicBezTo>
                    <a:pt x="25789" y="5287"/>
                    <a:pt x="20503" y="1"/>
                    <a:pt x="140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51"/>
            <p:cNvSpPr/>
            <p:nvPr/>
          </p:nvSpPr>
          <p:spPr>
            <a:xfrm>
              <a:off x="6731101" y="3224376"/>
              <a:ext cx="234255" cy="96087"/>
            </a:xfrm>
            <a:custGeom>
              <a:avLst/>
              <a:gdLst/>
              <a:ahLst/>
              <a:cxnLst/>
              <a:rect l="l" t="t" r="r" b="b"/>
              <a:pathLst>
                <a:path w="21337" h="8752" extrusionOk="0">
                  <a:moveTo>
                    <a:pt x="0" y="0"/>
                  </a:moveTo>
                  <a:lnTo>
                    <a:pt x="0" y="8752"/>
                  </a:lnTo>
                  <a:lnTo>
                    <a:pt x="21336" y="8752"/>
                  </a:lnTo>
                  <a:lnTo>
                    <a:pt x="213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51"/>
            <p:cNvSpPr/>
            <p:nvPr/>
          </p:nvSpPr>
          <p:spPr>
            <a:xfrm>
              <a:off x="6769922" y="3354573"/>
              <a:ext cx="39096" cy="151376"/>
            </a:xfrm>
            <a:custGeom>
              <a:avLst/>
              <a:gdLst/>
              <a:ahLst/>
              <a:cxnLst/>
              <a:rect l="l" t="t" r="r" b="b"/>
              <a:pathLst>
                <a:path w="3561" h="13788" extrusionOk="0">
                  <a:moveTo>
                    <a:pt x="1786" y="0"/>
                  </a:moveTo>
                  <a:cubicBezTo>
                    <a:pt x="810" y="0"/>
                    <a:pt x="0" y="798"/>
                    <a:pt x="0" y="1786"/>
                  </a:cubicBezTo>
                  <a:lnTo>
                    <a:pt x="0" y="12013"/>
                  </a:lnTo>
                  <a:cubicBezTo>
                    <a:pt x="0" y="12990"/>
                    <a:pt x="810" y="13787"/>
                    <a:pt x="1786" y="13787"/>
                  </a:cubicBezTo>
                  <a:cubicBezTo>
                    <a:pt x="2763" y="13787"/>
                    <a:pt x="3560" y="12990"/>
                    <a:pt x="3560" y="12013"/>
                  </a:cubicBezTo>
                  <a:lnTo>
                    <a:pt x="3560" y="1786"/>
                  </a:lnTo>
                  <a:cubicBezTo>
                    <a:pt x="3560" y="810"/>
                    <a:pt x="2763" y="0"/>
                    <a:pt x="1786" y="0"/>
                  </a:cubicBez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51"/>
            <p:cNvSpPr/>
            <p:nvPr/>
          </p:nvSpPr>
          <p:spPr>
            <a:xfrm>
              <a:off x="6988082" y="2693297"/>
              <a:ext cx="461440" cy="753048"/>
            </a:xfrm>
            <a:custGeom>
              <a:avLst/>
              <a:gdLst/>
              <a:ahLst/>
              <a:cxnLst/>
              <a:rect l="l" t="t" r="r" b="b"/>
              <a:pathLst>
                <a:path w="42030" h="68591" extrusionOk="0">
                  <a:moveTo>
                    <a:pt x="7141" y="1"/>
                  </a:moveTo>
                  <a:cubicBezTo>
                    <a:pt x="6448" y="1"/>
                    <a:pt x="5730" y="101"/>
                    <a:pt x="4990" y="320"/>
                  </a:cubicBezTo>
                  <a:cubicBezTo>
                    <a:pt x="3585" y="737"/>
                    <a:pt x="1549" y="1832"/>
                    <a:pt x="1" y="3273"/>
                  </a:cubicBezTo>
                  <a:lnTo>
                    <a:pt x="1" y="68590"/>
                  </a:lnTo>
                  <a:lnTo>
                    <a:pt x="42030" y="68590"/>
                  </a:lnTo>
                  <a:lnTo>
                    <a:pt x="42030" y="30002"/>
                  </a:lnTo>
                  <a:cubicBezTo>
                    <a:pt x="40636" y="30452"/>
                    <a:pt x="39068" y="30666"/>
                    <a:pt x="37458" y="30666"/>
                  </a:cubicBezTo>
                  <a:cubicBezTo>
                    <a:pt x="32934" y="30666"/>
                    <a:pt x="28083" y="28977"/>
                    <a:pt x="25861" y="26097"/>
                  </a:cubicBezTo>
                  <a:cubicBezTo>
                    <a:pt x="21539" y="20477"/>
                    <a:pt x="20932" y="12214"/>
                    <a:pt x="16563" y="6333"/>
                  </a:cubicBezTo>
                  <a:cubicBezTo>
                    <a:pt x="14264" y="3244"/>
                    <a:pt x="11087" y="1"/>
                    <a:pt x="71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51"/>
            <p:cNvSpPr/>
            <p:nvPr/>
          </p:nvSpPr>
          <p:spPr>
            <a:xfrm>
              <a:off x="7335144" y="2651314"/>
              <a:ext cx="15041" cy="376211"/>
            </a:xfrm>
            <a:custGeom>
              <a:avLst/>
              <a:gdLst/>
              <a:ahLst/>
              <a:cxnLst/>
              <a:rect l="l" t="t" r="r" b="b"/>
              <a:pathLst>
                <a:path w="1370" h="34267" extrusionOk="0">
                  <a:moveTo>
                    <a:pt x="0" y="1"/>
                  </a:moveTo>
                  <a:lnTo>
                    <a:pt x="0" y="34267"/>
                  </a:lnTo>
                  <a:lnTo>
                    <a:pt x="1369" y="34267"/>
                  </a:lnTo>
                  <a:lnTo>
                    <a:pt x="13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51"/>
            <p:cNvSpPr/>
            <p:nvPr/>
          </p:nvSpPr>
          <p:spPr>
            <a:xfrm>
              <a:off x="7261542" y="2526463"/>
              <a:ext cx="237263" cy="164474"/>
            </a:xfrm>
            <a:custGeom>
              <a:avLst/>
              <a:gdLst/>
              <a:ahLst/>
              <a:cxnLst/>
              <a:rect l="l" t="t" r="r" b="b"/>
              <a:pathLst>
                <a:path w="21611" h="14981" extrusionOk="0">
                  <a:moveTo>
                    <a:pt x="6624" y="0"/>
                  </a:moveTo>
                  <a:cubicBezTo>
                    <a:pt x="4384" y="0"/>
                    <a:pt x="2564" y="748"/>
                    <a:pt x="1703" y="2240"/>
                  </a:cubicBezTo>
                  <a:cubicBezTo>
                    <a:pt x="1" y="5181"/>
                    <a:pt x="2692" y="9932"/>
                    <a:pt x="7728" y="12825"/>
                  </a:cubicBezTo>
                  <a:cubicBezTo>
                    <a:pt x="10215" y="14263"/>
                    <a:pt x="12806" y="14980"/>
                    <a:pt x="14996" y="14980"/>
                  </a:cubicBezTo>
                  <a:cubicBezTo>
                    <a:pt x="17231" y="14980"/>
                    <a:pt x="19048" y="14233"/>
                    <a:pt x="19908" y="12742"/>
                  </a:cubicBezTo>
                  <a:cubicBezTo>
                    <a:pt x="21611" y="9789"/>
                    <a:pt x="18920" y="5050"/>
                    <a:pt x="13895" y="2145"/>
                  </a:cubicBezTo>
                  <a:cubicBezTo>
                    <a:pt x="11405" y="715"/>
                    <a:pt x="8814" y="0"/>
                    <a:pt x="66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51"/>
            <p:cNvSpPr/>
            <p:nvPr/>
          </p:nvSpPr>
          <p:spPr>
            <a:xfrm>
              <a:off x="7305984" y="2526474"/>
              <a:ext cx="176748" cy="114970"/>
            </a:xfrm>
            <a:custGeom>
              <a:avLst/>
              <a:gdLst/>
              <a:ahLst/>
              <a:cxnLst/>
              <a:rect l="l" t="t" r="r" b="b"/>
              <a:pathLst>
                <a:path w="16099" h="10472" extrusionOk="0">
                  <a:moveTo>
                    <a:pt x="2588" y="0"/>
                  </a:moveTo>
                  <a:cubicBezTo>
                    <a:pt x="2096" y="0"/>
                    <a:pt x="1625" y="36"/>
                    <a:pt x="1180" y="108"/>
                  </a:cubicBezTo>
                  <a:cubicBezTo>
                    <a:pt x="1" y="3728"/>
                    <a:pt x="3620" y="7800"/>
                    <a:pt x="6883" y="9383"/>
                  </a:cubicBezTo>
                  <a:cubicBezTo>
                    <a:pt x="8429" y="10135"/>
                    <a:pt x="9913" y="10471"/>
                    <a:pt x="11316" y="10471"/>
                  </a:cubicBezTo>
                  <a:cubicBezTo>
                    <a:pt x="13046" y="10471"/>
                    <a:pt x="14652" y="9960"/>
                    <a:pt x="16098" y="9086"/>
                  </a:cubicBezTo>
                  <a:cubicBezTo>
                    <a:pt x="15348" y="6657"/>
                    <a:pt x="13086" y="4025"/>
                    <a:pt x="9847" y="2144"/>
                  </a:cubicBezTo>
                  <a:cubicBezTo>
                    <a:pt x="7368" y="715"/>
                    <a:pt x="4777" y="0"/>
                    <a:pt x="2588" y="0"/>
                  </a:cubicBez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51"/>
            <p:cNvSpPr/>
            <p:nvPr/>
          </p:nvSpPr>
          <p:spPr>
            <a:xfrm>
              <a:off x="7357234" y="2563605"/>
              <a:ext cx="66147" cy="75172"/>
            </a:xfrm>
            <a:custGeom>
              <a:avLst/>
              <a:gdLst/>
              <a:ahLst/>
              <a:cxnLst/>
              <a:rect l="l" t="t" r="r" b="b"/>
              <a:pathLst>
                <a:path w="6025" h="6847" extrusionOk="0">
                  <a:moveTo>
                    <a:pt x="5322" y="0"/>
                  </a:moveTo>
                  <a:lnTo>
                    <a:pt x="0" y="6263"/>
                  </a:lnTo>
                  <a:lnTo>
                    <a:pt x="691" y="6847"/>
                  </a:lnTo>
                  <a:lnTo>
                    <a:pt x="6025" y="584"/>
                  </a:lnTo>
                  <a:lnTo>
                    <a:pt x="53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51"/>
            <p:cNvSpPr/>
            <p:nvPr/>
          </p:nvSpPr>
          <p:spPr>
            <a:xfrm>
              <a:off x="7024169" y="3047518"/>
              <a:ext cx="225626" cy="25109"/>
            </a:xfrm>
            <a:custGeom>
              <a:avLst/>
              <a:gdLst/>
              <a:ahLst/>
              <a:cxnLst/>
              <a:rect l="l" t="t" r="r" b="b"/>
              <a:pathLst>
                <a:path w="20551" h="2287" extrusionOk="0">
                  <a:moveTo>
                    <a:pt x="0" y="0"/>
                  </a:moveTo>
                  <a:lnTo>
                    <a:pt x="0" y="2286"/>
                  </a:lnTo>
                  <a:lnTo>
                    <a:pt x="20550" y="2286"/>
                  </a:lnTo>
                  <a:lnTo>
                    <a:pt x="205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51"/>
            <p:cNvSpPr/>
            <p:nvPr/>
          </p:nvSpPr>
          <p:spPr>
            <a:xfrm>
              <a:off x="7026650" y="3120329"/>
              <a:ext cx="225757" cy="25109"/>
            </a:xfrm>
            <a:custGeom>
              <a:avLst/>
              <a:gdLst/>
              <a:ahLst/>
              <a:cxnLst/>
              <a:rect l="l" t="t" r="r" b="b"/>
              <a:pathLst>
                <a:path w="20563" h="2287" extrusionOk="0">
                  <a:moveTo>
                    <a:pt x="0" y="0"/>
                  </a:moveTo>
                  <a:lnTo>
                    <a:pt x="0" y="2286"/>
                  </a:lnTo>
                  <a:lnTo>
                    <a:pt x="20562" y="2286"/>
                  </a:lnTo>
                  <a:lnTo>
                    <a:pt x="205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51"/>
            <p:cNvSpPr/>
            <p:nvPr/>
          </p:nvSpPr>
          <p:spPr>
            <a:xfrm>
              <a:off x="7026650" y="3195490"/>
              <a:ext cx="225757" cy="25109"/>
            </a:xfrm>
            <a:custGeom>
              <a:avLst/>
              <a:gdLst/>
              <a:ahLst/>
              <a:cxnLst/>
              <a:rect l="l" t="t" r="r" b="b"/>
              <a:pathLst>
                <a:path w="20563" h="2287" extrusionOk="0">
                  <a:moveTo>
                    <a:pt x="0" y="0"/>
                  </a:moveTo>
                  <a:lnTo>
                    <a:pt x="0" y="2286"/>
                  </a:lnTo>
                  <a:lnTo>
                    <a:pt x="20562" y="2286"/>
                  </a:lnTo>
                  <a:lnTo>
                    <a:pt x="205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51"/>
            <p:cNvSpPr/>
            <p:nvPr/>
          </p:nvSpPr>
          <p:spPr>
            <a:xfrm>
              <a:off x="7026650" y="3280840"/>
              <a:ext cx="225757" cy="24988"/>
            </a:xfrm>
            <a:custGeom>
              <a:avLst/>
              <a:gdLst/>
              <a:ahLst/>
              <a:cxnLst/>
              <a:rect l="l" t="t" r="r" b="b"/>
              <a:pathLst>
                <a:path w="20563" h="2276" extrusionOk="0">
                  <a:moveTo>
                    <a:pt x="0" y="1"/>
                  </a:moveTo>
                  <a:lnTo>
                    <a:pt x="0" y="2275"/>
                  </a:lnTo>
                  <a:lnTo>
                    <a:pt x="20562" y="2275"/>
                  </a:lnTo>
                  <a:lnTo>
                    <a:pt x="205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51"/>
            <p:cNvSpPr/>
            <p:nvPr/>
          </p:nvSpPr>
          <p:spPr>
            <a:xfrm>
              <a:off x="7345728" y="3312997"/>
              <a:ext cx="38964" cy="151387"/>
            </a:xfrm>
            <a:custGeom>
              <a:avLst/>
              <a:gdLst/>
              <a:ahLst/>
              <a:cxnLst/>
              <a:rect l="l" t="t" r="r" b="b"/>
              <a:pathLst>
                <a:path w="3549" h="13789" extrusionOk="0">
                  <a:moveTo>
                    <a:pt x="1774" y="1"/>
                  </a:moveTo>
                  <a:cubicBezTo>
                    <a:pt x="798" y="1"/>
                    <a:pt x="0" y="799"/>
                    <a:pt x="0" y="1775"/>
                  </a:cubicBezTo>
                  <a:lnTo>
                    <a:pt x="0" y="12002"/>
                  </a:lnTo>
                  <a:cubicBezTo>
                    <a:pt x="0" y="12979"/>
                    <a:pt x="798" y="13788"/>
                    <a:pt x="1774" y="13788"/>
                  </a:cubicBezTo>
                  <a:cubicBezTo>
                    <a:pt x="2751" y="13788"/>
                    <a:pt x="3549" y="12979"/>
                    <a:pt x="3549" y="12002"/>
                  </a:cubicBezTo>
                  <a:lnTo>
                    <a:pt x="3549" y="1775"/>
                  </a:lnTo>
                  <a:cubicBezTo>
                    <a:pt x="3549" y="799"/>
                    <a:pt x="2751" y="1"/>
                    <a:pt x="1774" y="1"/>
                  </a:cubicBez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51"/>
            <p:cNvSpPr/>
            <p:nvPr/>
          </p:nvSpPr>
          <p:spPr>
            <a:xfrm>
              <a:off x="6550313" y="2426424"/>
              <a:ext cx="61448" cy="324666"/>
            </a:xfrm>
            <a:custGeom>
              <a:avLst/>
              <a:gdLst/>
              <a:ahLst/>
              <a:cxnLst/>
              <a:rect l="l" t="t" r="r" b="b"/>
              <a:pathLst>
                <a:path w="5597" h="29572" extrusionOk="0">
                  <a:moveTo>
                    <a:pt x="794" y="0"/>
                  </a:moveTo>
                  <a:cubicBezTo>
                    <a:pt x="493" y="0"/>
                    <a:pt x="191" y="215"/>
                    <a:pt x="191" y="601"/>
                  </a:cubicBezTo>
                  <a:lnTo>
                    <a:pt x="1" y="29462"/>
                  </a:lnTo>
                  <a:cubicBezTo>
                    <a:pt x="135" y="29537"/>
                    <a:pt x="279" y="29572"/>
                    <a:pt x="421" y="29572"/>
                  </a:cubicBezTo>
                  <a:cubicBezTo>
                    <a:pt x="799" y="29572"/>
                    <a:pt x="1162" y="29327"/>
                    <a:pt x="1275" y="28938"/>
                  </a:cubicBezTo>
                  <a:lnTo>
                    <a:pt x="5454" y="14996"/>
                  </a:lnTo>
                  <a:cubicBezTo>
                    <a:pt x="5597" y="14496"/>
                    <a:pt x="5597" y="13960"/>
                    <a:pt x="5442" y="13460"/>
                  </a:cubicBezTo>
                  <a:lnTo>
                    <a:pt x="1358" y="423"/>
                  </a:lnTo>
                  <a:cubicBezTo>
                    <a:pt x="1269" y="134"/>
                    <a:pt x="1032" y="0"/>
                    <a:pt x="7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51"/>
            <p:cNvSpPr/>
            <p:nvPr/>
          </p:nvSpPr>
          <p:spPr>
            <a:xfrm>
              <a:off x="6304080" y="2767075"/>
              <a:ext cx="255016" cy="132525"/>
            </a:xfrm>
            <a:custGeom>
              <a:avLst/>
              <a:gdLst/>
              <a:ahLst/>
              <a:cxnLst/>
              <a:rect l="l" t="t" r="r" b="b"/>
              <a:pathLst>
                <a:path w="23228" h="12071" extrusionOk="0">
                  <a:moveTo>
                    <a:pt x="22549" y="0"/>
                  </a:moveTo>
                  <a:cubicBezTo>
                    <a:pt x="22469" y="0"/>
                    <a:pt x="22384" y="20"/>
                    <a:pt x="22298" y="65"/>
                  </a:cubicBezTo>
                  <a:lnTo>
                    <a:pt x="21" y="11328"/>
                  </a:lnTo>
                  <a:cubicBezTo>
                    <a:pt x="0" y="11742"/>
                    <a:pt x="337" y="12070"/>
                    <a:pt x="748" y="12070"/>
                  </a:cubicBezTo>
                  <a:cubicBezTo>
                    <a:pt x="798" y="12070"/>
                    <a:pt x="850" y="12065"/>
                    <a:pt x="902" y="12055"/>
                  </a:cubicBezTo>
                  <a:lnTo>
                    <a:pt x="13190" y="9602"/>
                  </a:lnTo>
                  <a:cubicBezTo>
                    <a:pt x="13630" y="9507"/>
                    <a:pt x="14047" y="9292"/>
                    <a:pt x="14368" y="8983"/>
                  </a:cubicBezTo>
                  <a:lnTo>
                    <a:pt x="22869" y="851"/>
                  </a:lnTo>
                  <a:cubicBezTo>
                    <a:pt x="23228" y="513"/>
                    <a:pt x="22954" y="0"/>
                    <a:pt x="225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51"/>
            <p:cNvSpPr/>
            <p:nvPr/>
          </p:nvSpPr>
          <p:spPr>
            <a:xfrm>
              <a:off x="6550313" y="2474852"/>
              <a:ext cx="61448" cy="276238"/>
            </a:xfrm>
            <a:custGeom>
              <a:avLst/>
              <a:gdLst/>
              <a:ahLst/>
              <a:cxnLst/>
              <a:rect l="l" t="t" r="r" b="b"/>
              <a:pathLst>
                <a:path w="5597" h="25161" extrusionOk="0">
                  <a:moveTo>
                    <a:pt x="2608" y="0"/>
                  </a:moveTo>
                  <a:cubicBezTo>
                    <a:pt x="1834" y="1667"/>
                    <a:pt x="2287" y="3798"/>
                    <a:pt x="2692" y="5525"/>
                  </a:cubicBezTo>
                  <a:cubicBezTo>
                    <a:pt x="3132" y="7394"/>
                    <a:pt x="3823" y="9263"/>
                    <a:pt x="3954" y="11192"/>
                  </a:cubicBezTo>
                  <a:cubicBezTo>
                    <a:pt x="4168" y="14514"/>
                    <a:pt x="2430" y="17181"/>
                    <a:pt x="37" y="19157"/>
                  </a:cubicBezTo>
                  <a:lnTo>
                    <a:pt x="1" y="25051"/>
                  </a:lnTo>
                  <a:cubicBezTo>
                    <a:pt x="135" y="25126"/>
                    <a:pt x="279" y="25161"/>
                    <a:pt x="421" y="25161"/>
                  </a:cubicBezTo>
                  <a:cubicBezTo>
                    <a:pt x="799" y="25161"/>
                    <a:pt x="1162" y="24916"/>
                    <a:pt x="1275" y="24527"/>
                  </a:cubicBezTo>
                  <a:lnTo>
                    <a:pt x="5454" y="10585"/>
                  </a:lnTo>
                  <a:cubicBezTo>
                    <a:pt x="5597" y="10085"/>
                    <a:pt x="5597" y="9549"/>
                    <a:pt x="5442" y="9049"/>
                  </a:cubicBezTo>
                  <a:lnTo>
                    <a:pt x="2608" y="0"/>
                  </a:ln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51"/>
            <p:cNvSpPr/>
            <p:nvPr/>
          </p:nvSpPr>
          <p:spPr>
            <a:xfrm>
              <a:off x="6304080" y="2793534"/>
              <a:ext cx="233311" cy="106066"/>
            </a:xfrm>
            <a:custGeom>
              <a:avLst/>
              <a:gdLst/>
              <a:ahLst/>
              <a:cxnLst/>
              <a:rect l="l" t="t" r="r" b="b"/>
              <a:pathLst>
                <a:path w="21251" h="9661" extrusionOk="0">
                  <a:moveTo>
                    <a:pt x="21250" y="1"/>
                  </a:moveTo>
                  <a:cubicBezTo>
                    <a:pt x="19500" y="1286"/>
                    <a:pt x="16297" y="2013"/>
                    <a:pt x="15178" y="2679"/>
                  </a:cubicBezTo>
                  <a:cubicBezTo>
                    <a:pt x="14452" y="3120"/>
                    <a:pt x="14047" y="3822"/>
                    <a:pt x="13416" y="4358"/>
                  </a:cubicBezTo>
                  <a:cubicBezTo>
                    <a:pt x="12904" y="4799"/>
                    <a:pt x="12261" y="5084"/>
                    <a:pt x="11642" y="5335"/>
                  </a:cubicBezTo>
                  <a:cubicBezTo>
                    <a:pt x="10118" y="5977"/>
                    <a:pt x="8570" y="6656"/>
                    <a:pt x="6903" y="6704"/>
                  </a:cubicBezTo>
                  <a:cubicBezTo>
                    <a:pt x="6812" y="6707"/>
                    <a:pt x="6721" y="6708"/>
                    <a:pt x="6630" y="6708"/>
                  </a:cubicBezTo>
                  <a:cubicBezTo>
                    <a:pt x="6000" y="6708"/>
                    <a:pt x="5389" y="6637"/>
                    <a:pt x="4796" y="6501"/>
                  </a:cubicBezTo>
                  <a:lnTo>
                    <a:pt x="21" y="8918"/>
                  </a:lnTo>
                  <a:cubicBezTo>
                    <a:pt x="0" y="9332"/>
                    <a:pt x="337" y="9660"/>
                    <a:pt x="748" y="9660"/>
                  </a:cubicBezTo>
                  <a:cubicBezTo>
                    <a:pt x="798" y="9660"/>
                    <a:pt x="850" y="9655"/>
                    <a:pt x="902" y="9645"/>
                  </a:cubicBezTo>
                  <a:lnTo>
                    <a:pt x="13190" y="7192"/>
                  </a:lnTo>
                  <a:cubicBezTo>
                    <a:pt x="13630" y="7097"/>
                    <a:pt x="14047" y="6882"/>
                    <a:pt x="14380" y="6573"/>
                  </a:cubicBezTo>
                  <a:lnTo>
                    <a:pt x="21250" y="1"/>
                  </a:ln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51"/>
            <p:cNvSpPr/>
            <p:nvPr/>
          </p:nvSpPr>
          <p:spPr>
            <a:xfrm>
              <a:off x="6586784" y="2752232"/>
              <a:ext cx="14130" cy="765355"/>
            </a:xfrm>
            <a:custGeom>
              <a:avLst/>
              <a:gdLst/>
              <a:ahLst/>
              <a:cxnLst/>
              <a:rect l="l" t="t" r="r" b="b"/>
              <a:pathLst>
                <a:path w="1287" h="69712" extrusionOk="0">
                  <a:moveTo>
                    <a:pt x="644" y="0"/>
                  </a:moveTo>
                  <a:cubicBezTo>
                    <a:pt x="287" y="0"/>
                    <a:pt x="1" y="286"/>
                    <a:pt x="1" y="643"/>
                  </a:cubicBezTo>
                  <a:lnTo>
                    <a:pt x="1" y="69068"/>
                  </a:lnTo>
                  <a:cubicBezTo>
                    <a:pt x="1" y="69425"/>
                    <a:pt x="287" y="69711"/>
                    <a:pt x="644" y="69711"/>
                  </a:cubicBezTo>
                  <a:cubicBezTo>
                    <a:pt x="1001" y="69711"/>
                    <a:pt x="1287" y="69425"/>
                    <a:pt x="1287" y="69068"/>
                  </a:cubicBezTo>
                  <a:lnTo>
                    <a:pt x="1287" y="643"/>
                  </a:lnTo>
                  <a:cubicBezTo>
                    <a:pt x="1287" y="286"/>
                    <a:pt x="1001" y="0"/>
                    <a:pt x="6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51"/>
            <p:cNvSpPr/>
            <p:nvPr/>
          </p:nvSpPr>
          <p:spPr>
            <a:xfrm>
              <a:off x="6551498" y="2735752"/>
              <a:ext cx="110590" cy="61196"/>
            </a:xfrm>
            <a:custGeom>
              <a:avLst/>
              <a:gdLst/>
              <a:ahLst/>
              <a:cxnLst/>
              <a:rect l="l" t="t" r="r" b="b"/>
              <a:pathLst>
                <a:path w="10073" h="5574" extrusionOk="0">
                  <a:moveTo>
                    <a:pt x="2786" y="1"/>
                  </a:moveTo>
                  <a:cubicBezTo>
                    <a:pt x="1250" y="1"/>
                    <a:pt x="0" y="1251"/>
                    <a:pt x="0" y="2787"/>
                  </a:cubicBezTo>
                  <a:cubicBezTo>
                    <a:pt x="0" y="4323"/>
                    <a:pt x="1250" y="5573"/>
                    <a:pt x="2786" y="5573"/>
                  </a:cubicBezTo>
                  <a:lnTo>
                    <a:pt x="7287" y="5573"/>
                  </a:lnTo>
                  <a:cubicBezTo>
                    <a:pt x="8823" y="5573"/>
                    <a:pt x="10073" y="4323"/>
                    <a:pt x="10073" y="2787"/>
                  </a:cubicBezTo>
                  <a:cubicBezTo>
                    <a:pt x="10073" y="1251"/>
                    <a:pt x="8823" y="1"/>
                    <a:pt x="7287" y="1"/>
                  </a:cubicBez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51"/>
            <p:cNvSpPr/>
            <p:nvPr/>
          </p:nvSpPr>
          <p:spPr>
            <a:xfrm>
              <a:off x="6523129" y="2735632"/>
              <a:ext cx="68376" cy="63666"/>
            </a:xfrm>
            <a:custGeom>
              <a:avLst/>
              <a:gdLst/>
              <a:ahLst/>
              <a:cxnLst/>
              <a:rect l="l" t="t" r="r" b="b"/>
              <a:pathLst>
                <a:path w="6228" h="5799" extrusionOk="0">
                  <a:moveTo>
                    <a:pt x="3120" y="0"/>
                  </a:moveTo>
                  <a:cubicBezTo>
                    <a:pt x="1393" y="0"/>
                    <a:pt x="0" y="1298"/>
                    <a:pt x="0" y="2905"/>
                  </a:cubicBezTo>
                  <a:cubicBezTo>
                    <a:pt x="0" y="4501"/>
                    <a:pt x="1393" y="5798"/>
                    <a:pt x="3120" y="5798"/>
                  </a:cubicBezTo>
                  <a:cubicBezTo>
                    <a:pt x="4834" y="5798"/>
                    <a:pt x="6227" y="4501"/>
                    <a:pt x="6227" y="2905"/>
                  </a:cubicBezTo>
                  <a:cubicBezTo>
                    <a:pt x="6227" y="1298"/>
                    <a:pt x="4834" y="0"/>
                    <a:pt x="31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51"/>
            <p:cNvSpPr/>
            <p:nvPr/>
          </p:nvSpPr>
          <p:spPr>
            <a:xfrm>
              <a:off x="6555022" y="2763990"/>
              <a:ext cx="107065" cy="15304"/>
            </a:xfrm>
            <a:custGeom>
              <a:avLst/>
              <a:gdLst/>
              <a:ahLst/>
              <a:cxnLst/>
              <a:rect l="l" t="t" r="r" b="b"/>
              <a:pathLst>
                <a:path w="9752" h="1394" extrusionOk="0">
                  <a:moveTo>
                    <a:pt x="691" y="1"/>
                  </a:moveTo>
                  <a:cubicBezTo>
                    <a:pt x="310" y="1"/>
                    <a:pt x="1" y="310"/>
                    <a:pt x="1" y="691"/>
                  </a:cubicBezTo>
                  <a:cubicBezTo>
                    <a:pt x="1" y="1072"/>
                    <a:pt x="310" y="1394"/>
                    <a:pt x="691" y="1394"/>
                  </a:cubicBezTo>
                  <a:lnTo>
                    <a:pt x="9061" y="1394"/>
                  </a:lnTo>
                  <a:cubicBezTo>
                    <a:pt x="9442" y="1394"/>
                    <a:pt x="9752" y="1072"/>
                    <a:pt x="9752" y="691"/>
                  </a:cubicBezTo>
                  <a:cubicBezTo>
                    <a:pt x="9752" y="310"/>
                    <a:pt x="9442" y="1"/>
                    <a:pt x="90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51"/>
            <p:cNvSpPr/>
            <p:nvPr/>
          </p:nvSpPr>
          <p:spPr>
            <a:xfrm>
              <a:off x="6571754" y="2769875"/>
              <a:ext cx="248758" cy="143812"/>
            </a:xfrm>
            <a:custGeom>
              <a:avLst/>
              <a:gdLst/>
              <a:ahLst/>
              <a:cxnLst/>
              <a:rect l="l" t="t" r="r" b="b"/>
              <a:pathLst>
                <a:path w="22658" h="13099" extrusionOk="0">
                  <a:moveTo>
                    <a:pt x="723" y="0"/>
                  </a:moveTo>
                  <a:cubicBezTo>
                    <a:pt x="328" y="0"/>
                    <a:pt x="1" y="303"/>
                    <a:pt x="1" y="703"/>
                  </a:cubicBezTo>
                  <a:lnTo>
                    <a:pt x="21718" y="13026"/>
                  </a:lnTo>
                  <a:cubicBezTo>
                    <a:pt x="21808" y="13076"/>
                    <a:pt x="21898" y="13099"/>
                    <a:pt x="21983" y="13099"/>
                  </a:cubicBezTo>
                  <a:cubicBezTo>
                    <a:pt x="22378" y="13099"/>
                    <a:pt x="22658" y="12617"/>
                    <a:pt x="22325" y="12264"/>
                  </a:cubicBezTo>
                  <a:lnTo>
                    <a:pt x="14229" y="3739"/>
                  </a:lnTo>
                  <a:cubicBezTo>
                    <a:pt x="13919" y="3406"/>
                    <a:pt x="13514" y="3168"/>
                    <a:pt x="13074" y="3060"/>
                  </a:cubicBezTo>
                  <a:lnTo>
                    <a:pt x="917" y="24"/>
                  </a:lnTo>
                  <a:cubicBezTo>
                    <a:pt x="851" y="8"/>
                    <a:pt x="786" y="0"/>
                    <a:pt x="7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51"/>
            <p:cNvSpPr/>
            <p:nvPr/>
          </p:nvSpPr>
          <p:spPr>
            <a:xfrm>
              <a:off x="6609664" y="2777066"/>
              <a:ext cx="210848" cy="136620"/>
            </a:xfrm>
            <a:custGeom>
              <a:avLst/>
              <a:gdLst/>
              <a:ahLst/>
              <a:cxnLst/>
              <a:rect l="l" t="t" r="r" b="b"/>
              <a:pathLst>
                <a:path w="19205" h="12444" extrusionOk="0">
                  <a:moveTo>
                    <a:pt x="0" y="0"/>
                  </a:moveTo>
                  <a:cubicBezTo>
                    <a:pt x="524" y="1786"/>
                    <a:pt x="2310" y="2501"/>
                    <a:pt x="4227" y="2905"/>
                  </a:cubicBezTo>
                  <a:cubicBezTo>
                    <a:pt x="6549" y="3382"/>
                    <a:pt x="8859" y="3620"/>
                    <a:pt x="10811" y="5084"/>
                  </a:cubicBezTo>
                  <a:cubicBezTo>
                    <a:pt x="12395" y="6287"/>
                    <a:pt x="13073" y="7835"/>
                    <a:pt x="13204" y="9502"/>
                  </a:cubicBezTo>
                  <a:lnTo>
                    <a:pt x="18265" y="12371"/>
                  </a:lnTo>
                  <a:cubicBezTo>
                    <a:pt x="18355" y="12421"/>
                    <a:pt x="18445" y="12444"/>
                    <a:pt x="18530" y="12444"/>
                  </a:cubicBezTo>
                  <a:cubicBezTo>
                    <a:pt x="18925" y="12444"/>
                    <a:pt x="19205" y="11962"/>
                    <a:pt x="18872" y="11609"/>
                  </a:cubicBezTo>
                  <a:lnTo>
                    <a:pt x="10776" y="3084"/>
                  </a:lnTo>
                  <a:cubicBezTo>
                    <a:pt x="10466" y="2751"/>
                    <a:pt x="10061" y="2513"/>
                    <a:pt x="9621" y="240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51"/>
            <p:cNvSpPr/>
            <p:nvPr/>
          </p:nvSpPr>
          <p:spPr>
            <a:xfrm>
              <a:off x="5116490" y="3442667"/>
              <a:ext cx="3571178" cy="168382"/>
            </a:xfrm>
            <a:custGeom>
              <a:avLst/>
              <a:gdLst/>
              <a:ahLst/>
              <a:cxnLst/>
              <a:rect l="l" t="t" r="r" b="b"/>
              <a:pathLst>
                <a:path w="325279" h="15337" extrusionOk="0">
                  <a:moveTo>
                    <a:pt x="0" y="1"/>
                  </a:moveTo>
                  <a:lnTo>
                    <a:pt x="0" y="620"/>
                  </a:lnTo>
                  <a:cubicBezTo>
                    <a:pt x="0" y="8704"/>
                    <a:pt x="5096" y="15336"/>
                    <a:pt x="11323" y="15336"/>
                  </a:cubicBezTo>
                  <a:lnTo>
                    <a:pt x="313968" y="15336"/>
                  </a:lnTo>
                  <a:cubicBezTo>
                    <a:pt x="320183" y="15336"/>
                    <a:pt x="325279" y="8704"/>
                    <a:pt x="325279" y="620"/>
                  </a:cubicBezTo>
                  <a:lnTo>
                    <a:pt x="3252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727;p51">
            <a:extLst>
              <a:ext uri="{FF2B5EF4-FFF2-40B4-BE49-F238E27FC236}">
                <a16:creationId xmlns:a16="http://schemas.microsoft.com/office/drawing/2014/main" id="{B368B96C-AF8A-2BED-7E99-30447068613C}"/>
              </a:ext>
            </a:extLst>
          </p:cNvPr>
          <p:cNvSpPr txBox="1">
            <a:spLocks/>
          </p:cNvSpPr>
          <p:nvPr/>
        </p:nvSpPr>
        <p:spPr>
          <a:xfrm>
            <a:off x="5650427" y="4193208"/>
            <a:ext cx="2941277" cy="75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None/>
              <a:defRPr sz="17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None/>
              <a:defRPr sz="17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None/>
              <a:defRPr sz="17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None/>
              <a:defRPr sz="17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None/>
              <a:defRPr sz="17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None/>
              <a:defRPr sz="17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None/>
              <a:defRPr sz="17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None/>
              <a:defRPr sz="17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r"/>
            <a:r>
              <a:rPr lang="es-ES" dirty="0"/>
              <a:t>Por: Raymond J. Escobar G.</a:t>
            </a:r>
          </a:p>
          <a:p>
            <a:pPr marL="0" indent="0" algn="r"/>
            <a:r>
              <a:rPr lang="es-ES" dirty="0"/>
              <a:t>1º CFI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6" grpId="0"/>
      <p:bldP spid="72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52"/>
          <p:cNvSpPr txBox="1">
            <a:spLocks noGrp="1"/>
          </p:cNvSpPr>
          <p:nvPr>
            <p:ph type="title"/>
          </p:nvPr>
        </p:nvSpPr>
        <p:spPr>
          <a:xfrm>
            <a:off x="717525" y="548746"/>
            <a:ext cx="46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Desarrollo sostenible en la Era Digital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0" name="Google Shape;850;p52"/>
          <p:cNvSpPr txBox="1">
            <a:spLocks noGrp="1"/>
          </p:cNvSpPr>
          <p:nvPr>
            <p:ph type="body" idx="1"/>
          </p:nvPr>
        </p:nvSpPr>
        <p:spPr>
          <a:xfrm>
            <a:off x="717450" y="1481774"/>
            <a:ext cx="3567679" cy="32577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1200" dirty="0"/>
              <a:t>Vivimos en una época repleta de avances tecnológicos, donde la transición hacia una </a:t>
            </a:r>
            <a:r>
              <a:rPr lang="es-ES" sz="1200" b="1" dirty="0"/>
              <a:t>economía verde</a:t>
            </a:r>
            <a:r>
              <a:rPr lang="es-ES" sz="1200" dirty="0"/>
              <a:t>, próspera y equitativa puede ser posible, usando como punto de partida el poder de la </a:t>
            </a:r>
            <a:r>
              <a:rPr lang="es-ES" sz="1200" b="1" dirty="0"/>
              <a:t>Digitalización</a:t>
            </a:r>
            <a:r>
              <a:rPr lang="es-ES" sz="120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s-ES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1200" dirty="0"/>
              <a:t>Bajo este concepto, la </a:t>
            </a:r>
            <a:r>
              <a:rPr lang="es-ES" sz="1200" b="1" dirty="0"/>
              <a:t>digitalización y la sostenibilidad se unen </a:t>
            </a:r>
            <a:r>
              <a:rPr lang="es-ES" sz="1200" dirty="0"/>
              <a:t>en un mismo enfoque, permitiendo que los avances tecnológicos vayan de la mano con un </a:t>
            </a:r>
            <a:r>
              <a:rPr lang="es-ES" sz="1200" b="1" dirty="0"/>
              <a:t>impacto positivo </a:t>
            </a:r>
            <a:r>
              <a:rPr lang="es-ES" sz="1200" dirty="0"/>
              <a:t>a largo plazo para la sociedad, la economía y, especialmente, para el medio ambiente.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s-ES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1200" dirty="0"/>
              <a:t>Este enfoque no es solamente una tendencia, sino que marca el camino que deben seguir las empresas y los consumidores para garantizar un </a:t>
            </a:r>
            <a:r>
              <a:rPr lang="es-ES" sz="1200" b="1" dirty="0"/>
              <a:t>futuro sostenible</a:t>
            </a:r>
            <a:r>
              <a:rPr lang="es-ES" sz="1200" dirty="0"/>
              <a:t>.</a:t>
            </a: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851" name="Google Shape;851;p52"/>
          <p:cNvGrpSpPr/>
          <p:nvPr/>
        </p:nvGrpSpPr>
        <p:grpSpPr>
          <a:xfrm flipH="1">
            <a:off x="809989" y="1172656"/>
            <a:ext cx="446222" cy="77476"/>
            <a:chOff x="6146875" y="1767300"/>
            <a:chExt cx="331025" cy="57475"/>
          </a:xfrm>
        </p:grpSpPr>
        <p:sp>
          <p:nvSpPr>
            <p:cNvPr id="852" name="Google Shape;852;p52"/>
            <p:cNvSpPr/>
            <p:nvPr/>
          </p:nvSpPr>
          <p:spPr>
            <a:xfrm>
              <a:off x="6277250" y="1767300"/>
              <a:ext cx="74150" cy="57475"/>
            </a:xfrm>
            <a:custGeom>
              <a:avLst/>
              <a:gdLst/>
              <a:ahLst/>
              <a:cxnLst/>
              <a:rect l="l" t="t" r="r" b="b"/>
              <a:pathLst>
                <a:path w="2966" h="2299" extrusionOk="0">
                  <a:moveTo>
                    <a:pt x="1477" y="1"/>
                  </a:moveTo>
                  <a:cubicBezTo>
                    <a:pt x="1" y="1"/>
                    <a:pt x="1" y="2299"/>
                    <a:pt x="1477" y="2299"/>
                  </a:cubicBezTo>
                  <a:cubicBezTo>
                    <a:pt x="2966" y="2299"/>
                    <a:pt x="2966" y="1"/>
                    <a:pt x="14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52"/>
            <p:cNvSpPr/>
            <p:nvPr/>
          </p:nvSpPr>
          <p:spPr>
            <a:xfrm>
              <a:off x="6146875" y="1767300"/>
              <a:ext cx="74150" cy="57475"/>
            </a:xfrm>
            <a:custGeom>
              <a:avLst/>
              <a:gdLst/>
              <a:ahLst/>
              <a:cxnLst/>
              <a:rect l="l" t="t" r="r" b="b"/>
              <a:pathLst>
                <a:path w="2966" h="2299" extrusionOk="0">
                  <a:moveTo>
                    <a:pt x="1477" y="1"/>
                  </a:moveTo>
                  <a:cubicBezTo>
                    <a:pt x="1" y="1"/>
                    <a:pt x="1" y="2299"/>
                    <a:pt x="1477" y="2299"/>
                  </a:cubicBezTo>
                  <a:cubicBezTo>
                    <a:pt x="2966" y="2299"/>
                    <a:pt x="2966" y="1"/>
                    <a:pt x="14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52"/>
            <p:cNvSpPr/>
            <p:nvPr/>
          </p:nvSpPr>
          <p:spPr>
            <a:xfrm>
              <a:off x="6403775" y="1767300"/>
              <a:ext cx="74125" cy="57475"/>
            </a:xfrm>
            <a:custGeom>
              <a:avLst/>
              <a:gdLst/>
              <a:ahLst/>
              <a:cxnLst/>
              <a:rect l="l" t="t" r="r" b="b"/>
              <a:pathLst>
                <a:path w="2965" h="2299" extrusionOk="0">
                  <a:moveTo>
                    <a:pt x="1488" y="1"/>
                  </a:moveTo>
                  <a:cubicBezTo>
                    <a:pt x="0" y="1"/>
                    <a:pt x="0" y="2299"/>
                    <a:pt x="1488" y="2299"/>
                  </a:cubicBezTo>
                  <a:cubicBezTo>
                    <a:pt x="2965" y="2299"/>
                    <a:pt x="2965" y="1"/>
                    <a:pt x="14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898;p55">
            <a:extLst>
              <a:ext uri="{FF2B5EF4-FFF2-40B4-BE49-F238E27FC236}">
                <a16:creationId xmlns:a16="http://schemas.microsoft.com/office/drawing/2014/main" id="{7D96A65F-29EC-B1A9-A502-D75E0493BEEA}"/>
              </a:ext>
            </a:extLst>
          </p:cNvPr>
          <p:cNvGrpSpPr/>
          <p:nvPr/>
        </p:nvGrpSpPr>
        <p:grpSpPr>
          <a:xfrm>
            <a:off x="4641264" y="1049727"/>
            <a:ext cx="3692747" cy="3689803"/>
            <a:chOff x="4584851" y="798716"/>
            <a:chExt cx="3692747" cy="3689803"/>
          </a:xfrm>
        </p:grpSpPr>
        <p:sp>
          <p:nvSpPr>
            <p:cNvPr id="38" name="Google Shape;899;p55">
              <a:extLst>
                <a:ext uri="{FF2B5EF4-FFF2-40B4-BE49-F238E27FC236}">
                  <a16:creationId xmlns:a16="http://schemas.microsoft.com/office/drawing/2014/main" id="{A2EB7928-96F1-FA1C-EE93-A2B29409A6B5}"/>
                </a:ext>
              </a:extLst>
            </p:cNvPr>
            <p:cNvSpPr/>
            <p:nvPr/>
          </p:nvSpPr>
          <p:spPr>
            <a:xfrm>
              <a:off x="5591491" y="798716"/>
              <a:ext cx="2628333" cy="3055277"/>
            </a:xfrm>
            <a:custGeom>
              <a:avLst/>
              <a:gdLst/>
              <a:ahLst/>
              <a:cxnLst/>
              <a:rect l="l" t="t" r="r" b="b"/>
              <a:pathLst>
                <a:path w="126743" h="147331" extrusionOk="0">
                  <a:moveTo>
                    <a:pt x="30909" y="1"/>
                  </a:moveTo>
                  <a:cubicBezTo>
                    <a:pt x="27620" y="1"/>
                    <a:pt x="24316" y="644"/>
                    <a:pt x="21289" y="1809"/>
                  </a:cubicBezTo>
                  <a:cubicBezTo>
                    <a:pt x="4585" y="8250"/>
                    <a:pt x="1894" y="30443"/>
                    <a:pt x="798" y="45838"/>
                  </a:cubicBezTo>
                  <a:cubicBezTo>
                    <a:pt x="1" y="56970"/>
                    <a:pt x="1763" y="68353"/>
                    <a:pt x="4573" y="79104"/>
                  </a:cubicBezTo>
                  <a:cubicBezTo>
                    <a:pt x="7252" y="89391"/>
                    <a:pt x="10919" y="99821"/>
                    <a:pt x="16872" y="108703"/>
                  </a:cubicBezTo>
                  <a:cubicBezTo>
                    <a:pt x="24516" y="120121"/>
                    <a:pt x="36208" y="129717"/>
                    <a:pt x="48257" y="136075"/>
                  </a:cubicBezTo>
                  <a:cubicBezTo>
                    <a:pt x="59206" y="141857"/>
                    <a:pt x="71298" y="147331"/>
                    <a:pt x="83763" y="147331"/>
                  </a:cubicBezTo>
                  <a:cubicBezTo>
                    <a:pt x="86980" y="147331"/>
                    <a:pt x="90223" y="146966"/>
                    <a:pt x="93477" y="146148"/>
                  </a:cubicBezTo>
                  <a:cubicBezTo>
                    <a:pt x="118670" y="139814"/>
                    <a:pt x="126743" y="111060"/>
                    <a:pt x="120778" y="88522"/>
                  </a:cubicBezTo>
                  <a:cubicBezTo>
                    <a:pt x="114622" y="65245"/>
                    <a:pt x="94334" y="48767"/>
                    <a:pt x="73177" y="39278"/>
                  </a:cubicBezTo>
                  <a:cubicBezTo>
                    <a:pt x="67581" y="36765"/>
                    <a:pt x="60175" y="33920"/>
                    <a:pt x="55924" y="29312"/>
                  </a:cubicBezTo>
                  <a:cubicBezTo>
                    <a:pt x="52436" y="25526"/>
                    <a:pt x="52436" y="20359"/>
                    <a:pt x="51233" y="15632"/>
                  </a:cubicBezTo>
                  <a:cubicBezTo>
                    <a:pt x="49995" y="10774"/>
                    <a:pt x="47340" y="6547"/>
                    <a:pt x="43185" y="3642"/>
                  </a:cubicBezTo>
                  <a:cubicBezTo>
                    <a:pt x="39567" y="1122"/>
                    <a:pt x="35251" y="1"/>
                    <a:pt x="309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00;p55">
              <a:extLst>
                <a:ext uri="{FF2B5EF4-FFF2-40B4-BE49-F238E27FC236}">
                  <a16:creationId xmlns:a16="http://schemas.microsoft.com/office/drawing/2014/main" id="{2D62A17D-2C8B-B8BF-8203-413248DF4D63}"/>
                </a:ext>
              </a:extLst>
            </p:cNvPr>
            <p:cNvSpPr/>
            <p:nvPr/>
          </p:nvSpPr>
          <p:spPr>
            <a:xfrm>
              <a:off x="4590782" y="2432209"/>
              <a:ext cx="3133498" cy="2056310"/>
            </a:xfrm>
            <a:custGeom>
              <a:avLst/>
              <a:gdLst/>
              <a:ahLst/>
              <a:cxnLst/>
              <a:rect l="l" t="t" r="r" b="b"/>
              <a:pathLst>
                <a:path w="151103" h="99159" extrusionOk="0">
                  <a:moveTo>
                    <a:pt x="80976" y="0"/>
                  </a:moveTo>
                  <a:cubicBezTo>
                    <a:pt x="80204" y="0"/>
                    <a:pt x="79434" y="12"/>
                    <a:pt x="78665" y="36"/>
                  </a:cubicBezTo>
                  <a:cubicBezTo>
                    <a:pt x="73998" y="179"/>
                    <a:pt x="69664" y="929"/>
                    <a:pt x="65295" y="1727"/>
                  </a:cubicBezTo>
                  <a:cubicBezTo>
                    <a:pt x="60520" y="2156"/>
                    <a:pt x="55722" y="2560"/>
                    <a:pt x="50912" y="2894"/>
                  </a:cubicBezTo>
                  <a:cubicBezTo>
                    <a:pt x="47459" y="3132"/>
                    <a:pt x="44006" y="3394"/>
                    <a:pt x="40613" y="3799"/>
                  </a:cubicBezTo>
                  <a:cubicBezTo>
                    <a:pt x="39833" y="3747"/>
                    <a:pt x="39057" y="3709"/>
                    <a:pt x="38304" y="3709"/>
                  </a:cubicBezTo>
                  <a:cubicBezTo>
                    <a:pt x="36286" y="3709"/>
                    <a:pt x="34441" y="3980"/>
                    <a:pt x="33183" y="4977"/>
                  </a:cubicBezTo>
                  <a:cubicBezTo>
                    <a:pt x="32433" y="5132"/>
                    <a:pt x="31695" y="5299"/>
                    <a:pt x="30957" y="5477"/>
                  </a:cubicBezTo>
                  <a:cubicBezTo>
                    <a:pt x="16300" y="9013"/>
                    <a:pt x="6763" y="18491"/>
                    <a:pt x="3406" y="29647"/>
                  </a:cubicBezTo>
                  <a:cubicBezTo>
                    <a:pt x="1" y="40994"/>
                    <a:pt x="3084" y="54281"/>
                    <a:pt x="9514" y="65723"/>
                  </a:cubicBezTo>
                  <a:cubicBezTo>
                    <a:pt x="15038" y="75545"/>
                    <a:pt x="24087" y="84308"/>
                    <a:pt x="36303" y="90226"/>
                  </a:cubicBezTo>
                  <a:cubicBezTo>
                    <a:pt x="49235" y="96492"/>
                    <a:pt x="65296" y="99158"/>
                    <a:pt x="79683" y="99158"/>
                  </a:cubicBezTo>
                  <a:cubicBezTo>
                    <a:pt x="80303" y="99158"/>
                    <a:pt x="80921" y="99153"/>
                    <a:pt x="81535" y="99144"/>
                  </a:cubicBezTo>
                  <a:cubicBezTo>
                    <a:pt x="97203" y="98894"/>
                    <a:pt x="111693" y="94834"/>
                    <a:pt x="123826" y="88571"/>
                  </a:cubicBezTo>
                  <a:cubicBezTo>
                    <a:pt x="135780" y="82415"/>
                    <a:pt x="144757" y="73474"/>
                    <a:pt x="148031" y="62472"/>
                  </a:cubicBezTo>
                  <a:cubicBezTo>
                    <a:pt x="151103" y="52126"/>
                    <a:pt x="148198" y="40232"/>
                    <a:pt x="142185" y="29826"/>
                  </a:cubicBezTo>
                  <a:cubicBezTo>
                    <a:pt x="138304" y="23099"/>
                    <a:pt x="132541" y="16872"/>
                    <a:pt x="124993" y="11954"/>
                  </a:cubicBezTo>
                  <a:cubicBezTo>
                    <a:pt x="116206" y="6227"/>
                    <a:pt x="105562" y="3084"/>
                    <a:pt x="94786" y="1215"/>
                  </a:cubicBezTo>
                  <a:cubicBezTo>
                    <a:pt x="90180" y="420"/>
                    <a:pt x="85557" y="0"/>
                    <a:pt x="80976" y="0"/>
                  </a:cubicBezTo>
                  <a:close/>
                </a:path>
              </a:pathLst>
            </a:custGeom>
            <a:solidFill>
              <a:schemeClr val="lt1">
                <a:alpha val="446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901;p55">
              <a:extLst>
                <a:ext uri="{FF2B5EF4-FFF2-40B4-BE49-F238E27FC236}">
                  <a16:creationId xmlns:a16="http://schemas.microsoft.com/office/drawing/2014/main" id="{BE5EE8B5-171B-0615-C3EB-B8E39C559D8C}"/>
                </a:ext>
              </a:extLst>
            </p:cNvPr>
            <p:cNvSpPr/>
            <p:nvPr/>
          </p:nvSpPr>
          <p:spPr>
            <a:xfrm>
              <a:off x="6547510" y="1438862"/>
              <a:ext cx="1730088" cy="1611698"/>
            </a:xfrm>
            <a:custGeom>
              <a:avLst/>
              <a:gdLst/>
              <a:ahLst/>
              <a:cxnLst/>
              <a:rect l="l" t="t" r="r" b="b"/>
              <a:pathLst>
                <a:path w="83428" h="77719" extrusionOk="0">
                  <a:moveTo>
                    <a:pt x="43744" y="1"/>
                  </a:moveTo>
                  <a:cubicBezTo>
                    <a:pt x="43607" y="1"/>
                    <a:pt x="43469" y="5"/>
                    <a:pt x="43328" y="15"/>
                  </a:cubicBezTo>
                  <a:cubicBezTo>
                    <a:pt x="39256" y="277"/>
                    <a:pt x="37779" y="4360"/>
                    <a:pt x="36839" y="7718"/>
                  </a:cubicBezTo>
                  <a:cubicBezTo>
                    <a:pt x="35589" y="12203"/>
                    <a:pt x="34968" y="18558"/>
                    <a:pt x="31040" y="18558"/>
                  </a:cubicBezTo>
                  <a:cubicBezTo>
                    <a:pt x="29952" y="18558"/>
                    <a:pt x="28611" y="18070"/>
                    <a:pt x="26933" y="16921"/>
                  </a:cubicBezTo>
                  <a:cubicBezTo>
                    <a:pt x="25614" y="16019"/>
                    <a:pt x="23908" y="14589"/>
                    <a:pt x="22178" y="14589"/>
                  </a:cubicBezTo>
                  <a:cubicBezTo>
                    <a:pt x="21830" y="14589"/>
                    <a:pt x="21481" y="14647"/>
                    <a:pt x="21134" y="14778"/>
                  </a:cubicBezTo>
                  <a:cubicBezTo>
                    <a:pt x="15276" y="16993"/>
                    <a:pt x="19075" y="24530"/>
                    <a:pt x="19753" y="28387"/>
                  </a:cubicBezTo>
                  <a:cubicBezTo>
                    <a:pt x="20166" y="30701"/>
                    <a:pt x="20096" y="34763"/>
                    <a:pt x="17456" y="34763"/>
                  </a:cubicBezTo>
                  <a:cubicBezTo>
                    <a:pt x="17054" y="34763"/>
                    <a:pt x="16592" y="34669"/>
                    <a:pt x="16062" y="34459"/>
                  </a:cubicBezTo>
                  <a:cubicBezTo>
                    <a:pt x="11365" y="32594"/>
                    <a:pt x="10296" y="26273"/>
                    <a:pt x="4770" y="26273"/>
                  </a:cubicBezTo>
                  <a:cubicBezTo>
                    <a:pt x="4512" y="26273"/>
                    <a:pt x="4244" y="26287"/>
                    <a:pt x="3966" y="26315"/>
                  </a:cubicBezTo>
                  <a:cubicBezTo>
                    <a:pt x="715" y="26649"/>
                    <a:pt x="1" y="29554"/>
                    <a:pt x="489" y="32328"/>
                  </a:cubicBezTo>
                  <a:cubicBezTo>
                    <a:pt x="1251" y="36555"/>
                    <a:pt x="3644" y="40222"/>
                    <a:pt x="5085" y="44211"/>
                  </a:cubicBezTo>
                  <a:cubicBezTo>
                    <a:pt x="6597" y="48390"/>
                    <a:pt x="7061" y="52997"/>
                    <a:pt x="6549" y="57403"/>
                  </a:cubicBezTo>
                  <a:cubicBezTo>
                    <a:pt x="6275" y="59784"/>
                    <a:pt x="4037" y="62999"/>
                    <a:pt x="4632" y="65380"/>
                  </a:cubicBezTo>
                  <a:cubicBezTo>
                    <a:pt x="5513" y="68856"/>
                    <a:pt x="12336" y="68321"/>
                    <a:pt x="15050" y="68797"/>
                  </a:cubicBezTo>
                  <a:cubicBezTo>
                    <a:pt x="18884" y="69476"/>
                    <a:pt x="22766" y="70095"/>
                    <a:pt x="26468" y="71345"/>
                  </a:cubicBezTo>
                  <a:cubicBezTo>
                    <a:pt x="30939" y="72847"/>
                    <a:pt x="38196" y="77718"/>
                    <a:pt x="44090" y="77718"/>
                  </a:cubicBezTo>
                  <a:cubicBezTo>
                    <a:pt x="46186" y="77718"/>
                    <a:pt x="48109" y="77102"/>
                    <a:pt x="49674" y="75500"/>
                  </a:cubicBezTo>
                  <a:cubicBezTo>
                    <a:pt x="51602" y="73524"/>
                    <a:pt x="50626" y="70488"/>
                    <a:pt x="49185" y="68559"/>
                  </a:cubicBezTo>
                  <a:cubicBezTo>
                    <a:pt x="47364" y="66130"/>
                    <a:pt x="44090" y="64594"/>
                    <a:pt x="42661" y="61856"/>
                  </a:cubicBezTo>
                  <a:cubicBezTo>
                    <a:pt x="41468" y="59570"/>
                    <a:pt x="43103" y="58980"/>
                    <a:pt x="45242" y="58980"/>
                  </a:cubicBezTo>
                  <a:cubicBezTo>
                    <a:pt x="47158" y="58980"/>
                    <a:pt x="49479" y="59453"/>
                    <a:pt x="50531" y="59605"/>
                  </a:cubicBezTo>
                  <a:cubicBezTo>
                    <a:pt x="52312" y="59861"/>
                    <a:pt x="54410" y="60234"/>
                    <a:pt x="56446" y="60234"/>
                  </a:cubicBezTo>
                  <a:cubicBezTo>
                    <a:pt x="59050" y="60234"/>
                    <a:pt x="61553" y="59624"/>
                    <a:pt x="63163" y="57379"/>
                  </a:cubicBezTo>
                  <a:cubicBezTo>
                    <a:pt x="66116" y="53271"/>
                    <a:pt x="61497" y="49068"/>
                    <a:pt x="58818" y="46354"/>
                  </a:cubicBezTo>
                  <a:cubicBezTo>
                    <a:pt x="55151" y="42627"/>
                    <a:pt x="56532" y="41246"/>
                    <a:pt x="59306" y="40817"/>
                  </a:cubicBezTo>
                  <a:cubicBezTo>
                    <a:pt x="60111" y="40689"/>
                    <a:pt x="61032" y="40643"/>
                    <a:pt x="61979" y="40643"/>
                  </a:cubicBezTo>
                  <a:cubicBezTo>
                    <a:pt x="63762" y="40643"/>
                    <a:pt x="65636" y="40807"/>
                    <a:pt x="66997" y="40901"/>
                  </a:cubicBezTo>
                  <a:cubicBezTo>
                    <a:pt x="68350" y="40991"/>
                    <a:pt x="70090" y="41137"/>
                    <a:pt x="71903" y="41137"/>
                  </a:cubicBezTo>
                  <a:cubicBezTo>
                    <a:pt x="76075" y="41137"/>
                    <a:pt x="80636" y="40364"/>
                    <a:pt x="81773" y="36364"/>
                  </a:cubicBezTo>
                  <a:cubicBezTo>
                    <a:pt x="83428" y="30578"/>
                    <a:pt x="75260" y="28090"/>
                    <a:pt x="71057" y="27816"/>
                  </a:cubicBezTo>
                  <a:cubicBezTo>
                    <a:pt x="69545" y="27720"/>
                    <a:pt x="66307" y="27518"/>
                    <a:pt x="65557" y="25863"/>
                  </a:cubicBezTo>
                  <a:cubicBezTo>
                    <a:pt x="64425" y="23339"/>
                    <a:pt x="68890" y="21386"/>
                    <a:pt x="70414" y="20291"/>
                  </a:cubicBezTo>
                  <a:cubicBezTo>
                    <a:pt x="73534" y="18029"/>
                    <a:pt x="75927" y="14493"/>
                    <a:pt x="76606" y="10659"/>
                  </a:cubicBezTo>
                  <a:cubicBezTo>
                    <a:pt x="77201" y="7313"/>
                    <a:pt x="75355" y="4337"/>
                    <a:pt x="72319" y="2920"/>
                  </a:cubicBezTo>
                  <a:cubicBezTo>
                    <a:pt x="71216" y="2408"/>
                    <a:pt x="70191" y="2186"/>
                    <a:pt x="69227" y="2186"/>
                  </a:cubicBezTo>
                  <a:cubicBezTo>
                    <a:pt x="63183" y="2186"/>
                    <a:pt x="59515" y="10924"/>
                    <a:pt x="53960" y="12135"/>
                  </a:cubicBezTo>
                  <a:cubicBezTo>
                    <a:pt x="53728" y="12186"/>
                    <a:pt x="53514" y="12210"/>
                    <a:pt x="53317" y="12210"/>
                  </a:cubicBezTo>
                  <a:cubicBezTo>
                    <a:pt x="50797" y="12210"/>
                    <a:pt x="50946" y="8282"/>
                    <a:pt x="50317" y="6206"/>
                  </a:cubicBezTo>
                  <a:cubicBezTo>
                    <a:pt x="49353" y="3076"/>
                    <a:pt x="47297" y="1"/>
                    <a:pt x="43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02;p55">
              <a:extLst>
                <a:ext uri="{FF2B5EF4-FFF2-40B4-BE49-F238E27FC236}">
                  <a16:creationId xmlns:a16="http://schemas.microsoft.com/office/drawing/2014/main" id="{B28EC09B-4DA9-A0E9-B89E-E6C3050DDE55}"/>
                </a:ext>
              </a:extLst>
            </p:cNvPr>
            <p:cNvSpPr/>
            <p:nvPr/>
          </p:nvSpPr>
          <p:spPr>
            <a:xfrm>
              <a:off x="6161026" y="1819955"/>
              <a:ext cx="1615410" cy="1106159"/>
            </a:xfrm>
            <a:custGeom>
              <a:avLst/>
              <a:gdLst/>
              <a:ahLst/>
              <a:cxnLst/>
              <a:rect l="l" t="t" r="r" b="b"/>
              <a:pathLst>
                <a:path w="77898" h="53341" extrusionOk="0">
                  <a:moveTo>
                    <a:pt x="77657" y="0"/>
                  </a:moveTo>
                  <a:cubicBezTo>
                    <a:pt x="77524" y="0"/>
                    <a:pt x="77309" y="98"/>
                    <a:pt x="77038" y="330"/>
                  </a:cubicBezTo>
                  <a:cubicBezTo>
                    <a:pt x="77038" y="330"/>
                    <a:pt x="75681" y="1521"/>
                    <a:pt x="73430" y="3497"/>
                  </a:cubicBezTo>
                  <a:cubicBezTo>
                    <a:pt x="72299" y="4486"/>
                    <a:pt x="70954" y="5664"/>
                    <a:pt x="69430" y="6998"/>
                  </a:cubicBezTo>
                  <a:cubicBezTo>
                    <a:pt x="68668" y="7665"/>
                    <a:pt x="67870" y="8367"/>
                    <a:pt x="67037" y="9093"/>
                  </a:cubicBezTo>
                  <a:cubicBezTo>
                    <a:pt x="66203" y="9820"/>
                    <a:pt x="65334" y="10594"/>
                    <a:pt x="64441" y="11391"/>
                  </a:cubicBezTo>
                  <a:cubicBezTo>
                    <a:pt x="63548" y="12177"/>
                    <a:pt x="62631" y="12999"/>
                    <a:pt x="61691" y="13832"/>
                  </a:cubicBezTo>
                  <a:cubicBezTo>
                    <a:pt x="61453" y="14034"/>
                    <a:pt x="61215" y="14249"/>
                    <a:pt x="60976" y="14463"/>
                  </a:cubicBezTo>
                  <a:cubicBezTo>
                    <a:pt x="60750" y="14677"/>
                    <a:pt x="60512" y="14892"/>
                    <a:pt x="60274" y="15106"/>
                  </a:cubicBezTo>
                  <a:cubicBezTo>
                    <a:pt x="59798" y="15535"/>
                    <a:pt x="59321" y="15975"/>
                    <a:pt x="58845" y="16416"/>
                  </a:cubicBezTo>
                  <a:cubicBezTo>
                    <a:pt x="57881" y="17297"/>
                    <a:pt x="56916" y="18190"/>
                    <a:pt x="55940" y="19083"/>
                  </a:cubicBezTo>
                  <a:lnTo>
                    <a:pt x="55571" y="19416"/>
                  </a:lnTo>
                  <a:lnTo>
                    <a:pt x="55214" y="19773"/>
                  </a:lnTo>
                  <a:cubicBezTo>
                    <a:pt x="54976" y="20011"/>
                    <a:pt x="54738" y="20250"/>
                    <a:pt x="54499" y="20488"/>
                  </a:cubicBezTo>
                  <a:cubicBezTo>
                    <a:pt x="54035" y="20964"/>
                    <a:pt x="53571" y="21440"/>
                    <a:pt x="53106" y="21916"/>
                  </a:cubicBezTo>
                  <a:cubicBezTo>
                    <a:pt x="51261" y="23845"/>
                    <a:pt x="49463" y="25798"/>
                    <a:pt x="47725" y="27691"/>
                  </a:cubicBezTo>
                  <a:cubicBezTo>
                    <a:pt x="45975" y="29572"/>
                    <a:pt x="44284" y="31370"/>
                    <a:pt x="42653" y="33025"/>
                  </a:cubicBezTo>
                  <a:cubicBezTo>
                    <a:pt x="41033" y="34668"/>
                    <a:pt x="39259" y="36406"/>
                    <a:pt x="37342" y="38085"/>
                  </a:cubicBezTo>
                  <a:cubicBezTo>
                    <a:pt x="36378" y="38918"/>
                    <a:pt x="35390" y="39752"/>
                    <a:pt x="34354" y="40538"/>
                  </a:cubicBezTo>
                  <a:cubicBezTo>
                    <a:pt x="33318" y="41335"/>
                    <a:pt x="32247" y="42109"/>
                    <a:pt x="31151" y="42824"/>
                  </a:cubicBezTo>
                  <a:cubicBezTo>
                    <a:pt x="30044" y="43550"/>
                    <a:pt x="28913" y="44205"/>
                    <a:pt x="27746" y="44812"/>
                  </a:cubicBezTo>
                  <a:cubicBezTo>
                    <a:pt x="27460" y="44967"/>
                    <a:pt x="27175" y="45122"/>
                    <a:pt x="26877" y="45253"/>
                  </a:cubicBezTo>
                  <a:cubicBezTo>
                    <a:pt x="26579" y="45395"/>
                    <a:pt x="26293" y="45538"/>
                    <a:pt x="25996" y="45669"/>
                  </a:cubicBezTo>
                  <a:cubicBezTo>
                    <a:pt x="25401" y="45919"/>
                    <a:pt x="24793" y="46146"/>
                    <a:pt x="24186" y="46384"/>
                  </a:cubicBezTo>
                  <a:cubicBezTo>
                    <a:pt x="23888" y="46503"/>
                    <a:pt x="23591" y="46622"/>
                    <a:pt x="23293" y="46741"/>
                  </a:cubicBezTo>
                  <a:cubicBezTo>
                    <a:pt x="23138" y="46800"/>
                    <a:pt x="22995" y="46860"/>
                    <a:pt x="22853" y="46919"/>
                  </a:cubicBezTo>
                  <a:cubicBezTo>
                    <a:pt x="22698" y="46967"/>
                    <a:pt x="22543" y="47027"/>
                    <a:pt x="22400" y="47074"/>
                  </a:cubicBezTo>
                  <a:cubicBezTo>
                    <a:pt x="21793" y="47289"/>
                    <a:pt x="21198" y="47491"/>
                    <a:pt x="20602" y="47693"/>
                  </a:cubicBezTo>
                  <a:cubicBezTo>
                    <a:pt x="20317" y="47801"/>
                    <a:pt x="20019" y="47908"/>
                    <a:pt x="19721" y="48003"/>
                  </a:cubicBezTo>
                  <a:cubicBezTo>
                    <a:pt x="19435" y="48098"/>
                    <a:pt x="19138" y="48182"/>
                    <a:pt x="18852" y="48277"/>
                  </a:cubicBezTo>
                  <a:cubicBezTo>
                    <a:pt x="18257" y="48455"/>
                    <a:pt x="17685" y="48634"/>
                    <a:pt x="17114" y="48813"/>
                  </a:cubicBezTo>
                  <a:cubicBezTo>
                    <a:pt x="12566" y="50170"/>
                    <a:pt x="8470" y="51087"/>
                    <a:pt x="5553" y="51753"/>
                  </a:cubicBezTo>
                  <a:cubicBezTo>
                    <a:pt x="4100" y="52075"/>
                    <a:pt x="2922" y="52337"/>
                    <a:pt x="2112" y="52503"/>
                  </a:cubicBezTo>
                  <a:cubicBezTo>
                    <a:pt x="1314" y="52682"/>
                    <a:pt x="874" y="52777"/>
                    <a:pt x="874" y="52777"/>
                  </a:cubicBezTo>
                  <a:cubicBezTo>
                    <a:pt x="47" y="52974"/>
                    <a:pt x="1" y="53340"/>
                    <a:pt x="641" y="53340"/>
                  </a:cubicBezTo>
                  <a:cubicBezTo>
                    <a:pt x="739" y="53340"/>
                    <a:pt x="852" y="53332"/>
                    <a:pt x="981" y="53313"/>
                  </a:cubicBezTo>
                  <a:cubicBezTo>
                    <a:pt x="981" y="53313"/>
                    <a:pt x="1421" y="53218"/>
                    <a:pt x="2231" y="53063"/>
                  </a:cubicBezTo>
                  <a:cubicBezTo>
                    <a:pt x="3041" y="52896"/>
                    <a:pt x="4219" y="52658"/>
                    <a:pt x="5684" y="52361"/>
                  </a:cubicBezTo>
                  <a:cubicBezTo>
                    <a:pt x="8625" y="51741"/>
                    <a:pt x="12732" y="50884"/>
                    <a:pt x="17340" y="49575"/>
                  </a:cubicBezTo>
                  <a:cubicBezTo>
                    <a:pt x="17911" y="49408"/>
                    <a:pt x="18495" y="49241"/>
                    <a:pt x="19090" y="49063"/>
                  </a:cubicBezTo>
                  <a:cubicBezTo>
                    <a:pt x="19388" y="48979"/>
                    <a:pt x="19686" y="48884"/>
                    <a:pt x="19983" y="48801"/>
                  </a:cubicBezTo>
                  <a:cubicBezTo>
                    <a:pt x="20281" y="48705"/>
                    <a:pt x="20578" y="48598"/>
                    <a:pt x="20876" y="48503"/>
                  </a:cubicBezTo>
                  <a:cubicBezTo>
                    <a:pt x="21471" y="48301"/>
                    <a:pt x="22079" y="48098"/>
                    <a:pt x="22686" y="47896"/>
                  </a:cubicBezTo>
                  <a:cubicBezTo>
                    <a:pt x="22841" y="47848"/>
                    <a:pt x="22995" y="47789"/>
                    <a:pt x="23150" y="47741"/>
                  </a:cubicBezTo>
                  <a:cubicBezTo>
                    <a:pt x="23293" y="47681"/>
                    <a:pt x="23448" y="47622"/>
                    <a:pt x="23603" y="47562"/>
                  </a:cubicBezTo>
                  <a:cubicBezTo>
                    <a:pt x="23900" y="47455"/>
                    <a:pt x="24210" y="47336"/>
                    <a:pt x="24519" y="47217"/>
                  </a:cubicBezTo>
                  <a:cubicBezTo>
                    <a:pt x="25127" y="46979"/>
                    <a:pt x="25746" y="46753"/>
                    <a:pt x="26365" y="46515"/>
                  </a:cubicBezTo>
                  <a:cubicBezTo>
                    <a:pt x="26663" y="46372"/>
                    <a:pt x="26972" y="46229"/>
                    <a:pt x="27270" y="46086"/>
                  </a:cubicBezTo>
                  <a:cubicBezTo>
                    <a:pt x="27579" y="45955"/>
                    <a:pt x="27877" y="45800"/>
                    <a:pt x="28175" y="45646"/>
                  </a:cubicBezTo>
                  <a:cubicBezTo>
                    <a:pt x="29365" y="45038"/>
                    <a:pt x="30544" y="44372"/>
                    <a:pt x="31675" y="43645"/>
                  </a:cubicBezTo>
                  <a:cubicBezTo>
                    <a:pt x="32806" y="42919"/>
                    <a:pt x="33902" y="42145"/>
                    <a:pt x="34961" y="41347"/>
                  </a:cubicBezTo>
                  <a:cubicBezTo>
                    <a:pt x="36021" y="40538"/>
                    <a:pt x="37033" y="39704"/>
                    <a:pt x="38021" y="38859"/>
                  </a:cubicBezTo>
                  <a:cubicBezTo>
                    <a:pt x="39974" y="37168"/>
                    <a:pt x="41772" y="35430"/>
                    <a:pt x="43415" y="33763"/>
                  </a:cubicBezTo>
                  <a:cubicBezTo>
                    <a:pt x="45046" y="32108"/>
                    <a:pt x="46748" y="30286"/>
                    <a:pt x="48475" y="28381"/>
                  </a:cubicBezTo>
                  <a:cubicBezTo>
                    <a:pt x="50213" y="26488"/>
                    <a:pt x="51999" y="24524"/>
                    <a:pt x="53809" y="22595"/>
                  </a:cubicBezTo>
                  <a:cubicBezTo>
                    <a:pt x="54273" y="22107"/>
                    <a:pt x="54726" y="21631"/>
                    <a:pt x="55190" y="21154"/>
                  </a:cubicBezTo>
                  <a:cubicBezTo>
                    <a:pt x="55416" y="20916"/>
                    <a:pt x="55642" y="20678"/>
                    <a:pt x="55881" y="20452"/>
                  </a:cubicBezTo>
                  <a:lnTo>
                    <a:pt x="56226" y="20095"/>
                  </a:lnTo>
                  <a:lnTo>
                    <a:pt x="56583" y="19761"/>
                  </a:lnTo>
                  <a:cubicBezTo>
                    <a:pt x="57547" y="18857"/>
                    <a:pt x="58512" y="17952"/>
                    <a:pt x="59452" y="17071"/>
                  </a:cubicBezTo>
                  <a:cubicBezTo>
                    <a:pt x="59929" y="16618"/>
                    <a:pt x="60393" y="16178"/>
                    <a:pt x="60869" y="15749"/>
                  </a:cubicBezTo>
                  <a:cubicBezTo>
                    <a:pt x="61095" y="15523"/>
                    <a:pt x="61334" y="15308"/>
                    <a:pt x="61560" y="15094"/>
                  </a:cubicBezTo>
                  <a:cubicBezTo>
                    <a:pt x="61798" y="14880"/>
                    <a:pt x="62024" y="14666"/>
                    <a:pt x="62262" y="14451"/>
                  </a:cubicBezTo>
                  <a:cubicBezTo>
                    <a:pt x="63191" y="13606"/>
                    <a:pt x="64096" y="12784"/>
                    <a:pt x="64977" y="11987"/>
                  </a:cubicBezTo>
                  <a:cubicBezTo>
                    <a:pt x="72049" y="5581"/>
                    <a:pt x="77407" y="735"/>
                    <a:pt x="77407" y="735"/>
                  </a:cubicBezTo>
                  <a:cubicBezTo>
                    <a:pt x="77868" y="321"/>
                    <a:pt x="77898" y="0"/>
                    <a:pt x="776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03;p55">
              <a:extLst>
                <a:ext uri="{FF2B5EF4-FFF2-40B4-BE49-F238E27FC236}">
                  <a16:creationId xmlns:a16="http://schemas.microsoft.com/office/drawing/2014/main" id="{807F240B-479E-D447-9C8D-0F4D9D05CFBB}"/>
                </a:ext>
              </a:extLst>
            </p:cNvPr>
            <p:cNvSpPr/>
            <p:nvPr/>
          </p:nvSpPr>
          <p:spPr>
            <a:xfrm>
              <a:off x="7003922" y="2506532"/>
              <a:ext cx="406559" cy="55369"/>
            </a:xfrm>
            <a:custGeom>
              <a:avLst/>
              <a:gdLst/>
              <a:ahLst/>
              <a:cxnLst/>
              <a:rect l="l" t="t" r="r" b="b"/>
              <a:pathLst>
                <a:path w="19605" h="2670" extrusionOk="0">
                  <a:moveTo>
                    <a:pt x="13901" y="0"/>
                  </a:moveTo>
                  <a:cubicBezTo>
                    <a:pt x="13437" y="0"/>
                    <a:pt x="12960" y="12"/>
                    <a:pt x="12472" y="24"/>
                  </a:cubicBezTo>
                  <a:cubicBezTo>
                    <a:pt x="12234" y="24"/>
                    <a:pt x="11996" y="36"/>
                    <a:pt x="11758" y="36"/>
                  </a:cubicBezTo>
                  <a:cubicBezTo>
                    <a:pt x="11639" y="48"/>
                    <a:pt x="11520" y="48"/>
                    <a:pt x="11401" y="48"/>
                  </a:cubicBezTo>
                  <a:cubicBezTo>
                    <a:pt x="11282" y="60"/>
                    <a:pt x="11163" y="72"/>
                    <a:pt x="11044" y="72"/>
                  </a:cubicBezTo>
                  <a:cubicBezTo>
                    <a:pt x="10579" y="107"/>
                    <a:pt x="10127" y="143"/>
                    <a:pt x="9710" y="179"/>
                  </a:cubicBezTo>
                  <a:cubicBezTo>
                    <a:pt x="9472" y="203"/>
                    <a:pt x="9222" y="226"/>
                    <a:pt x="8972" y="250"/>
                  </a:cubicBezTo>
                  <a:cubicBezTo>
                    <a:pt x="8722" y="286"/>
                    <a:pt x="8460" y="322"/>
                    <a:pt x="8198" y="357"/>
                  </a:cubicBezTo>
                  <a:cubicBezTo>
                    <a:pt x="7674" y="429"/>
                    <a:pt x="7138" y="500"/>
                    <a:pt x="6602" y="584"/>
                  </a:cubicBezTo>
                  <a:cubicBezTo>
                    <a:pt x="6067" y="679"/>
                    <a:pt x="5519" y="786"/>
                    <a:pt x="4995" y="881"/>
                  </a:cubicBezTo>
                  <a:cubicBezTo>
                    <a:pt x="4733" y="941"/>
                    <a:pt x="4471" y="988"/>
                    <a:pt x="4221" y="1036"/>
                  </a:cubicBezTo>
                  <a:cubicBezTo>
                    <a:pt x="3971" y="1096"/>
                    <a:pt x="3733" y="1155"/>
                    <a:pt x="3495" y="1215"/>
                  </a:cubicBezTo>
                  <a:cubicBezTo>
                    <a:pt x="3019" y="1334"/>
                    <a:pt x="2566" y="1441"/>
                    <a:pt x="2161" y="1536"/>
                  </a:cubicBezTo>
                  <a:cubicBezTo>
                    <a:pt x="1769" y="1655"/>
                    <a:pt x="1411" y="1762"/>
                    <a:pt x="1114" y="1846"/>
                  </a:cubicBezTo>
                  <a:cubicBezTo>
                    <a:pt x="530" y="2024"/>
                    <a:pt x="173" y="2131"/>
                    <a:pt x="173" y="2131"/>
                  </a:cubicBezTo>
                  <a:cubicBezTo>
                    <a:pt x="1" y="2200"/>
                    <a:pt x="117" y="2669"/>
                    <a:pt x="307" y="2669"/>
                  </a:cubicBezTo>
                  <a:cubicBezTo>
                    <a:pt x="314" y="2669"/>
                    <a:pt x="321" y="2668"/>
                    <a:pt x="328" y="2667"/>
                  </a:cubicBezTo>
                  <a:cubicBezTo>
                    <a:pt x="328" y="2667"/>
                    <a:pt x="685" y="2584"/>
                    <a:pt x="1280" y="2453"/>
                  </a:cubicBezTo>
                  <a:cubicBezTo>
                    <a:pt x="1578" y="2393"/>
                    <a:pt x="1923" y="2310"/>
                    <a:pt x="2328" y="2227"/>
                  </a:cubicBezTo>
                  <a:cubicBezTo>
                    <a:pt x="2733" y="2155"/>
                    <a:pt x="3173" y="2084"/>
                    <a:pt x="3650" y="2000"/>
                  </a:cubicBezTo>
                  <a:cubicBezTo>
                    <a:pt x="3888" y="1953"/>
                    <a:pt x="4126" y="1917"/>
                    <a:pt x="4376" y="1870"/>
                  </a:cubicBezTo>
                  <a:cubicBezTo>
                    <a:pt x="4626" y="1834"/>
                    <a:pt x="4888" y="1798"/>
                    <a:pt x="5150" y="1762"/>
                  </a:cubicBezTo>
                  <a:cubicBezTo>
                    <a:pt x="5674" y="1691"/>
                    <a:pt x="6210" y="1619"/>
                    <a:pt x="6733" y="1548"/>
                  </a:cubicBezTo>
                  <a:cubicBezTo>
                    <a:pt x="7269" y="1489"/>
                    <a:pt x="7805" y="1429"/>
                    <a:pt x="8317" y="1381"/>
                  </a:cubicBezTo>
                  <a:cubicBezTo>
                    <a:pt x="8579" y="1346"/>
                    <a:pt x="8829" y="1322"/>
                    <a:pt x="9079" y="1298"/>
                  </a:cubicBezTo>
                  <a:cubicBezTo>
                    <a:pt x="9329" y="1274"/>
                    <a:pt x="9567" y="1250"/>
                    <a:pt x="9805" y="1239"/>
                  </a:cubicBezTo>
                  <a:cubicBezTo>
                    <a:pt x="10222" y="1191"/>
                    <a:pt x="10663" y="1155"/>
                    <a:pt x="11127" y="1108"/>
                  </a:cubicBezTo>
                  <a:cubicBezTo>
                    <a:pt x="11234" y="1096"/>
                    <a:pt x="11353" y="1084"/>
                    <a:pt x="11460" y="1072"/>
                  </a:cubicBezTo>
                  <a:cubicBezTo>
                    <a:pt x="11579" y="1072"/>
                    <a:pt x="11698" y="1060"/>
                    <a:pt x="11817" y="1060"/>
                  </a:cubicBezTo>
                  <a:cubicBezTo>
                    <a:pt x="12056" y="1036"/>
                    <a:pt x="12282" y="1024"/>
                    <a:pt x="12520" y="1012"/>
                  </a:cubicBezTo>
                  <a:cubicBezTo>
                    <a:pt x="12996" y="977"/>
                    <a:pt x="13460" y="941"/>
                    <a:pt x="13925" y="917"/>
                  </a:cubicBezTo>
                  <a:cubicBezTo>
                    <a:pt x="14389" y="893"/>
                    <a:pt x="14842" y="881"/>
                    <a:pt x="15258" y="869"/>
                  </a:cubicBezTo>
                  <a:cubicBezTo>
                    <a:pt x="15830" y="838"/>
                    <a:pt x="16354" y="838"/>
                    <a:pt x="16802" y="838"/>
                  </a:cubicBezTo>
                  <a:lnTo>
                    <a:pt x="16802" y="838"/>
                  </a:lnTo>
                  <a:cubicBezTo>
                    <a:pt x="17026" y="838"/>
                    <a:pt x="17231" y="838"/>
                    <a:pt x="17413" y="834"/>
                  </a:cubicBezTo>
                  <a:cubicBezTo>
                    <a:pt x="17866" y="834"/>
                    <a:pt x="18189" y="834"/>
                    <a:pt x="18314" y="827"/>
                  </a:cubicBezTo>
                  <a:lnTo>
                    <a:pt x="18314" y="827"/>
                  </a:lnTo>
                  <a:cubicBezTo>
                    <a:pt x="18323" y="833"/>
                    <a:pt x="18333" y="839"/>
                    <a:pt x="18342" y="846"/>
                  </a:cubicBezTo>
                  <a:cubicBezTo>
                    <a:pt x="18378" y="858"/>
                    <a:pt x="18413" y="869"/>
                    <a:pt x="18449" y="881"/>
                  </a:cubicBezTo>
                  <a:cubicBezTo>
                    <a:pt x="18509" y="905"/>
                    <a:pt x="18556" y="917"/>
                    <a:pt x="18616" y="929"/>
                  </a:cubicBezTo>
                  <a:cubicBezTo>
                    <a:pt x="18711" y="953"/>
                    <a:pt x="18794" y="977"/>
                    <a:pt x="18866" y="988"/>
                  </a:cubicBezTo>
                  <a:cubicBezTo>
                    <a:pt x="19009" y="1012"/>
                    <a:pt x="19104" y="1024"/>
                    <a:pt x="19175" y="1036"/>
                  </a:cubicBezTo>
                  <a:cubicBezTo>
                    <a:pt x="19318" y="1060"/>
                    <a:pt x="19330" y="1060"/>
                    <a:pt x="19330" y="1060"/>
                  </a:cubicBezTo>
                  <a:cubicBezTo>
                    <a:pt x="19533" y="1060"/>
                    <a:pt x="19604" y="607"/>
                    <a:pt x="19414" y="524"/>
                  </a:cubicBezTo>
                  <a:cubicBezTo>
                    <a:pt x="19414" y="524"/>
                    <a:pt x="19402" y="524"/>
                    <a:pt x="19271" y="500"/>
                  </a:cubicBezTo>
                  <a:cubicBezTo>
                    <a:pt x="19199" y="488"/>
                    <a:pt x="19104" y="465"/>
                    <a:pt x="18973" y="441"/>
                  </a:cubicBezTo>
                  <a:cubicBezTo>
                    <a:pt x="18914" y="429"/>
                    <a:pt x="18830" y="417"/>
                    <a:pt x="18759" y="393"/>
                  </a:cubicBezTo>
                  <a:cubicBezTo>
                    <a:pt x="18723" y="381"/>
                    <a:pt x="18675" y="369"/>
                    <a:pt x="18640" y="357"/>
                  </a:cubicBezTo>
                  <a:cubicBezTo>
                    <a:pt x="18616" y="346"/>
                    <a:pt x="18604" y="334"/>
                    <a:pt x="18580" y="334"/>
                  </a:cubicBezTo>
                  <a:cubicBezTo>
                    <a:pt x="18568" y="322"/>
                    <a:pt x="18556" y="322"/>
                    <a:pt x="18544" y="310"/>
                  </a:cubicBezTo>
                  <a:lnTo>
                    <a:pt x="18449" y="274"/>
                  </a:lnTo>
                  <a:lnTo>
                    <a:pt x="18402" y="262"/>
                  </a:lnTo>
                  <a:cubicBezTo>
                    <a:pt x="18354" y="250"/>
                    <a:pt x="18009" y="215"/>
                    <a:pt x="17449" y="167"/>
                  </a:cubicBezTo>
                  <a:cubicBezTo>
                    <a:pt x="16889" y="119"/>
                    <a:pt x="16127" y="36"/>
                    <a:pt x="15258" y="36"/>
                  </a:cubicBezTo>
                  <a:cubicBezTo>
                    <a:pt x="14830" y="24"/>
                    <a:pt x="14377" y="12"/>
                    <a:pt x="139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04;p55">
              <a:extLst>
                <a:ext uri="{FF2B5EF4-FFF2-40B4-BE49-F238E27FC236}">
                  <a16:creationId xmlns:a16="http://schemas.microsoft.com/office/drawing/2014/main" id="{D82B71FD-D2D2-781D-81BF-0D4EFC521DD1}"/>
                </a:ext>
              </a:extLst>
            </p:cNvPr>
            <p:cNvSpPr/>
            <p:nvPr/>
          </p:nvSpPr>
          <p:spPr>
            <a:xfrm>
              <a:off x="7324607" y="1871965"/>
              <a:ext cx="154287" cy="338830"/>
            </a:xfrm>
            <a:custGeom>
              <a:avLst/>
              <a:gdLst/>
              <a:ahLst/>
              <a:cxnLst/>
              <a:rect l="l" t="t" r="r" b="b"/>
              <a:pathLst>
                <a:path w="7440" h="16339" extrusionOk="0">
                  <a:moveTo>
                    <a:pt x="7065" y="0"/>
                  </a:moveTo>
                  <a:cubicBezTo>
                    <a:pt x="6996" y="0"/>
                    <a:pt x="6934" y="18"/>
                    <a:pt x="6902" y="61"/>
                  </a:cubicBezTo>
                  <a:cubicBezTo>
                    <a:pt x="6902" y="61"/>
                    <a:pt x="6771" y="370"/>
                    <a:pt x="6569" y="870"/>
                  </a:cubicBezTo>
                  <a:cubicBezTo>
                    <a:pt x="6367" y="1406"/>
                    <a:pt x="6081" y="2097"/>
                    <a:pt x="5759" y="2930"/>
                  </a:cubicBezTo>
                  <a:cubicBezTo>
                    <a:pt x="5140" y="4573"/>
                    <a:pt x="4378" y="6609"/>
                    <a:pt x="3771" y="8205"/>
                  </a:cubicBezTo>
                  <a:cubicBezTo>
                    <a:pt x="3473" y="9002"/>
                    <a:pt x="3128" y="9895"/>
                    <a:pt x="2759" y="10788"/>
                  </a:cubicBezTo>
                  <a:cubicBezTo>
                    <a:pt x="2378" y="11681"/>
                    <a:pt x="1973" y="12562"/>
                    <a:pt x="1580" y="13336"/>
                  </a:cubicBezTo>
                  <a:cubicBezTo>
                    <a:pt x="1378" y="13717"/>
                    <a:pt x="1187" y="14086"/>
                    <a:pt x="1009" y="14408"/>
                  </a:cubicBezTo>
                  <a:cubicBezTo>
                    <a:pt x="830" y="14717"/>
                    <a:pt x="663" y="15003"/>
                    <a:pt x="533" y="15241"/>
                  </a:cubicBezTo>
                  <a:cubicBezTo>
                    <a:pt x="247" y="15706"/>
                    <a:pt x="68" y="15991"/>
                    <a:pt x="68" y="15991"/>
                  </a:cubicBezTo>
                  <a:cubicBezTo>
                    <a:pt x="0" y="16117"/>
                    <a:pt x="265" y="16339"/>
                    <a:pt x="429" y="16339"/>
                  </a:cubicBezTo>
                  <a:cubicBezTo>
                    <a:pt x="466" y="16339"/>
                    <a:pt x="499" y="16327"/>
                    <a:pt x="521" y="16301"/>
                  </a:cubicBezTo>
                  <a:cubicBezTo>
                    <a:pt x="521" y="16301"/>
                    <a:pt x="723" y="16027"/>
                    <a:pt x="1056" y="15587"/>
                  </a:cubicBezTo>
                  <a:cubicBezTo>
                    <a:pt x="1211" y="15360"/>
                    <a:pt x="1402" y="15086"/>
                    <a:pt x="1616" y="14765"/>
                  </a:cubicBezTo>
                  <a:cubicBezTo>
                    <a:pt x="1818" y="14455"/>
                    <a:pt x="2045" y="14098"/>
                    <a:pt x="2283" y="13729"/>
                  </a:cubicBezTo>
                  <a:cubicBezTo>
                    <a:pt x="2735" y="12955"/>
                    <a:pt x="3211" y="12086"/>
                    <a:pt x="3640" y="11193"/>
                  </a:cubicBezTo>
                  <a:cubicBezTo>
                    <a:pt x="4069" y="10288"/>
                    <a:pt x="4462" y="9383"/>
                    <a:pt x="4759" y="8574"/>
                  </a:cubicBezTo>
                  <a:cubicBezTo>
                    <a:pt x="5378" y="6966"/>
                    <a:pt x="6009" y="4871"/>
                    <a:pt x="6521" y="3192"/>
                  </a:cubicBezTo>
                  <a:cubicBezTo>
                    <a:pt x="7033" y="1501"/>
                    <a:pt x="7414" y="227"/>
                    <a:pt x="7414" y="227"/>
                  </a:cubicBezTo>
                  <a:cubicBezTo>
                    <a:pt x="7439" y="102"/>
                    <a:pt x="7229" y="0"/>
                    <a:pt x="70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05;p55">
              <a:extLst>
                <a:ext uri="{FF2B5EF4-FFF2-40B4-BE49-F238E27FC236}">
                  <a16:creationId xmlns:a16="http://schemas.microsoft.com/office/drawing/2014/main" id="{D175ACE2-9BB4-AF81-6D2C-A5855E108FD0}"/>
                </a:ext>
              </a:extLst>
            </p:cNvPr>
            <p:cNvSpPr/>
            <p:nvPr/>
          </p:nvSpPr>
          <p:spPr>
            <a:xfrm>
              <a:off x="4765848" y="927786"/>
              <a:ext cx="1450090" cy="1879668"/>
            </a:xfrm>
            <a:custGeom>
              <a:avLst/>
              <a:gdLst/>
              <a:ahLst/>
              <a:cxnLst/>
              <a:rect l="l" t="t" r="r" b="b"/>
              <a:pathLst>
                <a:path w="69926" h="90641" extrusionOk="0">
                  <a:moveTo>
                    <a:pt x="18523" y="0"/>
                  </a:moveTo>
                  <a:cubicBezTo>
                    <a:pt x="16491" y="0"/>
                    <a:pt x="14474" y="212"/>
                    <a:pt x="12514" y="681"/>
                  </a:cubicBezTo>
                  <a:cubicBezTo>
                    <a:pt x="8025" y="1752"/>
                    <a:pt x="3239" y="4252"/>
                    <a:pt x="1334" y="8503"/>
                  </a:cubicBezTo>
                  <a:cubicBezTo>
                    <a:pt x="1274" y="8562"/>
                    <a:pt x="1227" y="8610"/>
                    <a:pt x="1167" y="8670"/>
                  </a:cubicBezTo>
                  <a:cubicBezTo>
                    <a:pt x="762" y="8991"/>
                    <a:pt x="715" y="9455"/>
                    <a:pt x="858" y="9836"/>
                  </a:cubicBezTo>
                  <a:cubicBezTo>
                    <a:pt x="703" y="10384"/>
                    <a:pt x="596" y="10944"/>
                    <a:pt x="536" y="11551"/>
                  </a:cubicBezTo>
                  <a:cubicBezTo>
                    <a:pt x="0" y="16968"/>
                    <a:pt x="3263" y="22302"/>
                    <a:pt x="6311" y="26505"/>
                  </a:cubicBezTo>
                  <a:cubicBezTo>
                    <a:pt x="13490" y="36399"/>
                    <a:pt x="23503" y="43602"/>
                    <a:pt x="32862" y="51258"/>
                  </a:cubicBezTo>
                  <a:cubicBezTo>
                    <a:pt x="42625" y="59271"/>
                    <a:pt x="49923" y="67689"/>
                    <a:pt x="56198" y="78619"/>
                  </a:cubicBezTo>
                  <a:cubicBezTo>
                    <a:pt x="57321" y="80578"/>
                    <a:pt x="62210" y="90640"/>
                    <a:pt x="65877" y="90640"/>
                  </a:cubicBezTo>
                  <a:cubicBezTo>
                    <a:pt x="66176" y="90640"/>
                    <a:pt x="66467" y="90573"/>
                    <a:pt x="66747" y="90430"/>
                  </a:cubicBezTo>
                  <a:cubicBezTo>
                    <a:pt x="69926" y="88810"/>
                    <a:pt x="69759" y="78154"/>
                    <a:pt x="69795" y="74952"/>
                  </a:cubicBezTo>
                  <a:cubicBezTo>
                    <a:pt x="69842" y="69999"/>
                    <a:pt x="69247" y="64998"/>
                    <a:pt x="68342" y="60104"/>
                  </a:cubicBezTo>
                  <a:cubicBezTo>
                    <a:pt x="68080" y="58676"/>
                    <a:pt x="67794" y="57271"/>
                    <a:pt x="67497" y="55866"/>
                  </a:cubicBezTo>
                  <a:cubicBezTo>
                    <a:pt x="65187" y="45305"/>
                    <a:pt x="61413" y="34423"/>
                    <a:pt x="56007" y="25029"/>
                  </a:cubicBezTo>
                  <a:cubicBezTo>
                    <a:pt x="51007" y="16349"/>
                    <a:pt x="43982" y="8039"/>
                    <a:pt x="34683" y="3824"/>
                  </a:cubicBezTo>
                  <a:cubicBezTo>
                    <a:pt x="29749" y="1583"/>
                    <a:pt x="24080" y="0"/>
                    <a:pt x="185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06;p55">
              <a:extLst>
                <a:ext uri="{FF2B5EF4-FFF2-40B4-BE49-F238E27FC236}">
                  <a16:creationId xmlns:a16="http://schemas.microsoft.com/office/drawing/2014/main" id="{78713816-EAEC-6930-BED1-00F12666B915}"/>
                </a:ext>
              </a:extLst>
            </p:cNvPr>
            <p:cNvSpPr/>
            <p:nvPr/>
          </p:nvSpPr>
          <p:spPr>
            <a:xfrm>
              <a:off x="5254942" y="1216805"/>
              <a:ext cx="972112" cy="2117734"/>
            </a:xfrm>
            <a:custGeom>
              <a:avLst/>
              <a:gdLst/>
              <a:ahLst/>
              <a:cxnLst/>
              <a:rect l="l" t="t" r="r" b="b"/>
              <a:pathLst>
                <a:path w="46877" h="102121" extrusionOk="0">
                  <a:moveTo>
                    <a:pt x="249" y="0"/>
                  </a:moveTo>
                  <a:cubicBezTo>
                    <a:pt x="0" y="0"/>
                    <a:pt x="69" y="331"/>
                    <a:pt x="644" y="817"/>
                  </a:cubicBezTo>
                  <a:cubicBezTo>
                    <a:pt x="644" y="817"/>
                    <a:pt x="1049" y="1162"/>
                    <a:pt x="1799" y="1805"/>
                  </a:cubicBezTo>
                  <a:cubicBezTo>
                    <a:pt x="2180" y="2114"/>
                    <a:pt x="2633" y="2519"/>
                    <a:pt x="3157" y="2984"/>
                  </a:cubicBezTo>
                  <a:cubicBezTo>
                    <a:pt x="3419" y="3222"/>
                    <a:pt x="3704" y="3472"/>
                    <a:pt x="4002" y="3746"/>
                  </a:cubicBezTo>
                  <a:cubicBezTo>
                    <a:pt x="4300" y="4008"/>
                    <a:pt x="4609" y="4305"/>
                    <a:pt x="4943" y="4603"/>
                  </a:cubicBezTo>
                  <a:cubicBezTo>
                    <a:pt x="6264" y="5805"/>
                    <a:pt x="7788" y="7317"/>
                    <a:pt x="9467" y="9032"/>
                  </a:cubicBezTo>
                  <a:cubicBezTo>
                    <a:pt x="11134" y="10770"/>
                    <a:pt x="12932" y="12747"/>
                    <a:pt x="14765" y="14926"/>
                  </a:cubicBezTo>
                  <a:cubicBezTo>
                    <a:pt x="18409" y="19295"/>
                    <a:pt x="22100" y="24522"/>
                    <a:pt x="25231" y="30035"/>
                  </a:cubicBezTo>
                  <a:cubicBezTo>
                    <a:pt x="26791" y="32785"/>
                    <a:pt x="28219" y="35619"/>
                    <a:pt x="29529" y="38381"/>
                  </a:cubicBezTo>
                  <a:cubicBezTo>
                    <a:pt x="29696" y="38726"/>
                    <a:pt x="29862" y="39071"/>
                    <a:pt x="30029" y="39405"/>
                  </a:cubicBezTo>
                  <a:cubicBezTo>
                    <a:pt x="30184" y="39750"/>
                    <a:pt x="30339" y="40095"/>
                    <a:pt x="30505" y="40441"/>
                  </a:cubicBezTo>
                  <a:cubicBezTo>
                    <a:pt x="30815" y="41131"/>
                    <a:pt x="31124" y="41798"/>
                    <a:pt x="31422" y="42477"/>
                  </a:cubicBezTo>
                  <a:cubicBezTo>
                    <a:pt x="31720" y="43143"/>
                    <a:pt x="32006" y="43810"/>
                    <a:pt x="32291" y="44465"/>
                  </a:cubicBezTo>
                  <a:cubicBezTo>
                    <a:pt x="32363" y="44632"/>
                    <a:pt x="32434" y="44798"/>
                    <a:pt x="32506" y="44953"/>
                  </a:cubicBezTo>
                  <a:cubicBezTo>
                    <a:pt x="32577" y="45120"/>
                    <a:pt x="32637" y="45286"/>
                    <a:pt x="32708" y="45453"/>
                  </a:cubicBezTo>
                  <a:cubicBezTo>
                    <a:pt x="32839" y="45775"/>
                    <a:pt x="32970" y="46096"/>
                    <a:pt x="33113" y="46418"/>
                  </a:cubicBezTo>
                  <a:cubicBezTo>
                    <a:pt x="33649" y="47691"/>
                    <a:pt x="34161" y="49025"/>
                    <a:pt x="34708" y="50394"/>
                  </a:cubicBezTo>
                  <a:cubicBezTo>
                    <a:pt x="34970" y="51085"/>
                    <a:pt x="35232" y="51787"/>
                    <a:pt x="35494" y="52490"/>
                  </a:cubicBezTo>
                  <a:cubicBezTo>
                    <a:pt x="35625" y="52835"/>
                    <a:pt x="35768" y="53192"/>
                    <a:pt x="35899" y="53549"/>
                  </a:cubicBezTo>
                  <a:cubicBezTo>
                    <a:pt x="36018" y="53907"/>
                    <a:pt x="36149" y="54264"/>
                    <a:pt x="36280" y="54621"/>
                  </a:cubicBezTo>
                  <a:cubicBezTo>
                    <a:pt x="36411" y="54990"/>
                    <a:pt x="36542" y="55347"/>
                    <a:pt x="36661" y="55716"/>
                  </a:cubicBezTo>
                  <a:cubicBezTo>
                    <a:pt x="36732" y="55895"/>
                    <a:pt x="36792" y="56073"/>
                    <a:pt x="36863" y="56252"/>
                  </a:cubicBezTo>
                  <a:cubicBezTo>
                    <a:pt x="36923" y="56443"/>
                    <a:pt x="36982" y="56621"/>
                    <a:pt x="37054" y="56812"/>
                  </a:cubicBezTo>
                  <a:cubicBezTo>
                    <a:pt x="37304" y="57550"/>
                    <a:pt x="37554" y="58288"/>
                    <a:pt x="37804" y="59026"/>
                  </a:cubicBezTo>
                  <a:cubicBezTo>
                    <a:pt x="38280" y="60526"/>
                    <a:pt x="38780" y="62027"/>
                    <a:pt x="39233" y="63551"/>
                  </a:cubicBezTo>
                  <a:cubicBezTo>
                    <a:pt x="39697" y="65075"/>
                    <a:pt x="40126" y="66599"/>
                    <a:pt x="40554" y="68123"/>
                  </a:cubicBezTo>
                  <a:cubicBezTo>
                    <a:pt x="40769" y="68885"/>
                    <a:pt x="40971" y="69647"/>
                    <a:pt x="41173" y="70409"/>
                  </a:cubicBezTo>
                  <a:cubicBezTo>
                    <a:pt x="41376" y="71159"/>
                    <a:pt x="41566" y="71921"/>
                    <a:pt x="41757" y="72671"/>
                  </a:cubicBezTo>
                  <a:cubicBezTo>
                    <a:pt x="41852" y="73052"/>
                    <a:pt x="41947" y="73421"/>
                    <a:pt x="42043" y="73802"/>
                  </a:cubicBezTo>
                  <a:cubicBezTo>
                    <a:pt x="42126" y="74171"/>
                    <a:pt x="42221" y="74540"/>
                    <a:pt x="42304" y="74921"/>
                  </a:cubicBezTo>
                  <a:cubicBezTo>
                    <a:pt x="42388" y="75290"/>
                    <a:pt x="42483" y="75659"/>
                    <a:pt x="42566" y="76028"/>
                  </a:cubicBezTo>
                  <a:cubicBezTo>
                    <a:pt x="42650" y="76397"/>
                    <a:pt x="42745" y="76766"/>
                    <a:pt x="42816" y="77124"/>
                  </a:cubicBezTo>
                  <a:cubicBezTo>
                    <a:pt x="43126" y="78588"/>
                    <a:pt x="43436" y="80029"/>
                    <a:pt x="43686" y="81422"/>
                  </a:cubicBezTo>
                  <a:cubicBezTo>
                    <a:pt x="44733" y="87018"/>
                    <a:pt x="45341" y="91995"/>
                    <a:pt x="45722" y="95554"/>
                  </a:cubicBezTo>
                  <a:cubicBezTo>
                    <a:pt x="45817" y="96447"/>
                    <a:pt x="45900" y="97257"/>
                    <a:pt x="45972" y="97960"/>
                  </a:cubicBezTo>
                  <a:cubicBezTo>
                    <a:pt x="46055" y="98650"/>
                    <a:pt x="46114" y="99257"/>
                    <a:pt x="46150" y="99745"/>
                  </a:cubicBezTo>
                  <a:cubicBezTo>
                    <a:pt x="46245" y="100734"/>
                    <a:pt x="46305" y="101269"/>
                    <a:pt x="46305" y="101269"/>
                  </a:cubicBezTo>
                  <a:cubicBezTo>
                    <a:pt x="46369" y="101838"/>
                    <a:pt x="46515" y="102121"/>
                    <a:pt x="46640" y="102121"/>
                  </a:cubicBezTo>
                  <a:cubicBezTo>
                    <a:pt x="46769" y="102121"/>
                    <a:pt x="46877" y="101820"/>
                    <a:pt x="46853" y="101222"/>
                  </a:cubicBezTo>
                  <a:cubicBezTo>
                    <a:pt x="46853" y="101222"/>
                    <a:pt x="46805" y="100686"/>
                    <a:pt x="46734" y="99698"/>
                  </a:cubicBezTo>
                  <a:cubicBezTo>
                    <a:pt x="46686" y="99210"/>
                    <a:pt x="46638" y="98602"/>
                    <a:pt x="46579" y="97900"/>
                  </a:cubicBezTo>
                  <a:cubicBezTo>
                    <a:pt x="46507" y="97198"/>
                    <a:pt x="46436" y="96388"/>
                    <a:pt x="46353" y="95495"/>
                  </a:cubicBezTo>
                  <a:cubicBezTo>
                    <a:pt x="46007" y="91923"/>
                    <a:pt x="45472" y="86922"/>
                    <a:pt x="44483" y="81279"/>
                  </a:cubicBezTo>
                  <a:cubicBezTo>
                    <a:pt x="44245" y="79874"/>
                    <a:pt x="43948" y="78421"/>
                    <a:pt x="43650" y="76945"/>
                  </a:cubicBezTo>
                  <a:cubicBezTo>
                    <a:pt x="43590" y="76576"/>
                    <a:pt x="43495" y="76207"/>
                    <a:pt x="43412" y="75838"/>
                  </a:cubicBezTo>
                  <a:cubicBezTo>
                    <a:pt x="43328" y="75469"/>
                    <a:pt x="43245" y="75088"/>
                    <a:pt x="43162" y="74719"/>
                  </a:cubicBezTo>
                  <a:cubicBezTo>
                    <a:pt x="43078" y="74338"/>
                    <a:pt x="42995" y="73969"/>
                    <a:pt x="42912" y="73588"/>
                  </a:cubicBezTo>
                  <a:cubicBezTo>
                    <a:pt x="42816" y="73218"/>
                    <a:pt x="42721" y="72837"/>
                    <a:pt x="42626" y="72456"/>
                  </a:cubicBezTo>
                  <a:cubicBezTo>
                    <a:pt x="42447" y="71694"/>
                    <a:pt x="42269" y="70932"/>
                    <a:pt x="42066" y="70170"/>
                  </a:cubicBezTo>
                  <a:cubicBezTo>
                    <a:pt x="41876" y="69408"/>
                    <a:pt x="41673" y="68646"/>
                    <a:pt x="41471" y="67873"/>
                  </a:cubicBezTo>
                  <a:cubicBezTo>
                    <a:pt x="41054" y="66337"/>
                    <a:pt x="40638" y="64801"/>
                    <a:pt x="40173" y="63265"/>
                  </a:cubicBezTo>
                  <a:cubicBezTo>
                    <a:pt x="39733" y="61741"/>
                    <a:pt x="39245" y="60217"/>
                    <a:pt x="38768" y="58717"/>
                  </a:cubicBezTo>
                  <a:cubicBezTo>
                    <a:pt x="38518" y="57967"/>
                    <a:pt x="38268" y="57216"/>
                    <a:pt x="38030" y="56478"/>
                  </a:cubicBezTo>
                  <a:cubicBezTo>
                    <a:pt x="37971" y="56288"/>
                    <a:pt x="37899" y="56109"/>
                    <a:pt x="37840" y="55919"/>
                  </a:cubicBezTo>
                  <a:cubicBezTo>
                    <a:pt x="37780" y="55740"/>
                    <a:pt x="37709" y="55550"/>
                    <a:pt x="37649" y="55371"/>
                  </a:cubicBezTo>
                  <a:cubicBezTo>
                    <a:pt x="37518" y="55002"/>
                    <a:pt x="37387" y="54633"/>
                    <a:pt x="37268" y="54276"/>
                  </a:cubicBezTo>
                  <a:cubicBezTo>
                    <a:pt x="37137" y="53907"/>
                    <a:pt x="37006" y="53549"/>
                    <a:pt x="36887" y="53192"/>
                  </a:cubicBezTo>
                  <a:cubicBezTo>
                    <a:pt x="36756" y="52823"/>
                    <a:pt x="36613" y="52478"/>
                    <a:pt x="36482" y="52121"/>
                  </a:cubicBezTo>
                  <a:cubicBezTo>
                    <a:pt x="36220" y="51406"/>
                    <a:pt x="35970" y="50704"/>
                    <a:pt x="35696" y="50013"/>
                  </a:cubicBezTo>
                  <a:cubicBezTo>
                    <a:pt x="35161" y="48644"/>
                    <a:pt x="34637" y="47287"/>
                    <a:pt x="34101" y="46013"/>
                  </a:cubicBezTo>
                  <a:cubicBezTo>
                    <a:pt x="33958" y="45679"/>
                    <a:pt x="33827" y="45358"/>
                    <a:pt x="33696" y="45036"/>
                  </a:cubicBezTo>
                  <a:cubicBezTo>
                    <a:pt x="33625" y="44870"/>
                    <a:pt x="33553" y="44703"/>
                    <a:pt x="33482" y="44536"/>
                  </a:cubicBezTo>
                  <a:cubicBezTo>
                    <a:pt x="33410" y="44382"/>
                    <a:pt x="33339" y="44215"/>
                    <a:pt x="33268" y="44048"/>
                  </a:cubicBezTo>
                  <a:cubicBezTo>
                    <a:pt x="32982" y="43393"/>
                    <a:pt x="32696" y="42715"/>
                    <a:pt x="32398" y="42036"/>
                  </a:cubicBezTo>
                  <a:cubicBezTo>
                    <a:pt x="32089" y="41369"/>
                    <a:pt x="31779" y="40691"/>
                    <a:pt x="31458" y="40000"/>
                  </a:cubicBezTo>
                  <a:cubicBezTo>
                    <a:pt x="31303" y="39655"/>
                    <a:pt x="31136" y="39309"/>
                    <a:pt x="30982" y="38964"/>
                  </a:cubicBezTo>
                  <a:cubicBezTo>
                    <a:pt x="30815" y="38619"/>
                    <a:pt x="30648" y="38274"/>
                    <a:pt x="30482" y="37928"/>
                  </a:cubicBezTo>
                  <a:cubicBezTo>
                    <a:pt x="29136" y="35142"/>
                    <a:pt x="27684" y="32309"/>
                    <a:pt x="26088" y="29546"/>
                  </a:cubicBezTo>
                  <a:cubicBezTo>
                    <a:pt x="22885" y="23998"/>
                    <a:pt x="19111" y="18759"/>
                    <a:pt x="15384" y="14414"/>
                  </a:cubicBezTo>
                  <a:cubicBezTo>
                    <a:pt x="13515" y="12235"/>
                    <a:pt x="11682" y="10258"/>
                    <a:pt x="9979" y="8532"/>
                  </a:cubicBezTo>
                  <a:cubicBezTo>
                    <a:pt x="8264" y="6829"/>
                    <a:pt x="6705" y="5329"/>
                    <a:pt x="5359" y="4139"/>
                  </a:cubicBezTo>
                  <a:cubicBezTo>
                    <a:pt x="5026" y="3841"/>
                    <a:pt x="4716" y="3555"/>
                    <a:pt x="4419" y="3281"/>
                  </a:cubicBezTo>
                  <a:cubicBezTo>
                    <a:pt x="4109" y="3019"/>
                    <a:pt x="3823" y="2769"/>
                    <a:pt x="3550" y="2543"/>
                  </a:cubicBezTo>
                  <a:cubicBezTo>
                    <a:pt x="3014" y="2079"/>
                    <a:pt x="2561" y="1674"/>
                    <a:pt x="2180" y="1364"/>
                  </a:cubicBezTo>
                  <a:cubicBezTo>
                    <a:pt x="1406" y="733"/>
                    <a:pt x="990" y="388"/>
                    <a:pt x="990" y="388"/>
                  </a:cubicBezTo>
                  <a:cubicBezTo>
                    <a:pt x="657" y="117"/>
                    <a:pt x="397" y="0"/>
                    <a:pt x="2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07;p55">
              <a:extLst>
                <a:ext uri="{FF2B5EF4-FFF2-40B4-BE49-F238E27FC236}">
                  <a16:creationId xmlns:a16="http://schemas.microsoft.com/office/drawing/2014/main" id="{37F8D0BF-5DA2-C4CE-09CC-C0F76A96148B}"/>
                </a:ext>
              </a:extLst>
            </p:cNvPr>
            <p:cNvSpPr/>
            <p:nvPr/>
          </p:nvSpPr>
          <p:spPr>
            <a:xfrm>
              <a:off x="5976420" y="1787853"/>
              <a:ext cx="49438" cy="555993"/>
            </a:xfrm>
            <a:custGeom>
              <a:avLst/>
              <a:gdLst/>
              <a:ahLst/>
              <a:cxnLst/>
              <a:rect l="l" t="t" r="r" b="b"/>
              <a:pathLst>
                <a:path w="2384" h="26811" extrusionOk="0">
                  <a:moveTo>
                    <a:pt x="289" y="0"/>
                  </a:moveTo>
                  <a:cubicBezTo>
                    <a:pt x="158" y="0"/>
                    <a:pt x="25" y="72"/>
                    <a:pt x="1" y="212"/>
                  </a:cubicBezTo>
                  <a:cubicBezTo>
                    <a:pt x="1" y="212"/>
                    <a:pt x="1" y="724"/>
                    <a:pt x="13" y="1557"/>
                  </a:cubicBezTo>
                  <a:cubicBezTo>
                    <a:pt x="13" y="2390"/>
                    <a:pt x="24" y="3557"/>
                    <a:pt x="48" y="4891"/>
                  </a:cubicBezTo>
                  <a:cubicBezTo>
                    <a:pt x="84" y="7558"/>
                    <a:pt x="179" y="10868"/>
                    <a:pt x="322" y="13463"/>
                  </a:cubicBezTo>
                  <a:cubicBezTo>
                    <a:pt x="501" y="16047"/>
                    <a:pt x="798" y="19357"/>
                    <a:pt x="1156" y="22000"/>
                  </a:cubicBezTo>
                  <a:cubicBezTo>
                    <a:pt x="1239" y="22667"/>
                    <a:pt x="1310" y="23286"/>
                    <a:pt x="1394" y="23845"/>
                  </a:cubicBezTo>
                  <a:cubicBezTo>
                    <a:pt x="1477" y="24405"/>
                    <a:pt x="1560" y="24893"/>
                    <a:pt x="1620" y="25310"/>
                  </a:cubicBezTo>
                  <a:cubicBezTo>
                    <a:pt x="1751" y="26143"/>
                    <a:pt x="1822" y="26643"/>
                    <a:pt x="1822" y="26643"/>
                  </a:cubicBezTo>
                  <a:cubicBezTo>
                    <a:pt x="1848" y="26757"/>
                    <a:pt x="1960" y="26811"/>
                    <a:pt x="2076" y="26811"/>
                  </a:cubicBezTo>
                  <a:cubicBezTo>
                    <a:pt x="2226" y="26811"/>
                    <a:pt x="2383" y="26721"/>
                    <a:pt x="2370" y="26560"/>
                  </a:cubicBezTo>
                  <a:cubicBezTo>
                    <a:pt x="2370" y="26560"/>
                    <a:pt x="2322" y="26060"/>
                    <a:pt x="2251" y="25238"/>
                  </a:cubicBezTo>
                  <a:cubicBezTo>
                    <a:pt x="2203" y="24822"/>
                    <a:pt x="2156" y="24322"/>
                    <a:pt x="2108" y="23762"/>
                  </a:cubicBezTo>
                  <a:cubicBezTo>
                    <a:pt x="2048" y="23202"/>
                    <a:pt x="2013" y="22583"/>
                    <a:pt x="1953" y="21917"/>
                  </a:cubicBezTo>
                  <a:cubicBezTo>
                    <a:pt x="1727" y="19273"/>
                    <a:pt x="1560" y="15975"/>
                    <a:pt x="1394" y="13392"/>
                  </a:cubicBezTo>
                  <a:cubicBezTo>
                    <a:pt x="1072" y="8224"/>
                    <a:pt x="560" y="200"/>
                    <a:pt x="560" y="200"/>
                  </a:cubicBezTo>
                  <a:cubicBezTo>
                    <a:pt x="537" y="66"/>
                    <a:pt x="414" y="0"/>
                    <a:pt x="2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08;p55">
              <a:extLst>
                <a:ext uri="{FF2B5EF4-FFF2-40B4-BE49-F238E27FC236}">
                  <a16:creationId xmlns:a16="http://schemas.microsoft.com/office/drawing/2014/main" id="{5F36FA98-88CF-7AEE-9A4B-AB9DDC0F5585}"/>
                </a:ext>
              </a:extLst>
            </p:cNvPr>
            <p:cNvSpPr/>
            <p:nvPr/>
          </p:nvSpPr>
          <p:spPr>
            <a:xfrm>
              <a:off x="5418665" y="1777153"/>
              <a:ext cx="441232" cy="195866"/>
            </a:xfrm>
            <a:custGeom>
              <a:avLst/>
              <a:gdLst/>
              <a:ahLst/>
              <a:cxnLst/>
              <a:rect l="l" t="t" r="r" b="b"/>
              <a:pathLst>
                <a:path w="21277" h="9445" extrusionOk="0">
                  <a:moveTo>
                    <a:pt x="1569" y="0"/>
                  </a:moveTo>
                  <a:cubicBezTo>
                    <a:pt x="1521" y="0"/>
                    <a:pt x="1475" y="1"/>
                    <a:pt x="1429" y="1"/>
                  </a:cubicBezTo>
                  <a:cubicBezTo>
                    <a:pt x="1239" y="1"/>
                    <a:pt x="1072" y="13"/>
                    <a:pt x="929" y="25"/>
                  </a:cubicBezTo>
                  <a:cubicBezTo>
                    <a:pt x="786" y="25"/>
                    <a:pt x="655" y="37"/>
                    <a:pt x="560" y="49"/>
                  </a:cubicBezTo>
                  <a:cubicBezTo>
                    <a:pt x="358" y="61"/>
                    <a:pt x="239" y="73"/>
                    <a:pt x="239" y="73"/>
                  </a:cubicBezTo>
                  <a:cubicBezTo>
                    <a:pt x="0" y="132"/>
                    <a:pt x="48" y="585"/>
                    <a:pt x="286" y="632"/>
                  </a:cubicBezTo>
                  <a:cubicBezTo>
                    <a:pt x="286" y="632"/>
                    <a:pt x="393" y="620"/>
                    <a:pt x="584" y="620"/>
                  </a:cubicBezTo>
                  <a:cubicBezTo>
                    <a:pt x="616" y="616"/>
                    <a:pt x="650" y="615"/>
                    <a:pt x="687" y="615"/>
                  </a:cubicBezTo>
                  <a:cubicBezTo>
                    <a:pt x="761" y="615"/>
                    <a:pt x="846" y="620"/>
                    <a:pt x="941" y="620"/>
                  </a:cubicBezTo>
                  <a:cubicBezTo>
                    <a:pt x="1084" y="620"/>
                    <a:pt x="1239" y="620"/>
                    <a:pt x="1417" y="632"/>
                  </a:cubicBezTo>
                  <a:cubicBezTo>
                    <a:pt x="2120" y="668"/>
                    <a:pt x="3096" y="811"/>
                    <a:pt x="4191" y="1085"/>
                  </a:cubicBezTo>
                  <a:cubicBezTo>
                    <a:pt x="5287" y="1347"/>
                    <a:pt x="6489" y="1751"/>
                    <a:pt x="7668" y="2216"/>
                  </a:cubicBezTo>
                  <a:cubicBezTo>
                    <a:pt x="8847" y="2680"/>
                    <a:pt x="9990" y="3216"/>
                    <a:pt x="10990" y="3692"/>
                  </a:cubicBezTo>
                  <a:cubicBezTo>
                    <a:pt x="12978" y="4657"/>
                    <a:pt x="15479" y="6014"/>
                    <a:pt x="17419" y="7228"/>
                  </a:cubicBezTo>
                  <a:cubicBezTo>
                    <a:pt x="19372" y="8419"/>
                    <a:pt x="20789" y="9419"/>
                    <a:pt x="20789" y="9419"/>
                  </a:cubicBezTo>
                  <a:cubicBezTo>
                    <a:pt x="20814" y="9436"/>
                    <a:pt x="20841" y="9444"/>
                    <a:pt x="20870" y="9444"/>
                  </a:cubicBezTo>
                  <a:cubicBezTo>
                    <a:pt x="21056" y="9444"/>
                    <a:pt x="21277" y="9113"/>
                    <a:pt x="21122" y="8979"/>
                  </a:cubicBezTo>
                  <a:cubicBezTo>
                    <a:pt x="21122" y="8979"/>
                    <a:pt x="19765" y="7859"/>
                    <a:pt x="17860" y="6550"/>
                  </a:cubicBezTo>
                  <a:cubicBezTo>
                    <a:pt x="16907" y="5883"/>
                    <a:pt x="15824" y="5169"/>
                    <a:pt x="14717" y="4514"/>
                  </a:cubicBezTo>
                  <a:cubicBezTo>
                    <a:pt x="13597" y="3847"/>
                    <a:pt x="12466" y="3228"/>
                    <a:pt x="11454" y="2728"/>
                  </a:cubicBezTo>
                  <a:cubicBezTo>
                    <a:pt x="10430" y="2240"/>
                    <a:pt x="9240" y="1728"/>
                    <a:pt x="8013" y="1299"/>
                  </a:cubicBezTo>
                  <a:cubicBezTo>
                    <a:pt x="6787" y="859"/>
                    <a:pt x="5513" y="513"/>
                    <a:pt x="4358" y="287"/>
                  </a:cubicBezTo>
                  <a:cubicBezTo>
                    <a:pt x="3275" y="86"/>
                    <a:pt x="2296" y="0"/>
                    <a:pt x="1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09;p55">
              <a:extLst>
                <a:ext uri="{FF2B5EF4-FFF2-40B4-BE49-F238E27FC236}">
                  <a16:creationId xmlns:a16="http://schemas.microsoft.com/office/drawing/2014/main" id="{75AAC5EA-73BE-99FD-3A13-0F8344E4C6E2}"/>
                </a:ext>
              </a:extLst>
            </p:cNvPr>
            <p:cNvSpPr/>
            <p:nvPr/>
          </p:nvSpPr>
          <p:spPr>
            <a:xfrm>
              <a:off x="5546553" y="1299734"/>
              <a:ext cx="48318" cy="241115"/>
            </a:xfrm>
            <a:custGeom>
              <a:avLst/>
              <a:gdLst/>
              <a:ahLst/>
              <a:cxnLst/>
              <a:rect l="l" t="t" r="r" b="b"/>
              <a:pathLst>
                <a:path w="2330" h="11627" extrusionOk="0">
                  <a:moveTo>
                    <a:pt x="372" y="0"/>
                  </a:moveTo>
                  <a:cubicBezTo>
                    <a:pt x="220" y="0"/>
                    <a:pt x="24" y="52"/>
                    <a:pt x="1" y="128"/>
                  </a:cubicBezTo>
                  <a:cubicBezTo>
                    <a:pt x="1" y="128"/>
                    <a:pt x="13" y="354"/>
                    <a:pt x="37" y="711"/>
                  </a:cubicBezTo>
                  <a:cubicBezTo>
                    <a:pt x="48" y="1080"/>
                    <a:pt x="72" y="1580"/>
                    <a:pt x="96" y="2164"/>
                  </a:cubicBezTo>
                  <a:cubicBezTo>
                    <a:pt x="144" y="3318"/>
                    <a:pt x="179" y="4771"/>
                    <a:pt x="310" y="5914"/>
                  </a:cubicBezTo>
                  <a:cubicBezTo>
                    <a:pt x="429" y="7045"/>
                    <a:pt x="703" y="8510"/>
                    <a:pt x="1060" y="9641"/>
                  </a:cubicBezTo>
                  <a:cubicBezTo>
                    <a:pt x="1156" y="9926"/>
                    <a:pt x="1227" y="10188"/>
                    <a:pt x="1322" y="10426"/>
                  </a:cubicBezTo>
                  <a:cubicBezTo>
                    <a:pt x="1406" y="10665"/>
                    <a:pt x="1477" y="10879"/>
                    <a:pt x="1549" y="11046"/>
                  </a:cubicBezTo>
                  <a:cubicBezTo>
                    <a:pt x="1703" y="11391"/>
                    <a:pt x="1787" y="11593"/>
                    <a:pt x="1787" y="11593"/>
                  </a:cubicBezTo>
                  <a:cubicBezTo>
                    <a:pt x="1800" y="11616"/>
                    <a:pt x="1832" y="11626"/>
                    <a:pt x="1876" y="11626"/>
                  </a:cubicBezTo>
                  <a:cubicBezTo>
                    <a:pt x="2033" y="11626"/>
                    <a:pt x="2329" y="11496"/>
                    <a:pt x="2311" y="11403"/>
                  </a:cubicBezTo>
                  <a:cubicBezTo>
                    <a:pt x="2311" y="11403"/>
                    <a:pt x="2251" y="11188"/>
                    <a:pt x="2156" y="10843"/>
                  </a:cubicBezTo>
                  <a:cubicBezTo>
                    <a:pt x="2108" y="10677"/>
                    <a:pt x="2061" y="10462"/>
                    <a:pt x="2001" y="10224"/>
                  </a:cubicBezTo>
                  <a:cubicBezTo>
                    <a:pt x="1942" y="9998"/>
                    <a:pt x="1906" y="9724"/>
                    <a:pt x="1846" y="9450"/>
                  </a:cubicBezTo>
                  <a:cubicBezTo>
                    <a:pt x="1632" y="8331"/>
                    <a:pt x="1489" y="6914"/>
                    <a:pt x="1370" y="5795"/>
                  </a:cubicBezTo>
                  <a:cubicBezTo>
                    <a:pt x="1251" y="4688"/>
                    <a:pt x="1072" y="3247"/>
                    <a:pt x="906" y="2092"/>
                  </a:cubicBezTo>
                  <a:cubicBezTo>
                    <a:pt x="822" y="1509"/>
                    <a:pt x="727" y="997"/>
                    <a:pt x="668" y="640"/>
                  </a:cubicBezTo>
                  <a:cubicBezTo>
                    <a:pt x="596" y="282"/>
                    <a:pt x="549" y="56"/>
                    <a:pt x="549" y="56"/>
                  </a:cubicBezTo>
                  <a:cubicBezTo>
                    <a:pt x="531" y="17"/>
                    <a:pt x="459" y="0"/>
                    <a:pt x="3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10;p55">
              <a:extLst>
                <a:ext uri="{FF2B5EF4-FFF2-40B4-BE49-F238E27FC236}">
                  <a16:creationId xmlns:a16="http://schemas.microsoft.com/office/drawing/2014/main" id="{D59968B8-70FF-99D6-B36C-1E0826FBD02F}"/>
                </a:ext>
              </a:extLst>
            </p:cNvPr>
            <p:cNvSpPr/>
            <p:nvPr/>
          </p:nvSpPr>
          <p:spPr>
            <a:xfrm>
              <a:off x="4584851" y="1830137"/>
              <a:ext cx="1453948" cy="849159"/>
            </a:xfrm>
            <a:custGeom>
              <a:avLst/>
              <a:gdLst/>
              <a:ahLst/>
              <a:cxnLst/>
              <a:rect l="l" t="t" r="r" b="b"/>
              <a:pathLst>
                <a:path w="70112" h="40948" extrusionOk="0">
                  <a:moveTo>
                    <a:pt x="18049" y="1"/>
                  </a:moveTo>
                  <a:cubicBezTo>
                    <a:pt x="11492" y="1"/>
                    <a:pt x="4224" y="1919"/>
                    <a:pt x="1442" y="7055"/>
                  </a:cubicBezTo>
                  <a:cubicBezTo>
                    <a:pt x="418" y="8960"/>
                    <a:pt x="1" y="11293"/>
                    <a:pt x="453" y="14127"/>
                  </a:cubicBezTo>
                  <a:cubicBezTo>
                    <a:pt x="1489" y="20604"/>
                    <a:pt x="6788" y="25307"/>
                    <a:pt x="11872" y="28926"/>
                  </a:cubicBezTo>
                  <a:cubicBezTo>
                    <a:pt x="18587" y="33689"/>
                    <a:pt x="27528" y="34260"/>
                    <a:pt x="35482" y="34796"/>
                  </a:cubicBezTo>
                  <a:cubicBezTo>
                    <a:pt x="41363" y="35201"/>
                    <a:pt x="47281" y="35356"/>
                    <a:pt x="53139" y="36141"/>
                  </a:cubicBezTo>
                  <a:cubicBezTo>
                    <a:pt x="57306" y="36689"/>
                    <a:pt x="61604" y="37523"/>
                    <a:pt x="65414" y="39380"/>
                  </a:cubicBezTo>
                  <a:cubicBezTo>
                    <a:pt x="66259" y="39809"/>
                    <a:pt x="67081" y="40261"/>
                    <a:pt x="67890" y="40773"/>
                  </a:cubicBezTo>
                  <a:cubicBezTo>
                    <a:pt x="68085" y="40895"/>
                    <a:pt x="68284" y="40948"/>
                    <a:pt x="68475" y="40948"/>
                  </a:cubicBezTo>
                  <a:cubicBezTo>
                    <a:pt x="69387" y="40948"/>
                    <a:pt x="70111" y="39750"/>
                    <a:pt x="69176" y="39130"/>
                  </a:cubicBezTo>
                  <a:cubicBezTo>
                    <a:pt x="69081" y="39070"/>
                    <a:pt x="68986" y="39011"/>
                    <a:pt x="68891" y="38951"/>
                  </a:cubicBezTo>
                  <a:cubicBezTo>
                    <a:pt x="68867" y="38892"/>
                    <a:pt x="68843" y="38832"/>
                    <a:pt x="68807" y="38785"/>
                  </a:cubicBezTo>
                  <a:cubicBezTo>
                    <a:pt x="65390" y="32903"/>
                    <a:pt x="61342" y="27319"/>
                    <a:pt x="56770" y="22211"/>
                  </a:cubicBezTo>
                  <a:cubicBezTo>
                    <a:pt x="56449" y="21806"/>
                    <a:pt x="56115" y="21402"/>
                    <a:pt x="55770" y="20997"/>
                  </a:cubicBezTo>
                  <a:cubicBezTo>
                    <a:pt x="51638" y="16115"/>
                    <a:pt x="46828" y="11638"/>
                    <a:pt x="41470" y="8126"/>
                  </a:cubicBezTo>
                  <a:cubicBezTo>
                    <a:pt x="36303" y="4733"/>
                    <a:pt x="30612" y="2006"/>
                    <a:pt x="24552" y="673"/>
                  </a:cubicBezTo>
                  <a:cubicBezTo>
                    <a:pt x="22631" y="244"/>
                    <a:pt x="20385" y="1"/>
                    <a:pt x="180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11;p55">
              <a:extLst>
                <a:ext uri="{FF2B5EF4-FFF2-40B4-BE49-F238E27FC236}">
                  <a16:creationId xmlns:a16="http://schemas.microsoft.com/office/drawing/2014/main" id="{70FC0991-151E-F1DC-6880-35BB575A1369}"/>
                </a:ext>
              </a:extLst>
            </p:cNvPr>
            <p:cNvSpPr/>
            <p:nvPr/>
          </p:nvSpPr>
          <p:spPr>
            <a:xfrm>
              <a:off x="4896204" y="2123987"/>
              <a:ext cx="1333172" cy="865936"/>
            </a:xfrm>
            <a:custGeom>
              <a:avLst/>
              <a:gdLst/>
              <a:ahLst/>
              <a:cxnLst/>
              <a:rect l="l" t="t" r="r" b="b"/>
              <a:pathLst>
                <a:path w="64288" h="41757" extrusionOk="0">
                  <a:moveTo>
                    <a:pt x="487" y="0"/>
                  </a:moveTo>
                  <a:cubicBezTo>
                    <a:pt x="23" y="0"/>
                    <a:pt x="1" y="382"/>
                    <a:pt x="644" y="600"/>
                  </a:cubicBezTo>
                  <a:cubicBezTo>
                    <a:pt x="644" y="600"/>
                    <a:pt x="2049" y="1064"/>
                    <a:pt x="4382" y="1826"/>
                  </a:cubicBezTo>
                  <a:cubicBezTo>
                    <a:pt x="6704" y="2600"/>
                    <a:pt x="9966" y="3695"/>
                    <a:pt x="13633" y="5017"/>
                  </a:cubicBezTo>
                  <a:cubicBezTo>
                    <a:pt x="17301" y="6339"/>
                    <a:pt x="21384" y="7910"/>
                    <a:pt x="25373" y="9625"/>
                  </a:cubicBezTo>
                  <a:cubicBezTo>
                    <a:pt x="29362" y="11339"/>
                    <a:pt x="33255" y="13220"/>
                    <a:pt x="36577" y="15030"/>
                  </a:cubicBezTo>
                  <a:cubicBezTo>
                    <a:pt x="38244" y="15935"/>
                    <a:pt x="39994" y="16947"/>
                    <a:pt x="41768" y="18054"/>
                  </a:cubicBezTo>
                  <a:cubicBezTo>
                    <a:pt x="43542" y="19150"/>
                    <a:pt x="45352" y="20340"/>
                    <a:pt x="47102" y="21614"/>
                  </a:cubicBezTo>
                  <a:cubicBezTo>
                    <a:pt x="48852" y="22888"/>
                    <a:pt x="50555" y="24234"/>
                    <a:pt x="52150" y="25615"/>
                  </a:cubicBezTo>
                  <a:cubicBezTo>
                    <a:pt x="52555" y="25972"/>
                    <a:pt x="52948" y="26317"/>
                    <a:pt x="53341" y="26663"/>
                  </a:cubicBezTo>
                  <a:cubicBezTo>
                    <a:pt x="53722" y="27008"/>
                    <a:pt x="54091" y="27365"/>
                    <a:pt x="54472" y="27710"/>
                  </a:cubicBezTo>
                  <a:cubicBezTo>
                    <a:pt x="54662" y="27877"/>
                    <a:pt x="54841" y="28056"/>
                    <a:pt x="55008" y="28234"/>
                  </a:cubicBezTo>
                  <a:cubicBezTo>
                    <a:pt x="55186" y="28425"/>
                    <a:pt x="55365" y="28591"/>
                    <a:pt x="55532" y="28782"/>
                  </a:cubicBezTo>
                  <a:cubicBezTo>
                    <a:pt x="55889" y="29139"/>
                    <a:pt x="56222" y="29496"/>
                    <a:pt x="56555" y="29853"/>
                  </a:cubicBezTo>
                  <a:cubicBezTo>
                    <a:pt x="57877" y="31270"/>
                    <a:pt x="59032" y="32675"/>
                    <a:pt x="59996" y="33997"/>
                  </a:cubicBezTo>
                  <a:cubicBezTo>
                    <a:pt x="60961" y="35318"/>
                    <a:pt x="61723" y="36557"/>
                    <a:pt x="62259" y="37640"/>
                  </a:cubicBezTo>
                  <a:cubicBezTo>
                    <a:pt x="62806" y="38724"/>
                    <a:pt x="63163" y="39617"/>
                    <a:pt x="63366" y="40248"/>
                  </a:cubicBezTo>
                  <a:cubicBezTo>
                    <a:pt x="63413" y="40414"/>
                    <a:pt x="63461" y="40545"/>
                    <a:pt x="63509" y="40676"/>
                  </a:cubicBezTo>
                  <a:cubicBezTo>
                    <a:pt x="63521" y="40736"/>
                    <a:pt x="63544" y="40783"/>
                    <a:pt x="63556" y="40843"/>
                  </a:cubicBezTo>
                  <a:cubicBezTo>
                    <a:pt x="63568" y="40890"/>
                    <a:pt x="63580" y="40938"/>
                    <a:pt x="63592" y="40986"/>
                  </a:cubicBezTo>
                  <a:cubicBezTo>
                    <a:pt x="63640" y="41152"/>
                    <a:pt x="63663" y="41236"/>
                    <a:pt x="63663" y="41236"/>
                  </a:cubicBezTo>
                  <a:cubicBezTo>
                    <a:pt x="63763" y="41585"/>
                    <a:pt x="63920" y="41756"/>
                    <a:pt x="64045" y="41756"/>
                  </a:cubicBezTo>
                  <a:cubicBezTo>
                    <a:pt x="64187" y="41756"/>
                    <a:pt x="64287" y="41532"/>
                    <a:pt x="64211" y="41093"/>
                  </a:cubicBezTo>
                  <a:cubicBezTo>
                    <a:pt x="64211" y="41093"/>
                    <a:pt x="64187" y="41010"/>
                    <a:pt x="64152" y="40831"/>
                  </a:cubicBezTo>
                  <a:cubicBezTo>
                    <a:pt x="64140" y="40783"/>
                    <a:pt x="64128" y="40736"/>
                    <a:pt x="64116" y="40688"/>
                  </a:cubicBezTo>
                  <a:cubicBezTo>
                    <a:pt x="64104" y="40629"/>
                    <a:pt x="64080" y="40569"/>
                    <a:pt x="64068" y="40509"/>
                  </a:cubicBezTo>
                  <a:cubicBezTo>
                    <a:pt x="64033" y="40379"/>
                    <a:pt x="63985" y="40236"/>
                    <a:pt x="63937" y="40069"/>
                  </a:cubicBezTo>
                  <a:cubicBezTo>
                    <a:pt x="63735" y="39414"/>
                    <a:pt x="63390" y="38474"/>
                    <a:pt x="62854" y="37354"/>
                  </a:cubicBezTo>
                  <a:cubicBezTo>
                    <a:pt x="62306" y="36223"/>
                    <a:pt x="61556" y="34937"/>
                    <a:pt x="60604" y="33568"/>
                  </a:cubicBezTo>
                  <a:cubicBezTo>
                    <a:pt x="59639" y="32199"/>
                    <a:pt x="58484" y="30746"/>
                    <a:pt x="57175" y="29282"/>
                  </a:cubicBezTo>
                  <a:cubicBezTo>
                    <a:pt x="56841" y="28913"/>
                    <a:pt x="56508" y="28556"/>
                    <a:pt x="56163" y="28187"/>
                  </a:cubicBezTo>
                  <a:cubicBezTo>
                    <a:pt x="55996" y="27996"/>
                    <a:pt x="55805" y="27817"/>
                    <a:pt x="55639" y="27627"/>
                  </a:cubicBezTo>
                  <a:cubicBezTo>
                    <a:pt x="55460" y="27436"/>
                    <a:pt x="55281" y="27258"/>
                    <a:pt x="55091" y="27079"/>
                  </a:cubicBezTo>
                  <a:cubicBezTo>
                    <a:pt x="54710" y="26722"/>
                    <a:pt x="54341" y="26353"/>
                    <a:pt x="53948" y="25984"/>
                  </a:cubicBezTo>
                  <a:cubicBezTo>
                    <a:pt x="53567" y="25639"/>
                    <a:pt x="53174" y="25281"/>
                    <a:pt x="52769" y="24912"/>
                  </a:cubicBezTo>
                  <a:cubicBezTo>
                    <a:pt x="51174" y="23495"/>
                    <a:pt x="49459" y="22102"/>
                    <a:pt x="47709" y="20793"/>
                  </a:cubicBezTo>
                  <a:cubicBezTo>
                    <a:pt x="45947" y="19483"/>
                    <a:pt x="44137" y="18257"/>
                    <a:pt x="42339" y="17126"/>
                  </a:cubicBezTo>
                  <a:cubicBezTo>
                    <a:pt x="40553" y="16006"/>
                    <a:pt x="38791" y="14971"/>
                    <a:pt x="37101" y="14066"/>
                  </a:cubicBezTo>
                  <a:cubicBezTo>
                    <a:pt x="33743" y="12220"/>
                    <a:pt x="29802" y="10363"/>
                    <a:pt x="25778" y="8684"/>
                  </a:cubicBezTo>
                  <a:cubicBezTo>
                    <a:pt x="21742" y="7005"/>
                    <a:pt x="17610" y="5481"/>
                    <a:pt x="13907" y="4231"/>
                  </a:cubicBezTo>
                  <a:cubicBezTo>
                    <a:pt x="10204" y="2957"/>
                    <a:pt x="6930" y="1933"/>
                    <a:pt x="4585" y="1207"/>
                  </a:cubicBezTo>
                  <a:cubicBezTo>
                    <a:pt x="2239" y="493"/>
                    <a:pt x="822" y="52"/>
                    <a:pt x="822" y="52"/>
                  </a:cubicBezTo>
                  <a:cubicBezTo>
                    <a:pt x="693" y="16"/>
                    <a:pt x="581" y="0"/>
                    <a:pt x="4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12;p55">
              <a:extLst>
                <a:ext uri="{FF2B5EF4-FFF2-40B4-BE49-F238E27FC236}">
                  <a16:creationId xmlns:a16="http://schemas.microsoft.com/office/drawing/2014/main" id="{37264513-B7A7-D88C-0060-2D493959C196}"/>
                </a:ext>
              </a:extLst>
            </p:cNvPr>
            <p:cNvSpPr/>
            <p:nvPr/>
          </p:nvSpPr>
          <p:spPr>
            <a:xfrm>
              <a:off x="5380072" y="2145679"/>
              <a:ext cx="272864" cy="273341"/>
            </a:xfrm>
            <a:custGeom>
              <a:avLst/>
              <a:gdLst/>
              <a:ahLst/>
              <a:cxnLst/>
              <a:rect l="l" t="t" r="r" b="b"/>
              <a:pathLst>
                <a:path w="13158" h="13181" extrusionOk="0">
                  <a:moveTo>
                    <a:pt x="362" y="1"/>
                  </a:moveTo>
                  <a:cubicBezTo>
                    <a:pt x="191" y="1"/>
                    <a:pt x="1" y="385"/>
                    <a:pt x="123" y="518"/>
                  </a:cubicBezTo>
                  <a:cubicBezTo>
                    <a:pt x="123" y="518"/>
                    <a:pt x="409" y="697"/>
                    <a:pt x="873" y="994"/>
                  </a:cubicBezTo>
                  <a:cubicBezTo>
                    <a:pt x="1087" y="1161"/>
                    <a:pt x="1349" y="1364"/>
                    <a:pt x="1647" y="1590"/>
                  </a:cubicBezTo>
                  <a:cubicBezTo>
                    <a:pt x="1790" y="1709"/>
                    <a:pt x="1933" y="1840"/>
                    <a:pt x="2100" y="1971"/>
                  </a:cubicBezTo>
                  <a:cubicBezTo>
                    <a:pt x="2242" y="2114"/>
                    <a:pt x="2409" y="2245"/>
                    <a:pt x="2576" y="2399"/>
                  </a:cubicBezTo>
                  <a:cubicBezTo>
                    <a:pt x="3874" y="3602"/>
                    <a:pt x="5302" y="5293"/>
                    <a:pt x="6433" y="6638"/>
                  </a:cubicBezTo>
                  <a:cubicBezTo>
                    <a:pt x="7564" y="7972"/>
                    <a:pt x="9041" y="9674"/>
                    <a:pt x="10303" y="10984"/>
                  </a:cubicBezTo>
                  <a:cubicBezTo>
                    <a:pt x="10636" y="11305"/>
                    <a:pt x="10934" y="11603"/>
                    <a:pt x="11208" y="11877"/>
                  </a:cubicBezTo>
                  <a:cubicBezTo>
                    <a:pt x="11494" y="12139"/>
                    <a:pt x="11744" y="12365"/>
                    <a:pt x="11958" y="12567"/>
                  </a:cubicBezTo>
                  <a:cubicBezTo>
                    <a:pt x="12398" y="12936"/>
                    <a:pt x="12660" y="13163"/>
                    <a:pt x="12660" y="13163"/>
                  </a:cubicBezTo>
                  <a:cubicBezTo>
                    <a:pt x="12678" y="13175"/>
                    <a:pt x="12699" y="13180"/>
                    <a:pt x="12721" y="13180"/>
                  </a:cubicBezTo>
                  <a:cubicBezTo>
                    <a:pt x="12891" y="13180"/>
                    <a:pt x="13157" y="12850"/>
                    <a:pt x="13041" y="12734"/>
                  </a:cubicBezTo>
                  <a:cubicBezTo>
                    <a:pt x="13041" y="12734"/>
                    <a:pt x="12803" y="12496"/>
                    <a:pt x="12410" y="12091"/>
                  </a:cubicBezTo>
                  <a:cubicBezTo>
                    <a:pt x="12220" y="11889"/>
                    <a:pt x="11994" y="11639"/>
                    <a:pt x="11744" y="11365"/>
                  </a:cubicBezTo>
                  <a:cubicBezTo>
                    <a:pt x="11494" y="11079"/>
                    <a:pt x="11220" y="10758"/>
                    <a:pt x="10934" y="10412"/>
                  </a:cubicBezTo>
                  <a:cubicBezTo>
                    <a:pt x="9779" y="9043"/>
                    <a:pt x="8422" y="7269"/>
                    <a:pt x="7279" y="5924"/>
                  </a:cubicBezTo>
                  <a:cubicBezTo>
                    <a:pt x="6136" y="4566"/>
                    <a:pt x="4564" y="2923"/>
                    <a:pt x="3123" y="1768"/>
                  </a:cubicBezTo>
                  <a:cubicBezTo>
                    <a:pt x="2945" y="1614"/>
                    <a:pt x="2754" y="1495"/>
                    <a:pt x="2588" y="1364"/>
                  </a:cubicBezTo>
                  <a:cubicBezTo>
                    <a:pt x="2409" y="1233"/>
                    <a:pt x="2254" y="1114"/>
                    <a:pt x="2088" y="994"/>
                  </a:cubicBezTo>
                  <a:cubicBezTo>
                    <a:pt x="1766" y="792"/>
                    <a:pt x="1468" y="602"/>
                    <a:pt x="1218" y="447"/>
                  </a:cubicBezTo>
                  <a:cubicBezTo>
                    <a:pt x="706" y="173"/>
                    <a:pt x="397" y="6"/>
                    <a:pt x="397" y="6"/>
                  </a:cubicBezTo>
                  <a:cubicBezTo>
                    <a:pt x="385" y="2"/>
                    <a:pt x="374" y="1"/>
                    <a:pt x="3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13;p55">
              <a:extLst>
                <a:ext uri="{FF2B5EF4-FFF2-40B4-BE49-F238E27FC236}">
                  <a16:creationId xmlns:a16="http://schemas.microsoft.com/office/drawing/2014/main" id="{A08B4D0D-679F-41FA-DE11-2EC64C723355}"/>
                </a:ext>
              </a:extLst>
            </p:cNvPr>
            <p:cNvSpPr/>
            <p:nvPr/>
          </p:nvSpPr>
          <p:spPr>
            <a:xfrm>
              <a:off x="4951760" y="2276304"/>
              <a:ext cx="405895" cy="72478"/>
            </a:xfrm>
            <a:custGeom>
              <a:avLst/>
              <a:gdLst/>
              <a:ahLst/>
              <a:cxnLst/>
              <a:rect l="l" t="t" r="r" b="b"/>
              <a:pathLst>
                <a:path w="19573" h="3495" extrusionOk="0">
                  <a:moveTo>
                    <a:pt x="14883" y="0"/>
                  </a:moveTo>
                  <a:cubicBezTo>
                    <a:pt x="14840" y="0"/>
                    <a:pt x="14796" y="2"/>
                    <a:pt x="14753" y="6"/>
                  </a:cubicBezTo>
                  <a:cubicBezTo>
                    <a:pt x="14622" y="6"/>
                    <a:pt x="14491" y="18"/>
                    <a:pt x="14348" y="18"/>
                  </a:cubicBezTo>
                  <a:cubicBezTo>
                    <a:pt x="14086" y="29"/>
                    <a:pt x="13812" y="41"/>
                    <a:pt x="13538" y="53"/>
                  </a:cubicBezTo>
                  <a:cubicBezTo>
                    <a:pt x="13264" y="77"/>
                    <a:pt x="12990" y="101"/>
                    <a:pt x="12717" y="125"/>
                  </a:cubicBezTo>
                  <a:cubicBezTo>
                    <a:pt x="12169" y="172"/>
                    <a:pt x="11621" y="256"/>
                    <a:pt x="11097" y="315"/>
                  </a:cubicBezTo>
                  <a:cubicBezTo>
                    <a:pt x="10573" y="387"/>
                    <a:pt x="10061" y="470"/>
                    <a:pt x="9597" y="553"/>
                  </a:cubicBezTo>
                  <a:cubicBezTo>
                    <a:pt x="7716" y="899"/>
                    <a:pt x="5358" y="1518"/>
                    <a:pt x="3477" y="2042"/>
                  </a:cubicBezTo>
                  <a:cubicBezTo>
                    <a:pt x="2537" y="2292"/>
                    <a:pt x="1715" y="2518"/>
                    <a:pt x="1132" y="2685"/>
                  </a:cubicBezTo>
                  <a:cubicBezTo>
                    <a:pt x="536" y="2839"/>
                    <a:pt x="179" y="2935"/>
                    <a:pt x="179" y="2935"/>
                  </a:cubicBezTo>
                  <a:cubicBezTo>
                    <a:pt x="1" y="3018"/>
                    <a:pt x="96" y="3482"/>
                    <a:pt x="298" y="3494"/>
                  </a:cubicBezTo>
                  <a:cubicBezTo>
                    <a:pt x="298" y="3494"/>
                    <a:pt x="667" y="3435"/>
                    <a:pt x="1275" y="3327"/>
                  </a:cubicBezTo>
                  <a:cubicBezTo>
                    <a:pt x="1870" y="3208"/>
                    <a:pt x="2715" y="3042"/>
                    <a:pt x="3668" y="2851"/>
                  </a:cubicBezTo>
                  <a:cubicBezTo>
                    <a:pt x="5585" y="2470"/>
                    <a:pt x="7942" y="1982"/>
                    <a:pt x="9800" y="1649"/>
                  </a:cubicBezTo>
                  <a:cubicBezTo>
                    <a:pt x="11645" y="1292"/>
                    <a:pt x="14002" y="922"/>
                    <a:pt x="15919" y="839"/>
                  </a:cubicBezTo>
                  <a:cubicBezTo>
                    <a:pt x="16038" y="833"/>
                    <a:pt x="16154" y="833"/>
                    <a:pt x="16269" y="833"/>
                  </a:cubicBezTo>
                  <a:cubicBezTo>
                    <a:pt x="16384" y="833"/>
                    <a:pt x="16497" y="833"/>
                    <a:pt x="16610" y="827"/>
                  </a:cubicBezTo>
                  <a:lnTo>
                    <a:pt x="17253" y="827"/>
                  </a:lnTo>
                  <a:cubicBezTo>
                    <a:pt x="17646" y="851"/>
                    <a:pt x="18015" y="875"/>
                    <a:pt x="18312" y="887"/>
                  </a:cubicBezTo>
                  <a:cubicBezTo>
                    <a:pt x="18896" y="970"/>
                    <a:pt x="19253" y="1018"/>
                    <a:pt x="19253" y="1018"/>
                  </a:cubicBezTo>
                  <a:cubicBezTo>
                    <a:pt x="19255" y="1018"/>
                    <a:pt x="19257" y="1018"/>
                    <a:pt x="19259" y="1018"/>
                  </a:cubicBezTo>
                  <a:cubicBezTo>
                    <a:pt x="19446" y="1018"/>
                    <a:pt x="19572" y="505"/>
                    <a:pt x="19372" y="458"/>
                  </a:cubicBezTo>
                  <a:cubicBezTo>
                    <a:pt x="19372" y="458"/>
                    <a:pt x="19015" y="375"/>
                    <a:pt x="18396" y="244"/>
                  </a:cubicBezTo>
                  <a:cubicBezTo>
                    <a:pt x="18086" y="196"/>
                    <a:pt x="17717" y="149"/>
                    <a:pt x="17300" y="89"/>
                  </a:cubicBezTo>
                  <a:cubicBezTo>
                    <a:pt x="17086" y="77"/>
                    <a:pt x="16860" y="65"/>
                    <a:pt x="16634" y="41"/>
                  </a:cubicBezTo>
                  <a:cubicBezTo>
                    <a:pt x="16407" y="29"/>
                    <a:pt x="16157" y="6"/>
                    <a:pt x="15919" y="6"/>
                  </a:cubicBezTo>
                  <a:lnTo>
                    <a:pt x="15145" y="6"/>
                  </a:lnTo>
                  <a:cubicBezTo>
                    <a:pt x="15058" y="6"/>
                    <a:pt x="14971" y="0"/>
                    <a:pt x="1488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" name="Google Shape;914;p55">
            <a:extLst>
              <a:ext uri="{FF2B5EF4-FFF2-40B4-BE49-F238E27FC236}">
                <a16:creationId xmlns:a16="http://schemas.microsoft.com/office/drawing/2014/main" id="{5F2E000C-8179-0E5B-EEAB-D1D3C4A622B9}"/>
              </a:ext>
            </a:extLst>
          </p:cNvPr>
          <p:cNvGrpSpPr/>
          <p:nvPr/>
        </p:nvGrpSpPr>
        <p:grpSpPr>
          <a:xfrm>
            <a:off x="5295076" y="2156570"/>
            <a:ext cx="2182435" cy="2182332"/>
            <a:chOff x="5238663" y="1905559"/>
            <a:chExt cx="2182435" cy="2182332"/>
          </a:xfrm>
        </p:grpSpPr>
        <p:sp>
          <p:nvSpPr>
            <p:cNvPr id="54" name="Google Shape;915;p55">
              <a:extLst>
                <a:ext uri="{FF2B5EF4-FFF2-40B4-BE49-F238E27FC236}">
                  <a16:creationId xmlns:a16="http://schemas.microsoft.com/office/drawing/2014/main" id="{60FA7AE2-AB6E-0091-788E-B62787AA3035}"/>
                </a:ext>
              </a:extLst>
            </p:cNvPr>
            <p:cNvSpPr/>
            <p:nvPr/>
          </p:nvSpPr>
          <p:spPr>
            <a:xfrm>
              <a:off x="5238663" y="1905559"/>
              <a:ext cx="2182435" cy="2182166"/>
            </a:xfrm>
            <a:custGeom>
              <a:avLst/>
              <a:gdLst/>
              <a:ahLst/>
              <a:cxnLst/>
              <a:rect l="l" t="t" r="r" b="b"/>
              <a:pathLst>
                <a:path w="105241" h="105228" extrusionOk="0">
                  <a:moveTo>
                    <a:pt x="52614" y="1"/>
                  </a:moveTo>
                  <a:cubicBezTo>
                    <a:pt x="23563" y="1"/>
                    <a:pt x="1" y="23551"/>
                    <a:pt x="1" y="52614"/>
                  </a:cubicBezTo>
                  <a:cubicBezTo>
                    <a:pt x="1" y="81677"/>
                    <a:pt x="23563" y="105228"/>
                    <a:pt x="52614" y="105228"/>
                  </a:cubicBezTo>
                  <a:cubicBezTo>
                    <a:pt x="81678" y="105228"/>
                    <a:pt x="105240" y="81677"/>
                    <a:pt x="105240" y="52614"/>
                  </a:cubicBezTo>
                  <a:cubicBezTo>
                    <a:pt x="105240" y="23551"/>
                    <a:pt x="81678" y="1"/>
                    <a:pt x="52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16;p55">
              <a:extLst>
                <a:ext uri="{FF2B5EF4-FFF2-40B4-BE49-F238E27FC236}">
                  <a16:creationId xmlns:a16="http://schemas.microsoft.com/office/drawing/2014/main" id="{F2838D94-E98B-FCE3-3A82-4E62CA402977}"/>
                </a:ext>
              </a:extLst>
            </p:cNvPr>
            <p:cNvSpPr/>
            <p:nvPr/>
          </p:nvSpPr>
          <p:spPr>
            <a:xfrm>
              <a:off x="6609972" y="3930867"/>
              <a:ext cx="73618" cy="27270"/>
            </a:xfrm>
            <a:custGeom>
              <a:avLst/>
              <a:gdLst/>
              <a:ahLst/>
              <a:cxnLst/>
              <a:rect l="l" t="t" r="r" b="b"/>
              <a:pathLst>
                <a:path w="3550" h="1315" extrusionOk="0">
                  <a:moveTo>
                    <a:pt x="1702" y="1"/>
                  </a:moveTo>
                  <a:cubicBezTo>
                    <a:pt x="1127" y="1"/>
                    <a:pt x="621" y="113"/>
                    <a:pt x="251" y="694"/>
                  </a:cubicBezTo>
                  <a:cubicBezTo>
                    <a:pt x="0" y="1204"/>
                    <a:pt x="466" y="1315"/>
                    <a:pt x="914" y="1315"/>
                  </a:cubicBezTo>
                  <a:cubicBezTo>
                    <a:pt x="1104" y="1315"/>
                    <a:pt x="1290" y="1295"/>
                    <a:pt x="1418" y="1277"/>
                  </a:cubicBezTo>
                  <a:cubicBezTo>
                    <a:pt x="1763" y="1230"/>
                    <a:pt x="3549" y="920"/>
                    <a:pt x="3442" y="301"/>
                  </a:cubicBezTo>
                  <a:cubicBezTo>
                    <a:pt x="3393" y="56"/>
                    <a:pt x="3004" y="24"/>
                    <a:pt x="2687" y="24"/>
                  </a:cubicBezTo>
                  <a:cubicBezTo>
                    <a:pt x="2572" y="24"/>
                    <a:pt x="2466" y="28"/>
                    <a:pt x="2390" y="28"/>
                  </a:cubicBezTo>
                  <a:cubicBezTo>
                    <a:pt x="2369" y="28"/>
                    <a:pt x="2351" y="28"/>
                    <a:pt x="2335" y="27"/>
                  </a:cubicBezTo>
                  <a:cubicBezTo>
                    <a:pt x="2117" y="15"/>
                    <a:pt x="1905" y="1"/>
                    <a:pt x="17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17;p55">
              <a:extLst>
                <a:ext uri="{FF2B5EF4-FFF2-40B4-BE49-F238E27FC236}">
                  <a16:creationId xmlns:a16="http://schemas.microsoft.com/office/drawing/2014/main" id="{33DBD938-2326-2296-1150-EABC08071819}"/>
                </a:ext>
              </a:extLst>
            </p:cNvPr>
            <p:cNvSpPr/>
            <p:nvPr/>
          </p:nvSpPr>
          <p:spPr>
            <a:xfrm>
              <a:off x="6263075" y="2651943"/>
              <a:ext cx="240016" cy="76148"/>
            </a:xfrm>
            <a:custGeom>
              <a:avLst/>
              <a:gdLst/>
              <a:ahLst/>
              <a:cxnLst/>
              <a:rect l="l" t="t" r="r" b="b"/>
              <a:pathLst>
                <a:path w="11574" h="3672" extrusionOk="0">
                  <a:moveTo>
                    <a:pt x="3129" y="1"/>
                  </a:moveTo>
                  <a:cubicBezTo>
                    <a:pt x="2199" y="1"/>
                    <a:pt x="1385" y="597"/>
                    <a:pt x="453" y="715"/>
                  </a:cubicBezTo>
                  <a:cubicBezTo>
                    <a:pt x="440" y="712"/>
                    <a:pt x="429" y="711"/>
                    <a:pt x="417" y="711"/>
                  </a:cubicBezTo>
                  <a:cubicBezTo>
                    <a:pt x="386" y="711"/>
                    <a:pt x="357" y="722"/>
                    <a:pt x="322" y="739"/>
                  </a:cubicBezTo>
                  <a:cubicBezTo>
                    <a:pt x="179" y="858"/>
                    <a:pt x="156" y="870"/>
                    <a:pt x="60" y="1049"/>
                  </a:cubicBezTo>
                  <a:cubicBezTo>
                    <a:pt x="1" y="1156"/>
                    <a:pt x="60" y="1275"/>
                    <a:pt x="179" y="1323"/>
                  </a:cubicBezTo>
                  <a:cubicBezTo>
                    <a:pt x="409" y="1413"/>
                    <a:pt x="616" y="1449"/>
                    <a:pt x="810" y="1449"/>
                  </a:cubicBezTo>
                  <a:cubicBezTo>
                    <a:pt x="1551" y="1449"/>
                    <a:pt x="2099" y="929"/>
                    <a:pt x="2944" y="929"/>
                  </a:cubicBezTo>
                  <a:cubicBezTo>
                    <a:pt x="2959" y="929"/>
                    <a:pt x="2974" y="929"/>
                    <a:pt x="2989" y="930"/>
                  </a:cubicBezTo>
                  <a:cubicBezTo>
                    <a:pt x="3882" y="954"/>
                    <a:pt x="4299" y="1680"/>
                    <a:pt x="5073" y="1870"/>
                  </a:cubicBezTo>
                  <a:cubicBezTo>
                    <a:pt x="5799" y="2061"/>
                    <a:pt x="6180" y="1989"/>
                    <a:pt x="6835" y="2478"/>
                  </a:cubicBezTo>
                  <a:cubicBezTo>
                    <a:pt x="7085" y="2668"/>
                    <a:pt x="8097" y="2894"/>
                    <a:pt x="7526" y="3347"/>
                  </a:cubicBezTo>
                  <a:cubicBezTo>
                    <a:pt x="7395" y="3454"/>
                    <a:pt x="7514" y="3668"/>
                    <a:pt x="7656" y="3668"/>
                  </a:cubicBezTo>
                  <a:cubicBezTo>
                    <a:pt x="7787" y="3670"/>
                    <a:pt x="7930" y="3671"/>
                    <a:pt x="8083" y="3671"/>
                  </a:cubicBezTo>
                  <a:cubicBezTo>
                    <a:pt x="9172" y="3671"/>
                    <a:pt x="10737" y="3597"/>
                    <a:pt x="11478" y="2918"/>
                  </a:cubicBezTo>
                  <a:cubicBezTo>
                    <a:pt x="11574" y="2823"/>
                    <a:pt x="11538" y="2680"/>
                    <a:pt x="11443" y="2620"/>
                  </a:cubicBezTo>
                  <a:cubicBezTo>
                    <a:pt x="10109" y="1704"/>
                    <a:pt x="8002" y="1608"/>
                    <a:pt x="6442" y="1120"/>
                  </a:cubicBezTo>
                  <a:cubicBezTo>
                    <a:pt x="5454" y="811"/>
                    <a:pt x="4216" y="25"/>
                    <a:pt x="3156" y="1"/>
                  </a:cubicBezTo>
                  <a:cubicBezTo>
                    <a:pt x="3147" y="1"/>
                    <a:pt x="3138" y="1"/>
                    <a:pt x="3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18;p55">
              <a:extLst>
                <a:ext uri="{FF2B5EF4-FFF2-40B4-BE49-F238E27FC236}">
                  <a16:creationId xmlns:a16="http://schemas.microsoft.com/office/drawing/2014/main" id="{F404C043-9E4E-898C-EBC2-0D05F5510B96}"/>
                </a:ext>
              </a:extLst>
            </p:cNvPr>
            <p:cNvSpPr/>
            <p:nvPr/>
          </p:nvSpPr>
          <p:spPr>
            <a:xfrm>
              <a:off x="6397889" y="2744744"/>
              <a:ext cx="64535" cy="23164"/>
            </a:xfrm>
            <a:custGeom>
              <a:avLst/>
              <a:gdLst/>
              <a:ahLst/>
              <a:cxnLst/>
              <a:rect l="l" t="t" r="r" b="b"/>
              <a:pathLst>
                <a:path w="3112" h="1117" extrusionOk="0">
                  <a:moveTo>
                    <a:pt x="337" y="0"/>
                  </a:moveTo>
                  <a:cubicBezTo>
                    <a:pt x="283" y="0"/>
                    <a:pt x="230" y="15"/>
                    <a:pt x="179" y="50"/>
                  </a:cubicBezTo>
                  <a:cubicBezTo>
                    <a:pt x="1" y="181"/>
                    <a:pt x="1" y="491"/>
                    <a:pt x="108" y="658"/>
                  </a:cubicBezTo>
                  <a:cubicBezTo>
                    <a:pt x="251" y="884"/>
                    <a:pt x="560" y="920"/>
                    <a:pt x="798" y="943"/>
                  </a:cubicBezTo>
                  <a:cubicBezTo>
                    <a:pt x="1203" y="979"/>
                    <a:pt x="1560" y="955"/>
                    <a:pt x="1965" y="1074"/>
                  </a:cubicBezTo>
                  <a:cubicBezTo>
                    <a:pt x="2048" y="1100"/>
                    <a:pt x="2176" y="1117"/>
                    <a:pt x="2312" y="1117"/>
                  </a:cubicBezTo>
                  <a:cubicBezTo>
                    <a:pt x="2680" y="1117"/>
                    <a:pt x="3111" y="992"/>
                    <a:pt x="2894" y="574"/>
                  </a:cubicBezTo>
                  <a:cubicBezTo>
                    <a:pt x="2751" y="312"/>
                    <a:pt x="2358" y="158"/>
                    <a:pt x="2084" y="98"/>
                  </a:cubicBezTo>
                  <a:cubicBezTo>
                    <a:pt x="2031" y="88"/>
                    <a:pt x="1979" y="83"/>
                    <a:pt x="1928" y="83"/>
                  </a:cubicBezTo>
                  <a:cubicBezTo>
                    <a:pt x="1607" y="83"/>
                    <a:pt x="1327" y="261"/>
                    <a:pt x="1025" y="261"/>
                  </a:cubicBezTo>
                  <a:cubicBezTo>
                    <a:pt x="989" y="261"/>
                    <a:pt x="954" y="258"/>
                    <a:pt x="917" y="253"/>
                  </a:cubicBezTo>
                  <a:cubicBezTo>
                    <a:pt x="749" y="197"/>
                    <a:pt x="536" y="0"/>
                    <a:pt x="3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19;p55">
              <a:extLst>
                <a:ext uri="{FF2B5EF4-FFF2-40B4-BE49-F238E27FC236}">
                  <a16:creationId xmlns:a16="http://schemas.microsoft.com/office/drawing/2014/main" id="{EDA6EA71-007C-0E3D-D011-C5A2328C66C9}"/>
                </a:ext>
              </a:extLst>
            </p:cNvPr>
            <p:cNvSpPr/>
            <p:nvPr/>
          </p:nvSpPr>
          <p:spPr>
            <a:xfrm>
              <a:off x="6497637" y="2715214"/>
              <a:ext cx="130003" cy="58086"/>
            </a:xfrm>
            <a:custGeom>
              <a:avLst/>
              <a:gdLst/>
              <a:ahLst/>
              <a:cxnLst/>
              <a:rect l="l" t="t" r="r" b="b"/>
              <a:pathLst>
                <a:path w="6269" h="2801" extrusionOk="0">
                  <a:moveTo>
                    <a:pt x="1479" y="1"/>
                  </a:moveTo>
                  <a:cubicBezTo>
                    <a:pt x="1168" y="1"/>
                    <a:pt x="881" y="65"/>
                    <a:pt x="656" y="236"/>
                  </a:cubicBezTo>
                  <a:cubicBezTo>
                    <a:pt x="644" y="248"/>
                    <a:pt x="632" y="260"/>
                    <a:pt x="620" y="272"/>
                  </a:cubicBezTo>
                  <a:cubicBezTo>
                    <a:pt x="572" y="331"/>
                    <a:pt x="536" y="415"/>
                    <a:pt x="584" y="498"/>
                  </a:cubicBezTo>
                  <a:cubicBezTo>
                    <a:pt x="763" y="820"/>
                    <a:pt x="2037" y="1177"/>
                    <a:pt x="2013" y="1462"/>
                  </a:cubicBezTo>
                  <a:cubicBezTo>
                    <a:pt x="2013" y="1441"/>
                    <a:pt x="1814" y="1427"/>
                    <a:pt x="1543" y="1427"/>
                  </a:cubicBezTo>
                  <a:cubicBezTo>
                    <a:pt x="1059" y="1427"/>
                    <a:pt x="346" y="1471"/>
                    <a:pt x="132" y="1593"/>
                  </a:cubicBezTo>
                  <a:cubicBezTo>
                    <a:pt x="25" y="1641"/>
                    <a:pt x="1" y="1808"/>
                    <a:pt x="84" y="1891"/>
                  </a:cubicBezTo>
                  <a:cubicBezTo>
                    <a:pt x="358" y="2129"/>
                    <a:pt x="739" y="2153"/>
                    <a:pt x="1084" y="2189"/>
                  </a:cubicBezTo>
                  <a:cubicBezTo>
                    <a:pt x="1117" y="2191"/>
                    <a:pt x="1150" y="2192"/>
                    <a:pt x="1185" y="2192"/>
                  </a:cubicBezTo>
                  <a:cubicBezTo>
                    <a:pt x="1376" y="2192"/>
                    <a:pt x="1598" y="2160"/>
                    <a:pt x="1803" y="2160"/>
                  </a:cubicBezTo>
                  <a:cubicBezTo>
                    <a:pt x="1917" y="2160"/>
                    <a:pt x="2025" y="2170"/>
                    <a:pt x="2120" y="2201"/>
                  </a:cubicBezTo>
                  <a:cubicBezTo>
                    <a:pt x="2239" y="2236"/>
                    <a:pt x="2620" y="2713"/>
                    <a:pt x="2787" y="2748"/>
                  </a:cubicBezTo>
                  <a:cubicBezTo>
                    <a:pt x="2924" y="2783"/>
                    <a:pt x="2968" y="2801"/>
                    <a:pt x="3008" y="2801"/>
                  </a:cubicBezTo>
                  <a:cubicBezTo>
                    <a:pt x="3052" y="2801"/>
                    <a:pt x="3091" y="2780"/>
                    <a:pt x="3239" y="2736"/>
                  </a:cubicBezTo>
                  <a:cubicBezTo>
                    <a:pt x="3891" y="2553"/>
                    <a:pt x="2687" y="2151"/>
                    <a:pt x="4035" y="2151"/>
                  </a:cubicBezTo>
                  <a:cubicBezTo>
                    <a:pt x="4091" y="2151"/>
                    <a:pt x="4151" y="2152"/>
                    <a:pt x="4216" y="2153"/>
                  </a:cubicBezTo>
                  <a:cubicBezTo>
                    <a:pt x="4404" y="2153"/>
                    <a:pt x="4531" y="2298"/>
                    <a:pt x="4712" y="2298"/>
                  </a:cubicBezTo>
                  <a:cubicBezTo>
                    <a:pt x="4725" y="2298"/>
                    <a:pt x="4738" y="2298"/>
                    <a:pt x="4751" y="2296"/>
                  </a:cubicBezTo>
                  <a:cubicBezTo>
                    <a:pt x="4823" y="2296"/>
                    <a:pt x="4918" y="2248"/>
                    <a:pt x="4930" y="2165"/>
                  </a:cubicBezTo>
                  <a:cubicBezTo>
                    <a:pt x="4988" y="1789"/>
                    <a:pt x="5359" y="1686"/>
                    <a:pt x="5719" y="1686"/>
                  </a:cubicBezTo>
                  <a:cubicBezTo>
                    <a:pt x="5803" y="1686"/>
                    <a:pt x="5887" y="1692"/>
                    <a:pt x="5966" y="1701"/>
                  </a:cubicBezTo>
                  <a:cubicBezTo>
                    <a:pt x="5977" y="1702"/>
                    <a:pt x="5989" y="1703"/>
                    <a:pt x="6000" y="1703"/>
                  </a:cubicBezTo>
                  <a:cubicBezTo>
                    <a:pt x="6142" y="1703"/>
                    <a:pt x="6268" y="1570"/>
                    <a:pt x="6180" y="1427"/>
                  </a:cubicBezTo>
                  <a:cubicBezTo>
                    <a:pt x="5668" y="570"/>
                    <a:pt x="4335" y="736"/>
                    <a:pt x="3537" y="498"/>
                  </a:cubicBezTo>
                  <a:cubicBezTo>
                    <a:pt x="3016" y="333"/>
                    <a:pt x="2185" y="1"/>
                    <a:pt x="14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20;p55">
              <a:extLst>
                <a:ext uri="{FF2B5EF4-FFF2-40B4-BE49-F238E27FC236}">
                  <a16:creationId xmlns:a16="http://schemas.microsoft.com/office/drawing/2014/main" id="{E09C2404-66F8-98F1-D981-37DB28B397B9}"/>
                </a:ext>
              </a:extLst>
            </p:cNvPr>
            <p:cNvSpPr/>
            <p:nvPr/>
          </p:nvSpPr>
          <p:spPr>
            <a:xfrm>
              <a:off x="6638133" y="2745262"/>
              <a:ext cx="54519" cy="26731"/>
            </a:xfrm>
            <a:custGeom>
              <a:avLst/>
              <a:gdLst/>
              <a:ahLst/>
              <a:cxnLst/>
              <a:rect l="l" t="t" r="r" b="b"/>
              <a:pathLst>
                <a:path w="2629" h="1289" extrusionOk="0">
                  <a:moveTo>
                    <a:pt x="1267" y="1"/>
                  </a:moveTo>
                  <a:cubicBezTo>
                    <a:pt x="1051" y="1"/>
                    <a:pt x="840" y="31"/>
                    <a:pt x="667" y="85"/>
                  </a:cubicBezTo>
                  <a:cubicBezTo>
                    <a:pt x="298" y="204"/>
                    <a:pt x="0" y="549"/>
                    <a:pt x="477" y="775"/>
                  </a:cubicBezTo>
                  <a:cubicBezTo>
                    <a:pt x="786" y="918"/>
                    <a:pt x="1143" y="1002"/>
                    <a:pt x="1477" y="1109"/>
                  </a:cubicBezTo>
                  <a:cubicBezTo>
                    <a:pt x="1679" y="1180"/>
                    <a:pt x="1905" y="1276"/>
                    <a:pt x="2132" y="1287"/>
                  </a:cubicBezTo>
                  <a:cubicBezTo>
                    <a:pt x="2142" y="1288"/>
                    <a:pt x="2151" y="1288"/>
                    <a:pt x="2161" y="1288"/>
                  </a:cubicBezTo>
                  <a:cubicBezTo>
                    <a:pt x="2629" y="1288"/>
                    <a:pt x="2556" y="722"/>
                    <a:pt x="2370" y="418"/>
                  </a:cubicBezTo>
                  <a:cubicBezTo>
                    <a:pt x="2370" y="406"/>
                    <a:pt x="2358" y="406"/>
                    <a:pt x="2358" y="394"/>
                  </a:cubicBezTo>
                  <a:cubicBezTo>
                    <a:pt x="2346" y="394"/>
                    <a:pt x="2346" y="383"/>
                    <a:pt x="2346" y="383"/>
                  </a:cubicBezTo>
                  <a:cubicBezTo>
                    <a:pt x="2105" y="110"/>
                    <a:pt x="1675" y="1"/>
                    <a:pt x="1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21;p55">
              <a:extLst>
                <a:ext uri="{FF2B5EF4-FFF2-40B4-BE49-F238E27FC236}">
                  <a16:creationId xmlns:a16="http://schemas.microsoft.com/office/drawing/2014/main" id="{6282F3AF-9C82-5CD0-71D5-22E519E4DAD2}"/>
                </a:ext>
              </a:extLst>
            </p:cNvPr>
            <p:cNvSpPr/>
            <p:nvPr/>
          </p:nvSpPr>
          <p:spPr>
            <a:xfrm>
              <a:off x="6394177" y="2603915"/>
              <a:ext cx="44482" cy="48277"/>
            </a:xfrm>
            <a:custGeom>
              <a:avLst/>
              <a:gdLst/>
              <a:ahLst/>
              <a:cxnLst/>
              <a:rect l="l" t="t" r="r" b="b"/>
              <a:pathLst>
                <a:path w="2145" h="2328" extrusionOk="0">
                  <a:moveTo>
                    <a:pt x="502" y="0"/>
                  </a:moveTo>
                  <a:cubicBezTo>
                    <a:pt x="471" y="0"/>
                    <a:pt x="436" y="8"/>
                    <a:pt x="406" y="31"/>
                  </a:cubicBezTo>
                  <a:cubicBezTo>
                    <a:pt x="1" y="269"/>
                    <a:pt x="191" y="1043"/>
                    <a:pt x="322" y="1388"/>
                  </a:cubicBezTo>
                  <a:cubicBezTo>
                    <a:pt x="476" y="1817"/>
                    <a:pt x="915" y="2328"/>
                    <a:pt x="1413" y="2328"/>
                  </a:cubicBezTo>
                  <a:cubicBezTo>
                    <a:pt x="1454" y="2328"/>
                    <a:pt x="1495" y="2324"/>
                    <a:pt x="1537" y="2317"/>
                  </a:cubicBezTo>
                  <a:cubicBezTo>
                    <a:pt x="2144" y="2210"/>
                    <a:pt x="1632" y="1424"/>
                    <a:pt x="1477" y="1150"/>
                  </a:cubicBezTo>
                  <a:cubicBezTo>
                    <a:pt x="1323" y="853"/>
                    <a:pt x="977" y="43"/>
                    <a:pt x="549" y="7"/>
                  </a:cubicBezTo>
                  <a:cubicBezTo>
                    <a:pt x="536" y="3"/>
                    <a:pt x="519" y="0"/>
                    <a:pt x="5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922;p55">
              <a:extLst>
                <a:ext uri="{FF2B5EF4-FFF2-40B4-BE49-F238E27FC236}">
                  <a16:creationId xmlns:a16="http://schemas.microsoft.com/office/drawing/2014/main" id="{1F452A12-A3BA-969E-6ABE-D0514EBF5BAA}"/>
                </a:ext>
              </a:extLst>
            </p:cNvPr>
            <p:cNvSpPr/>
            <p:nvPr/>
          </p:nvSpPr>
          <p:spPr>
            <a:xfrm>
              <a:off x="6296421" y="2680084"/>
              <a:ext cx="31127" cy="23475"/>
            </a:xfrm>
            <a:custGeom>
              <a:avLst/>
              <a:gdLst/>
              <a:ahLst/>
              <a:cxnLst/>
              <a:rect l="l" t="t" r="r" b="b"/>
              <a:pathLst>
                <a:path w="1501" h="1132" extrusionOk="0">
                  <a:moveTo>
                    <a:pt x="721" y="0"/>
                  </a:moveTo>
                  <a:cubicBezTo>
                    <a:pt x="418" y="0"/>
                    <a:pt x="117" y="126"/>
                    <a:pt x="12" y="382"/>
                  </a:cubicBezTo>
                  <a:cubicBezTo>
                    <a:pt x="0" y="430"/>
                    <a:pt x="0" y="454"/>
                    <a:pt x="12" y="489"/>
                  </a:cubicBezTo>
                  <a:cubicBezTo>
                    <a:pt x="12" y="811"/>
                    <a:pt x="393" y="1073"/>
                    <a:pt x="667" y="1121"/>
                  </a:cubicBezTo>
                  <a:cubicBezTo>
                    <a:pt x="707" y="1128"/>
                    <a:pt x="750" y="1131"/>
                    <a:pt x="793" y="1131"/>
                  </a:cubicBezTo>
                  <a:cubicBezTo>
                    <a:pt x="1113" y="1131"/>
                    <a:pt x="1500" y="942"/>
                    <a:pt x="1500" y="597"/>
                  </a:cubicBezTo>
                  <a:cubicBezTo>
                    <a:pt x="1500" y="203"/>
                    <a:pt x="1108" y="0"/>
                    <a:pt x="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923;p55">
              <a:extLst>
                <a:ext uri="{FF2B5EF4-FFF2-40B4-BE49-F238E27FC236}">
                  <a16:creationId xmlns:a16="http://schemas.microsoft.com/office/drawing/2014/main" id="{CFB8D0F9-07F3-D4F3-7FFA-58CED3CEF5FC}"/>
                </a:ext>
              </a:extLst>
            </p:cNvPr>
            <p:cNvSpPr/>
            <p:nvPr/>
          </p:nvSpPr>
          <p:spPr>
            <a:xfrm>
              <a:off x="6507031" y="2684978"/>
              <a:ext cx="35565" cy="27208"/>
            </a:xfrm>
            <a:custGeom>
              <a:avLst/>
              <a:gdLst/>
              <a:ahLst/>
              <a:cxnLst/>
              <a:rect l="l" t="t" r="r" b="b"/>
              <a:pathLst>
                <a:path w="1715" h="1312" extrusionOk="0">
                  <a:moveTo>
                    <a:pt x="797" y="1"/>
                  </a:moveTo>
                  <a:cubicBezTo>
                    <a:pt x="716" y="1"/>
                    <a:pt x="636" y="13"/>
                    <a:pt x="560" y="39"/>
                  </a:cubicBezTo>
                  <a:cubicBezTo>
                    <a:pt x="560" y="39"/>
                    <a:pt x="548" y="51"/>
                    <a:pt x="548" y="51"/>
                  </a:cubicBezTo>
                  <a:lnTo>
                    <a:pt x="512" y="51"/>
                  </a:lnTo>
                  <a:cubicBezTo>
                    <a:pt x="179" y="230"/>
                    <a:pt x="0" y="646"/>
                    <a:pt x="238" y="980"/>
                  </a:cubicBezTo>
                  <a:cubicBezTo>
                    <a:pt x="388" y="1191"/>
                    <a:pt x="649" y="1311"/>
                    <a:pt x="904" y="1311"/>
                  </a:cubicBezTo>
                  <a:cubicBezTo>
                    <a:pt x="994" y="1311"/>
                    <a:pt x="1083" y="1296"/>
                    <a:pt x="1167" y="1266"/>
                  </a:cubicBezTo>
                  <a:cubicBezTo>
                    <a:pt x="1512" y="1135"/>
                    <a:pt x="1715" y="742"/>
                    <a:pt x="1524" y="396"/>
                  </a:cubicBezTo>
                  <a:cubicBezTo>
                    <a:pt x="1376" y="155"/>
                    <a:pt x="1082" y="1"/>
                    <a:pt x="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24;p55">
              <a:extLst>
                <a:ext uri="{FF2B5EF4-FFF2-40B4-BE49-F238E27FC236}">
                  <a16:creationId xmlns:a16="http://schemas.microsoft.com/office/drawing/2014/main" id="{5D642001-466F-619E-D9BA-ADC3053441AE}"/>
                </a:ext>
              </a:extLst>
            </p:cNvPr>
            <p:cNvSpPr/>
            <p:nvPr/>
          </p:nvSpPr>
          <p:spPr>
            <a:xfrm>
              <a:off x="5644828" y="1911552"/>
              <a:ext cx="1582188" cy="2077690"/>
            </a:xfrm>
            <a:custGeom>
              <a:avLst/>
              <a:gdLst/>
              <a:ahLst/>
              <a:cxnLst/>
              <a:rect l="l" t="t" r="r" b="b"/>
              <a:pathLst>
                <a:path w="76296" h="100190" extrusionOk="0">
                  <a:moveTo>
                    <a:pt x="35267" y="1963"/>
                  </a:moveTo>
                  <a:cubicBezTo>
                    <a:pt x="35411" y="1963"/>
                    <a:pt x="35575" y="1983"/>
                    <a:pt x="35791" y="2033"/>
                  </a:cubicBezTo>
                  <a:cubicBezTo>
                    <a:pt x="35606" y="2008"/>
                    <a:pt x="35431" y="1996"/>
                    <a:pt x="35255" y="1996"/>
                  </a:cubicBezTo>
                  <a:cubicBezTo>
                    <a:pt x="35103" y="1996"/>
                    <a:pt x="34951" y="2005"/>
                    <a:pt x="34791" y="2021"/>
                  </a:cubicBezTo>
                  <a:cubicBezTo>
                    <a:pt x="34886" y="1997"/>
                    <a:pt x="34981" y="1974"/>
                    <a:pt x="35088" y="1974"/>
                  </a:cubicBezTo>
                  <a:cubicBezTo>
                    <a:pt x="35146" y="1966"/>
                    <a:pt x="35205" y="1963"/>
                    <a:pt x="35267" y="1963"/>
                  </a:cubicBezTo>
                  <a:close/>
                  <a:moveTo>
                    <a:pt x="20348" y="1628"/>
                  </a:moveTo>
                  <a:cubicBezTo>
                    <a:pt x="19622" y="1771"/>
                    <a:pt x="18884" y="1938"/>
                    <a:pt x="18181" y="2117"/>
                  </a:cubicBezTo>
                  <a:cubicBezTo>
                    <a:pt x="18884" y="1926"/>
                    <a:pt x="19610" y="1759"/>
                    <a:pt x="20348" y="1628"/>
                  </a:cubicBezTo>
                  <a:close/>
                  <a:moveTo>
                    <a:pt x="42875" y="4486"/>
                  </a:moveTo>
                  <a:lnTo>
                    <a:pt x="42875" y="4486"/>
                  </a:lnTo>
                  <a:cubicBezTo>
                    <a:pt x="43030" y="4593"/>
                    <a:pt x="43173" y="4712"/>
                    <a:pt x="43280" y="4855"/>
                  </a:cubicBezTo>
                  <a:cubicBezTo>
                    <a:pt x="43065" y="4676"/>
                    <a:pt x="43054" y="4629"/>
                    <a:pt x="42875" y="4486"/>
                  </a:cubicBezTo>
                  <a:close/>
                  <a:moveTo>
                    <a:pt x="15872" y="4236"/>
                  </a:moveTo>
                  <a:cubicBezTo>
                    <a:pt x="15860" y="4283"/>
                    <a:pt x="15872" y="4331"/>
                    <a:pt x="15895" y="4379"/>
                  </a:cubicBezTo>
                  <a:cubicBezTo>
                    <a:pt x="16055" y="4720"/>
                    <a:pt x="16185" y="4819"/>
                    <a:pt x="16320" y="4819"/>
                  </a:cubicBezTo>
                  <a:cubicBezTo>
                    <a:pt x="16507" y="4819"/>
                    <a:pt x="16705" y="4632"/>
                    <a:pt x="17007" y="4632"/>
                  </a:cubicBezTo>
                  <a:cubicBezTo>
                    <a:pt x="17075" y="4632"/>
                    <a:pt x="17149" y="4641"/>
                    <a:pt x="17229" y="4664"/>
                  </a:cubicBezTo>
                  <a:cubicBezTo>
                    <a:pt x="17372" y="4712"/>
                    <a:pt x="17419" y="4843"/>
                    <a:pt x="17515" y="4986"/>
                  </a:cubicBezTo>
                  <a:cubicBezTo>
                    <a:pt x="16748" y="4865"/>
                    <a:pt x="15969" y="4778"/>
                    <a:pt x="15177" y="4778"/>
                  </a:cubicBezTo>
                  <a:cubicBezTo>
                    <a:pt x="14640" y="4778"/>
                    <a:pt x="14098" y="4818"/>
                    <a:pt x="13550" y="4915"/>
                  </a:cubicBezTo>
                  <a:cubicBezTo>
                    <a:pt x="13193" y="4974"/>
                    <a:pt x="12943" y="5081"/>
                    <a:pt x="12597" y="5176"/>
                  </a:cubicBezTo>
                  <a:cubicBezTo>
                    <a:pt x="12323" y="5248"/>
                    <a:pt x="12026" y="5260"/>
                    <a:pt x="11728" y="5284"/>
                  </a:cubicBezTo>
                  <a:cubicBezTo>
                    <a:pt x="11835" y="5272"/>
                    <a:pt x="11931" y="5260"/>
                    <a:pt x="12038" y="5236"/>
                  </a:cubicBezTo>
                  <a:cubicBezTo>
                    <a:pt x="13205" y="4986"/>
                    <a:pt x="14395" y="4700"/>
                    <a:pt x="15514" y="4343"/>
                  </a:cubicBezTo>
                  <a:cubicBezTo>
                    <a:pt x="15550" y="4343"/>
                    <a:pt x="15693" y="4295"/>
                    <a:pt x="15872" y="4236"/>
                  </a:cubicBezTo>
                  <a:close/>
                  <a:moveTo>
                    <a:pt x="14645" y="6069"/>
                  </a:moveTo>
                  <a:cubicBezTo>
                    <a:pt x="14752" y="6069"/>
                    <a:pt x="14860" y="6081"/>
                    <a:pt x="14967" y="6081"/>
                  </a:cubicBezTo>
                  <a:cubicBezTo>
                    <a:pt x="15050" y="6093"/>
                    <a:pt x="15121" y="6105"/>
                    <a:pt x="15205" y="6117"/>
                  </a:cubicBezTo>
                  <a:cubicBezTo>
                    <a:pt x="15324" y="6141"/>
                    <a:pt x="15348" y="6153"/>
                    <a:pt x="15276" y="6153"/>
                  </a:cubicBezTo>
                  <a:cubicBezTo>
                    <a:pt x="15169" y="6308"/>
                    <a:pt x="14740" y="6450"/>
                    <a:pt x="14550" y="6522"/>
                  </a:cubicBezTo>
                  <a:cubicBezTo>
                    <a:pt x="14401" y="6583"/>
                    <a:pt x="14141" y="6709"/>
                    <a:pt x="13930" y="6709"/>
                  </a:cubicBezTo>
                  <a:cubicBezTo>
                    <a:pt x="13854" y="6709"/>
                    <a:pt x="13785" y="6693"/>
                    <a:pt x="13728" y="6653"/>
                  </a:cubicBezTo>
                  <a:cubicBezTo>
                    <a:pt x="13312" y="6355"/>
                    <a:pt x="13597" y="6248"/>
                    <a:pt x="13788" y="6188"/>
                  </a:cubicBezTo>
                  <a:cubicBezTo>
                    <a:pt x="14062" y="6093"/>
                    <a:pt x="14359" y="6069"/>
                    <a:pt x="14645" y="6069"/>
                  </a:cubicBezTo>
                  <a:close/>
                  <a:moveTo>
                    <a:pt x="17995" y="7090"/>
                  </a:moveTo>
                  <a:cubicBezTo>
                    <a:pt x="18097" y="7090"/>
                    <a:pt x="18200" y="7099"/>
                    <a:pt x="18300" y="7117"/>
                  </a:cubicBezTo>
                  <a:cubicBezTo>
                    <a:pt x="18396" y="7141"/>
                    <a:pt x="18539" y="7153"/>
                    <a:pt x="18550" y="7272"/>
                  </a:cubicBezTo>
                  <a:cubicBezTo>
                    <a:pt x="18550" y="7367"/>
                    <a:pt x="18241" y="7546"/>
                    <a:pt x="18181" y="7570"/>
                  </a:cubicBezTo>
                  <a:cubicBezTo>
                    <a:pt x="17999" y="7670"/>
                    <a:pt x="17769" y="7749"/>
                    <a:pt x="17554" y="7749"/>
                  </a:cubicBezTo>
                  <a:cubicBezTo>
                    <a:pt x="17487" y="7749"/>
                    <a:pt x="17422" y="7741"/>
                    <a:pt x="17360" y="7724"/>
                  </a:cubicBezTo>
                  <a:cubicBezTo>
                    <a:pt x="17193" y="7689"/>
                    <a:pt x="16979" y="7582"/>
                    <a:pt x="17074" y="7403"/>
                  </a:cubicBezTo>
                  <a:cubicBezTo>
                    <a:pt x="17110" y="7331"/>
                    <a:pt x="17241" y="7284"/>
                    <a:pt x="17312" y="7248"/>
                  </a:cubicBezTo>
                  <a:cubicBezTo>
                    <a:pt x="17520" y="7140"/>
                    <a:pt x="17757" y="7090"/>
                    <a:pt x="17995" y="7090"/>
                  </a:cubicBezTo>
                  <a:close/>
                  <a:moveTo>
                    <a:pt x="54186" y="7879"/>
                  </a:moveTo>
                  <a:cubicBezTo>
                    <a:pt x="54186" y="7915"/>
                    <a:pt x="54186" y="7963"/>
                    <a:pt x="54186" y="8010"/>
                  </a:cubicBezTo>
                  <a:cubicBezTo>
                    <a:pt x="54186" y="8010"/>
                    <a:pt x="54174" y="7998"/>
                    <a:pt x="54174" y="7998"/>
                  </a:cubicBezTo>
                  <a:cubicBezTo>
                    <a:pt x="54162" y="7974"/>
                    <a:pt x="54150" y="7951"/>
                    <a:pt x="54138" y="7927"/>
                  </a:cubicBezTo>
                  <a:cubicBezTo>
                    <a:pt x="54162" y="7915"/>
                    <a:pt x="54174" y="7903"/>
                    <a:pt x="54186" y="7879"/>
                  </a:cubicBezTo>
                  <a:close/>
                  <a:moveTo>
                    <a:pt x="14696" y="8031"/>
                  </a:moveTo>
                  <a:cubicBezTo>
                    <a:pt x="14788" y="8031"/>
                    <a:pt x="14907" y="8057"/>
                    <a:pt x="14967" y="8117"/>
                  </a:cubicBezTo>
                  <a:cubicBezTo>
                    <a:pt x="15145" y="8272"/>
                    <a:pt x="14883" y="8415"/>
                    <a:pt x="14729" y="8439"/>
                  </a:cubicBezTo>
                  <a:cubicBezTo>
                    <a:pt x="14586" y="8427"/>
                    <a:pt x="14300" y="8332"/>
                    <a:pt x="14407" y="8153"/>
                  </a:cubicBezTo>
                  <a:cubicBezTo>
                    <a:pt x="14455" y="8082"/>
                    <a:pt x="14562" y="8046"/>
                    <a:pt x="14645" y="8034"/>
                  </a:cubicBezTo>
                  <a:cubicBezTo>
                    <a:pt x="14661" y="8032"/>
                    <a:pt x="14678" y="8031"/>
                    <a:pt x="14696" y="8031"/>
                  </a:cubicBezTo>
                  <a:close/>
                  <a:moveTo>
                    <a:pt x="21338" y="11827"/>
                  </a:moveTo>
                  <a:cubicBezTo>
                    <a:pt x="21591" y="11827"/>
                    <a:pt x="21895" y="12320"/>
                    <a:pt x="21956" y="12570"/>
                  </a:cubicBezTo>
                  <a:cubicBezTo>
                    <a:pt x="21979" y="12665"/>
                    <a:pt x="22015" y="12773"/>
                    <a:pt x="21991" y="12868"/>
                  </a:cubicBezTo>
                  <a:cubicBezTo>
                    <a:pt x="21961" y="12983"/>
                    <a:pt x="21890" y="13021"/>
                    <a:pt x="21806" y="13021"/>
                  </a:cubicBezTo>
                  <a:cubicBezTo>
                    <a:pt x="21726" y="13021"/>
                    <a:pt x="21632" y="12986"/>
                    <a:pt x="21551" y="12951"/>
                  </a:cubicBezTo>
                  <a:cubicBezTo>
                    <a:pt x="21229" y="12796"/>
                    <a:pt x="20991" y="12451"/>
                    <a:pt x="21086" y="12082"/>
                  </a:cubicBezTo>
                  <a:cubicBezTo>
                    <a:pt x="21152" y="11898"/>
                    <a:pt x="21241" y="11827"/>
                    <a:pt x="21338" y="11827"/>
                  </a:cubicBezTo>
                  <a:close/>
                  <a:moveTo>
                    <a:pt x="32862" y="12892"/>
                  </a:moveTo>
                  <a:lnTo>
                    <a:pt x="32862" y="12892"/>
                  </a:lnTo>
                  <a:cubicBezTo>
                    <a:pt x="32921" y="12963"/>
                    <a:pt x="32981" y="13023"/>
                    <a:pt x="33028" y="13082"/>
                  </a:cubicBezTo>
                  <a:cubicBezTo>
                    <a:pt x="33005" y="13070"/>
                    <a:pt x="32981" y="13058"/>
                    <a:pt x="32969" y="13046"/>
                  </a:cubicBezTo>
                  <a:cubicBezTo>
                    <a:pt x="32921" y="12999"/>
                    <a:pt x="32897" y="12963"/>
                    <a:pt x="32862" y="12892"/>
                  </a:cubicBezTo>
                  <a:close/>
                  <a:moveTo>
                    <a:pt x="28815" y="15080"/>
                  </a:moveTo>
                  <a:cubicBezTo>
                    <a:pt x="28943" y="15080"/>
                    <a:pt x="29073" y="15092"/>
                    <a:pt x="29207" y="15118"/>
                  </a:cubicBezTo>
                  <a:cubicBezTo>
                    <a:pt x="29659" y="15202"/>
                    <a:pt x="31469" y="15844"/>
                    <a:pt x="30135" y="16142"/>
                  </a:cubicBezTo>
                  <a:cubicBezTo>
                    <a:pt x="30077" y="16156"/>
                    <a:pt x="30013" y="16161"/>
                    <a:pt x="29945" y="16161"/>
                  </a:cubicBezTo>
                  <a:cubicBezTo>
                    <a:pt x="29668" y="16161"/>
                    <a:pt x="29331" y="16070"/>
                    <a:pt x="29066" y="16070"/>
                  </a:cubicBezTo>
                  <a:cubicBezTo>
                    <a:pt x="29053" y="16070"/>
                    <a:pt x="29040" y="16070"/>
                    <a:pt x="29028" y="16071"/>
                  </a:cubicBezTo>
                  <a:cubicBezTo>
                    <a:pt x="28103" y="16105"/>
                    <a:pt x="27188" y="16299"/>
                    <a:pt x="26274" y="16299"/>
                  </a:cubicBezTo>
                  <a:cubicBezTo>
                    <a:pt x="26224" y="16299"/>
                    <a:pt x="26173" y="16298"/>
                    <a:pt x="26123" y="16297"/>
                  </a:cubicBezTo>
                  <a:cubicBezTo>
                    <a:pt x="25985" y="16297"/>
                    <a:pt x="25769" y="16307"/>
                    <a:pt x="25577" y="16307"/>
                  </a:cubicBezTo>
                  <a:cubicBezTo>
                    <a:pt x="25208" y="16307"/>
                    <a:pt x="24931" y="16270"/>
                    <a:pt x="25480" y="16059"/>
                  </a:cubicBezTo>
                  <a:cubicBezTo>
                    <a:pt x="25873" y="15916"/>
                    <a:pt x="26290" y="15785"/>
                    <a:pt x="26694" y="15678"/>
                  </a:cubicBezTo>
                  <a:cubicBezTo>
                    <a:pt x="27424" y="15465"/>
                    <a:pt x="28084" y="15080"/>
                    <a:pt x="28815" y="15080"/>
                  </a:cubicBezTo>
                  <a:close/>
                  <a:moveTo>
                    <a:pt x="31750" y="18591"/>
                  </a:moveTo>
                  <a:lnTo>
                    <a:pt x="31750" y="18591"/>
                  </a:lnTo>
                  <a:cubicBezTo>
                    <a:pt x="31751" y="18592"/>
                    <a:pt x="31753" y="18593"/>
                    <a:pt x="31754" y="18595"/>
                  </a:cubicBezTo>
                  <a:cubicBezTo>
                    <a:pt x="31753" y="18594"/>
                    <a:pt x="31751" y="18592"/>
                    <a:pt x="31750" y="18591"/>
                  </a:cubicBezTo>
                  <a:close/>
                  <a:moveTo>
                    <a:pt x="37403" y="18124"/>
                  </a:moveTo>
                  <a:cubicBezTo>
                    <a:pt x="37414" y="18124"/>
                    <a:pt x="37424" y="18126"/>
                    <a:pt x="37434" y="18130"/>
                  </a:cubicBezTo>
                  <a:cubicBezTo>
                    <a:pt x="37529" y="18178"/>
                    <a:pt x="37529" y="18476"/>
                    <a:pt x="37481" y="18547"/>
                  </a:cubicBezTo>
                  <a:cubicBezTo>
                    <a:pt x="37420" y="18670"/>
                    <a:pt x="37303" y="18704"/>
                    <a:pt x="37174" y="18704"/>
                  </a:cubicBezTo>
                  <a:cubicBezTo>
                    <a:pt x="37027" y="18704"/>
                    <a:pt x="36863" y="18661"/>
                    <a:pt x="36743" y="18654"/>
                  </a:cubicBezTo>
                  <a:cubicBezTo>
                    <a:pt x="36720" y="18654"/>
                    <a:pt x="36697" y="18653"/>
                    <a:pt x="36674" y="18653"/>
                  </a:cubicBezTo>
                  <a:cubicBezTo>
                    <a:pt x="36448" y="18653"/>
                    <a:pt x="36229" y="18685"/>
                    <a:pt x="36010" y="18685"/>
                  </a:cubicBezTo>
                  <a:cubicBezTo>
                    <a:pt x="35886" y="18685"/>
                    <a:pt x="35762" y="18675"/>
                    <a:pt x="35636" y="18642"/>
                  </a:cubicBezTo>
                  <a:cubicBezTo>
                    <a:pt x="35564" y="18619"/>
                    <a:pt x="35505" y="18595"/>
                    <a:pt x="35445" y="18571"/>
                  </a:cubicBezTo>
                  <a:cubicBezTo>
                    <a:pt x="35648" y="18547"/>
                    <a:pt x="35862" y="18523"/>
                    <a:pt x="36065" y="18500"/>
                  </a:cubicBezTo>
                  <a:cubicBezTo>
                    <a:pt x="36457" y="18416"/>
                    <a:pt x="36874" y="18190"/>
                    <a:pt x="37267" y="18154"/>
                  </a:cubicBezTo>
                  <a:cubicBezTo>
                    <a:pt x="37305" y="18154"/>
                    <a:pt x="37359" y="18124"/>
                    <a:pt x="37403" y="18124"/>
                  </a:cubicBezTo>
                  <a:close/>
                  <a:moveTo>
                    <a:pt x="33379" y="16848"/>
                  </a:moveTo>
                  <a:cubicBezTo>
                    <a:pt x="33609" y="16848"/>
                    <a:pt x="33780" y="16998"/>
                    <a:pt x="33886" y="17297"/>
                  </a:cubicBezTo>
                  <a:cubicBezTo>
                    <a:pt x="34347" y="17615"/>
                    <a:pt x="34429" y="17774"/>
                    <a:pt x="34116" y="17774"/>
                  </a:cubicBezTo>
                  <a:cubicBezTo>
                    <a:pt x="34065" y="17774"/>
                    <a:pt x="34004" y="17770"/>
                    <a:pt x="33933" y="17761"/>
                  </a:cubicBezTo>
                  <a:cubicBezTo>
                    <a:pt x="33850" y="17821"/>
                    <a:pt x="33695" y="17797"/>
                    <a:pt x="33612" y="17845"/>
                  </a:cubicBezTo>
                  <a:cubicBezTo>
                    <a:pt x="33350" y="17988"/>
                    <a:pt x="33326" y="18107"/>
                    <a:pt x="33195" y="18369"/>
                  </a:cubicBezTo>
                  <a:cubicBezTo>
                    <a:pt x="33004" y="18735"/>
                    <a:pt x="32924" y="18861"/>
                    <a:pt x="32878" y="18861"/>
                  </a:cubicBezTo>
                  <a:cubicBezTo>
                    <a:pt x="32782" y="18861"/>
                    <a:pt x="32843" y="18290"/>
                    <a:pt x="32350" y="18226"/>
                  </a:cubicBezTo>
                  <a:cubicBezTo>
                    <a:pt x="32350" y="18226"/>
                    <a:pt x="31730" y="18436"/>
                    <a:pt x="31736" y="18562"/>
                  </a:cubicBezTo>
                  <a:lnTo>
                    <a:pt x="31736" y="18562"/>
                  </a:lnTo>
                  <a:cubicBezTo>
                    <a:pt x="31694" y="18404"/>
                    <a:pt x="31865" y="17804"/>
                    <a:pt x="31778" y="17630"/>
                  </a:cubicBezTo>
                  <a:cubicBezTo>
                    <a:pt x="31631" y="17305"/>
                    <a:pt x="31226" y="17183"/>
                    <a:pt x="30847" y="17183"/>
                  </a:cubicBezTo>
                  <a:cubicBezTo>
                    <a:pt x="30795" y="17183"/>
                    <a:pt x="30744" y="17186"/>
                    <a:pt x="30695" y="17190"/>
                  </a:cubicBezTo>
                  <a:cubicBezTo>
                    <a:pt x="31493" y="17071"/>
                    <a:pt x="32302" y="16987"/>
                    <a:pt x="33112" y="16904"/>
                  </a:cubicBezTo>
                  <a:cubicBezTo>
                    <a:pt x="33208" y="16867"/>
                    <a:pt x="33297" y="16848"/>
                    <a:pt x="33379" y="16848"/>
                  </a:cubicBezTo>
                  <a:close/>
                  <a:moveTo>
                    <a:pt x="30457" y="17214"/>
                  </a:moveTo>
                  <a:cubicBezTo>
                    <a:pt x="30421" y="17226"/>
                    <a:pt x="30385" y="17237"/>
                    <a:pt x="30350" y="17249"/>
                  </a:cubicBezTo>
                  <a:cubicBezTo>
                    <a:pt x="29849" y="17392"/>
                    <a:pt x="29302" y="18011"/>
                    <a:pt x="29242" y="18535"/>
                  </a:cubicBezTo>
                  <a:cubicBezTo>
                    <a:pt x="29195" y="19000"/>
                    <a:pt x="29457" y="19011"/>
                    <a:pt x="29528" y="19381"/>
                  </a:cubicBezTo>
                  <a:cubicBezTo>
                    <a:pt x="29599" y="19726"/>
                    <a:pt x="29814" y="19476"/>
                    <a:pt x="29361" y="19845"/>
                  </a:cubicBezTo>
                  <a:cubicBezTo>
                    <a:pt x="29254" y="19916"/>
                    <a:pt x="29159" y="20000"/>
                    <a:pt x="29064" y="20071"/>
                  </a:cubicBezTo>
                  <a:cubicBezTo>
                    <a:pt x="28768" y="19740"/>
                    <a:pt x="28461" y="19410"/>
                    <a:pt x="28154" y="19079"/>
                  </a:cubicBezTo>
                  <a:lnTo>
                    <a:pt x="28154" y="19079"/>
                  </a:lnTo>
                  <a:cubicBezTo>
                    <a:pt x="28203" y="19039"/>
                    <a:pt x="28375" y="17640"/>
                    <a:pt x="28351" y="17640"/>
                  </a:cubicBezTo>
                  <a:lnTo>
                    <a:pt x="28351" y="17640"/>
                  </a:lnTo>
                  <a:cubicBezTo>
                    <a:pt x="28351" y="17640"/>
                    <a:pt x="28351" y="17640"/>
                    <a:pt x="28350" y="17641"/>
                  </a:cubicBezTo>
                  <a:lnTo>
                    <a:pt x="28350" y="17641"/>
                  </a:lnTo>
                  <a:cubicBezTo>
                    <a:pt x="28532" y="17345"/>
                    <a:pt x="29636" y="17345"/>
                    <a:pt x="29921" y="17297"/>
                  </a:cubicBezTo>
                  <a:cubicBezTo>
                    <a:pt x="30100" y="17261"/>
                    <a:pt x="30278" y="17249"/>
                    <a:pt x="30457" y="17214"/>
                  </a:cubicBezTo>
                  <a:close/>
                  <a:moveTo>
                    <a:pt x="35826" y="19535"/>
                  </a:moveTo>
                  <a:cubicBezTo>
                    <a:pt x="35600" y="19773"/>
                    <a:pt x="35064" y="20000"/>
                    <a:pt x="34874" y="20095"/>
                  </a:cubicBezTo>
                  <a:cubicBezTo>
                    <a:pt x="34421" y="20297"/>
                    <a:pt x="33933" y="20428"/>
                    <a:pt x="33445" y="20524"/>
                  </a:cubicBezTo>
                  <a:cubicBezTo>
                    <a:pt x="33153" y="20574"/>
                    <a:pt x="32853" y="20624"/>
                    <a:pt x="32551" y="20624"/>
                  </a:cubicBezTo>
                  <a:cubicBezTo>
                    <a:pt x="32496" y="20624"/>
                    <a:pt x="32441" y="20623"/>
                    <a:pt x="32386" y="20619"/>
                  </a:cubicBezTo>
                  <a:cubicBezTo>
                    <a:pt x="31862" y="20571"/>
                    <a:pt x="31624" y="20250"/>
                    <a:pt x="32386" y="20107"/>
                  </a:cubicBezTo>
                  <a:cubicBezTo>
                    <a:pt x="32647" y="20047"/>
                    <a:pt x="32897" y="20059"/>
                    <a:pt x="33159" y="19964"/>
                  </a:cubicBezTo>
                  <a:cubicBezTo>
                    <a:pt x="33481" y="19845"/>
                    <a:pt x="33719" y="19654"/>
                    <a:pt x="34076" y="19619"/>
                  </a:cubicBezTo>
                  <a:cubicBezTo>
                    <a:pt x="34150" y="19614"/>
                    <a:pt x="34224" y="19612"/>
                    <a:pt x="34300" y="19612"/>
                  </a:cubicBezTo>
                  <a:cubicBezTo>
                    <a:pt x="34551" y="19612"/>
                    <a:pt x="34814" y="19633"/>
                    <a:pt x="35068" y="19633"/>
                  </a:cubicBezTo>
                  <a:cubicBezTo>
                    <a:pt x="35111" y="19633"/>
                    <a:pt x="35153" y="19632"/>
                    <a:pt x="35195" y="19631"/>
                  </a:cubicBezTo>
                  <a:cubicBezTo>
                    <a:pt x="35267" y="19619"/>
                    <a:pt x="35612" y="19559"/>
                    <a:pt x="35826" y="19535"/>
                  </a:cubicBezTo>
                  <a:close/>
                  <a:moveTo>
                    <a:pt x="3465" y="30465"/>
                  </a:moveTo>
                  <a:cubicBezTo>
                    <a:pt x="3477" y="30465"/>
                    <a:pt x="3477" y="30477"/>
                    <a:pt x="3477" y="30477"/>
                  </a:cubicBezTo>
                  <a:cubicBezTo>
                    <a:pt x="3489" y="30489"/>
                    <a:pt x="3489" y="30501"/>
                    <a:pt x="3489" y="30513"/>
                  </a:cubicBezTo>
                  <a:cubicBezTo>
                    <a:pt x="3489" y="30501"/>
                    <a:pt x="3477" y="30477"/>
                    <a:pt x="3465" y="30465"/>
                  </a:cubicBezTo>
                  <a:close/>
                  <a:moveTo>
                    <a:pt x="3489" y="31037"/>
                  </a:moveTo>
                  <a:cubicBezTo>
                    <a:pt x="3489" y="31180"/>
                    <a:pt x="3501" y="31215"/>
                    <a:pt x="3465" y="31299"/>
                  </a:cubicBezTo>
                  <a:cubicBezTo>
                    <a:pt x="3453" y="31323"/>
                    <a:pt x="3441" y="31358"/>
                    <a:pt x="3418" y="31394"/>
                  </a:cubicBezTo>
                  <a:cubicBezTo>
                    <a:pt x="3441" y="31263"/>
                    <a:pt x="3465" y="31144"/>
                    <a:pt x="3489" y="31037"/>
                  </a:cubicBezTo>
                  <a:close/>
                  <a:moveTo>
                    <a:pt x="19384" y="42298"/>
                  </a:moveTo>
                  <a:cubicBezTo>
                    <a:pt x="19474" y="42298"/>
                    <a:pt x="19564" y="42316"/>
                    <a:pt x="19658" y="42360"/>
                  </a:cubicBezTo>
                  <a:cubicBezTo>
                    <a:pt x="19717" y="42383"/>
                    <a:pt x="19753" y="42419"/>
                    <a:pt x="19789" y="42455"/>
                  </a:cubicBezTo>
                  <a:cubicBezTo>
                    <a:pt x="19598" y="42383"/>
                    <a:pt x="19384" y="42348"/>
                    <a:pt x="19134" y="42336"/>
                  </a:cubicBezTo>
                  <a:cubicBezTo>
                    <a:pt x="19219" y="42313"/>
                    <a:pt x="19302" y="42298"/>
                    <a:pt x="19384" y="42298"/>
                  </a:cubicBezTo>
                  <a:close/>
                  <a:moveTo>
                    <a:pt x="42934" y="47241"/>
                  </a:moveTo>
                  <a:cubicBezTo>
                    <a:pt x="42911" y="47253"/>
                    <a:pt x="42875" y="47265"/>
                    <a:pt x="42839" y="47289"/>
                  </a:cubicBezTo>
                  <a:cubicBezTo>
                    <a:pt x="42744" y="47336"/>
                    <a:pt x="42482" y="47467"/>
                    <a:pt x="42137" y="47551"/>
                  </a:cubicBezTo>
                  <a:cubicBezTo>
                    <a:pt x="42399" y="47420"/>
                    <a:pt x="42673" y="47313"/>
                    <a:pt x="42934" y="47241"/>
                  </a:cubicBezTo>
                  <a:close/>
                  <a:moveTo>
                    <a:pt x="35148" y="61493"/>
                  </a:moveTo>
                  <a:lnTo>
                    <a:pt x="35148" y="61493"/>
                  </a:lnTo>
                  <a:cubicBezTo>
                    <a:pt x="35183" y="61541"/>
                    <a:pt x="35219" y="61576"/>
                    <a:pt x="35243" y="61636"/>
                  </a:cubicBezTo>
                  <a:cubicBezTo>
                    <a:pt x="35243" y="61660"/>
                    <a:pt x="35243" y="61683"/>
                    <a:pt x="35255" y="61707"/>
                  </a:cubicBezTo>
                  <a:cubicBezTo>
                    <a:pt x="35219" y="61648"/>
                    <a:pt x="35195" y="61588"/>
                    <a:pt x="35148" y="61493"/>
                  </a:cubicBezTo>
                  <a:close/>
                  <a:moveTo>
                    <a:pt x="38381" y="72400"/>
                  </a:moveTo>
                  <a:cubicBezTo>
                    <a:pt x="38412" y="72400"/>
                    <a:pt x="38465" y="72406"/>
                    <a:pt x="38529" y="72411"/>
                  </a:cubicBezTo>
                  <a:cubicBezTo>
                    <a:pt x="38493" y="72435"/>
                    <a:pt x="38470" y="72459"/>
                    <a:pt x="38458" y="72482"/>
                  </a:cubicBezTo>
                  <a:cubicBezTo>
                    <a:pt x="38340" y="72416"/>
                    <a:pt x="38331" y="72400"/>
                    <a:pt x="38381" y="72400"/>
                  </a:cubicBezTo>
                  <a:close/>
                  <a:moveTo>
                    <a:pt x="44887" y="81079"/>
                  </a:moveTo>
                  <a:lnTo>
                    <a:pt x="44887" y="81079"/>
                  </a:lnTo>
                  <a:cubicBezTo>
                    <a:pt x="44851" y="81305"/>
                    <a:pt x="44804" y="81495"/>
                    <a:pt x="44732" y="81650"/>
                  </a:cubicBezTo>
                  <a:cubicBezTo>
                    <a:pt x="44649" y="81888"/>
                    <a:pt x="44506" y="82186"/>
                    <a:pt x="44327" y="82507"/>
                  </a:cubicBezTo>
                  <a:cubicBezTo>
                    <a:pt x="44554" y="82019"/>
                    <a:pt x="44744" y="81555"/>
                    <a:pt x="44887" y="81079"/>
                  </a:cubicBezTo>
                  <a:close/>
                  <a:moveTo>
                    <a:pt x="33517" y="1"/>
                  </a:moveTo>
                  <a:cubicBezTo>
                    <a:pt x="29804" y="1"/>
                    <a:pt x="26111" y="398"/>
                    <a:pt x="22444" y="1033"/>
                  </a:cubicBezTo>
                  <a:cubicBezTo>
                    <a:pt x="20420" y="1390"/>
                    <a:pt x="18372" y="1783"/>
                    <a:pt x="16407" y="2426"/>
                  </a:cubicBezTo>
                  <a:cubicBezTo>
                    <a:pt x="14693" y="2986"/>
                    <a:pt x="13562" y="4236"/>
                    <a:pt x="11931" y="4867"/>
                  </a:cubicBezTo>
                  <a:cubicBezTo>
                    <a:pt x="11728" y="4903"/>
                    <a:pt x="11454" y="4879"/>
                    <a:pt x="11264" y="4950"/>
                  </a:cubicBezTo>
                  <a:cubicBezTo>
                    <a:pt x="11109" y="5010"/>
                    <a:pt x="11061" y="5284"/>
                    <a:pt x="11264" y="5307"/>
                  </a:cubicBezTo>
                  <a:cubicBezTo>
                    <a:pt x="11002" y="5331"/>
                    <a:pt x="10752" y="5343"/>
                    <a:pt x="10538" y="5403"/>
                  </a:cubicBezTo>
                  <a:cubicBezTo>
                    <a:pt x="10049" y="5546"/>
                    <a:pt x="9668" y="5831"/>
                    <a:pt x="9216" y="6069"/>
                  </a:cubicBezTo>
                  <a:cubicBezTo>
                    <a:pt x="7001" y="7248"/>
                    <a:pt x="4977" y="8153"/>
                    <a:pt x="3049" y="9760"/>
                  </a:cubicBezTo>
                  <a:cubicBezTo>
                    <a:pt x="2965" y="9832"/>
                    <a:pt x="2977" y="9963"/>
                    <a:pt x="3049" y="10034"/>
                  </a:cubicBezTo>
                  <a:cubicBezTo>
                    <a:pt x="3370" y="10379"/>
                    <a:pt x="3799" y="10153"/>
                    <a:pt x="4096" y="10475"/>
                  </a:cubicBezTo>
                  <a:cubicBezTo>
                    <a:pt x="4811" y="11237"/>
                    <a:pt x="4180" y="11999"/>
                    <a:pt x="3989" y="12844"/>
                  </a:cubicBezTo>
                  <a:cubicBezTo>
                    <a:pt x="3775" y="13749"/>
                    <a:pt x="3965" y="14249"/>
                    <a:pt x="2929" y="14725"/>
                  </a:cubicBezTo>
                  <a:cubicBezTo>
                    <a:pt x="2858" y="14761"/>
                    <a:pt x="2810" y="14868"/>
                    <a:pt x="2834" y="14940"/>
                  </a:cubicBezTo>
                  <a:cubicBezTo>
                    <a:pt x="3013" y="15428"/>
                    <a:pt x="3513" y="15928"/>
                    <a:pt x="4013" y="15987"/>
                  </a:cubicBezTo>
                  <a:lnTo>
                    <a:pt x="4001" y="15987"/>
                  </a:lnTo>
                  <a:cubicBezTo>
                    <a:pt x="3775" y="16035"/>
                    <a:pt x="3846" y="16344"/>
                    <a:pt x="4049" y="16356"/>
                  </a:cubicBezTo>
                  <a:cubicBezTo>
                    <a:pt x="4501" y="16404"/>
                    <a:pt x="3775" y="16571"/>
                    <a:pt x="3430" y="16892"/>
                  </a:cubicBezTo>
                  <a:cubicBezTo>
                    <a:pt x="2989" y="17285"/>
                    <a:pt x="2584" y="17845"/>
                    <a:pt x="2275" y="18357"/>
                  </a:cubicBezTo>
                  <a:cubicBezTo>
                    <a:pt x="1751" y="19226"/>
                    <a:pt x="917" y="20297"/>
                    <a:pt x="489" y="21238"/>
                  </a:cubicBezTo>
                  <a:cubicBezTo>
                    <a:pt x="1" y="22286"/>
                    <a:pt x="120" y="22833"/>
                    <a:pt x="322" y="23964"/>
                  </a:cubicBezTo>
                  <a:cubicBezTo>
                    <a:pt x="620" y="25655"/>
                    <a:pt x="1870" y="26929"/>
                    <a:pt x="2191" y="28548"/>
                  </a:cubicBezTo>
                  <a:cubicBezTo>
                    <a:pt x="2334" y="29263"/>
                    <a:pt x="2251" y="29668"/>
                    <a:pt x="2525" y="30310"/>
                  </a:cubicBezTo>
                  <a:cubicBezTo>
                    <a:pt x="2584" y="30465"/>
                    <a:pt x="2929" y="30334"/>
                    <a:pt x="3037" y="30561"/>
                  </a:cubicBezTo>
                  <a:cubicBezTo>
                    <a:pt x="3251" y="31001"/>
                    <a:pt x="3084" y="31370"/>
                    <a:pt x="2620" y="31751"/>
                  </a:cubicBezTo>
                  <a:cubicBezTo>
                    <a:pt x="2537" y="31823"/>
                    <a:pt x="2548" y="31954"/>
                    <a:pt x="2620" y="32013"/>
                  </a:cubicBezTo>
                  <a:cubicBezTo>
                    <a:pt x="2918" y="32335"/>
                    <a:pt x="3501" y="32549"/>
                    <a:pt x="3739" y="32835"/>
                  </a:cubicBezTo>
                  <a:cubicBezTo>
                    <a:pt x="4275" y="33478"/>
                    <a:pt x="4001" y="33799"/>
                    <a:pt x="4001" y="34478"/>
                  </a:cubicBezTo>
                  <a:cubicBezTo>
                    <a:pt x="4001" y="34537"/>
                    <a:pt x="4037" y="34609"/>
                    <a:pt x="4096" y="34632"/>
                  </a:cubicBezTo>
                  <a:cubicBezTo>
                    <a:pt x="4644" y="34954"/>
                    <a:pt x="4763" y="35692"/>
                    <a:pt x="4918" y="36252"/>
                  </a:cubicBezTo>
                  <a:cubicBezTo>
                    <a:pt x="4942" y="36311"/>
                    <a:pt x="4989" y="36359"/>
                    <a:pt x="5061" y="36383"/>
                  </a:cubicBezTo>
                  <a:cubicBezTo>
                    <a:pt x="5213" y="36422"/>
                    <a:pt x="5348" y="36442"/>
                    <a:pt x="5473" y="36442"/>
                  </a:cubicBezTo>
                  <a:cubicBezTo>
                    <a:pt x="5767" y="36442"/>
                    <a:pt x="6006" y="36331"/>
                    <a:pt x="6299" y="36097"/>
                  </a:cubicBezTo>
                  <a:cubicBezTo>
                    <a:pt x="6347" y="36049"/>
                    <a:pt x="6358" y="35966"/>
                    <a:pt x="6347" y="35906"/>
                  </a:cubicBezTo>
                  <a:cubicBezTo>
                    <a:pt x="6251" y="35537"/>
                    <a:pt x="6037" y="35240"/>
                    <a:pt x="5942" y="34871"/>
                  </a:cubicBezTo>
                  <a:cubicBezTo>
                    <a:pt x="5918" y="34811"/>
                    <a:pt x="5870" y="34752"/>
                    <a:pt x="5799" y="34740"/>
                  </a:cubicBezTo>
                  <a:cubicBezTo>
                    <a:pt x="5501" y="34668"/>
                    <a:pt x="5263" y="33918"/>
                    <a:pt x="5084" y="33287"/>
                  </a:cubicBezTo>
                  <a:cubicBezTo>
                    <a:pt x="5096" y="33263"/>
                    <a:pt x="5108" y="33228"/>
                    <a:pt x="5108" y="33192"/>
                  </a:cubicBezTo>
                  <a:cubicBezTo>
                    <a:pt x="5108" y="33144"/>
                    <a:pt x="5084" y="33097"/>
                    <a:pt x="5013" y="33013"/>
                  </a:cubicBezTo>
                  <a:cubicBezTo>
                    <a:pt x="4965" y="32811"/>
                    <a:pt x="4906" y="32632"/>
                    <a:pt x="4870" y="32513"/>
                  </a:cubicBezTo>
                  <a:cubicBezTo>
                    <a:pt x="4715" y="32096"/>
                    <a:pt x="4358" y="31334"/>
                    <a:pt x="4465" y="30930"/>
                  </a:cubicBezTo>
                  <a:cubicBezTo>
                    <a:pt x="4489" y="30858"/>
                    <a:pt x="4465" y="30787"/>
                    <a:pt x="4418" y="30739"/>
                  </a:cubicBezTo>
                  <a:cubicBezTo>
                    <a:pt x="3933" y="30272"/>
                    <a:pt x="3405" y="28617"/>
                    <a:pt x="3771" y="28617"/>
                  </a:cubicBezTo>
                  <a:cubicBezTo>
                    <a:pt x="3882" y="28617"/>
                    <a:pt x="4073" y="28766"/>
                    <a:pt x="4370" y="29144"/>
                  </a:cubicBezTo>
                  <a:cubicBezTo>
                    <a:pt x="4775" y="29656"/>
                    <a:pt x="4418" y="30275"/>
                    <a:pt x="4573" y="30715"/>
                  </a:cubicBezTo>
                  <a:cubicBezTo>
                    <a:pt x="4751" y="31192"/>
                    <a:pt x="5180" y="31942"/>
                    <a:pt x="5477" y="32263"/>
                  </a:cubicBezTo>
                  <a:cubicBezTo>
                    <a:pt x="5775" y="32596"/>
                    <a:pt x="6751" y="32704"/>
                    <a:pt x="6156" y="33168"/>
                  </a:cubicBezTo>
                  <a:cubicBezTo>
                    <a:pt x="6085" y="33228"/>
                    <a:pt x="6097" y="33335"/>
                    <a:pt x="6132" y="33406"/>
                  </a:cubicBezTo>
                  <a:cubicBezTo>
                    <a:pt x="6680" y="34442"/>
                    <a:pt x="7966" y="35061"/>
                    <a:pt x="8537" y="36240"/>
                  </a:cubicBezTo>
                  <a:cubicBezTo>
                    <a:pt x="9014" y="37204"/>
                    <a:pt x="8633" y="38288"/>
                    <a:pt x="9049" y="39157"/>
                  </a:cubicBezTo>
                  <a:cubicBezTo>
                    <a:pt x="9371" y="39788"/>
                    <a:pt x="10502" y="40562"/>
                    <a:pt x="11145" y="40907"/>
                  </a:cubicBezTo>
                  <a:cubicBezTo>
                    <a:pt x="12264" y="41526"/>
                    <a:pt x="13681" y="42181"/>
                    <a:pt x="14907" y="42633"/>
                  </a:cubicBezTo>
                  <a:cubicBezTo>
                    <a:pt x="15512" y="42862"/>
                    <a:pt x="16016" y="42935"/>
                    <a:pt x="16500" y="42935"/>
                  </a:cubicBezTo>
                  <a:cubicBezTo>
                    <a:pt x="16796" y="42935"/>
                    <a:pt x="17085" y="42908"/>
                    <a:pt x="17384" y="42872"/>
                  </a:cubicBezTo>
                  <a:lnTo>
                    <a:pt x="17467" y="42872"/>
                  </a:lnTo>
                  <a:cubicBezTo>
                    <a:pt x="17527" y="42860"/>
                    <a:pt x="17574" y="42848"/>
                    <a:pt x="17634" y="42836"/>
                  </a:cubicBezTo>
                  <a:cubicBezTo>
                    <a:pt x="17967" y="42800"/>
                    <a:pt x="18312" y="42753"/>
                    <a:pt x="18693" y="42717"/>
                  </a:cubicBezTo>
                  <a:cubicBezTo>
                    <a:pt x="18710" y="42716"/>
                    <a:pt x="18727" y="42715"/>
                    <a:pt x="18745" y="42715"/>
                  </a:cubicBezTo>
                  <a:cubicBezTo>
                    <a:pt x="19112" y="42715"/>
                    <a:pt x="19750" y="42946"/>
                    <a:pt x="20432" y="43264"/>
                  </a:cubicBezTo>
                  <a:cubicBezTo>
                    <a:pt x="20682" y="43455"/>
                    <a:pt x="20872" y="43515"/>
                    <a:pt x="21217" y="43634"/>
                  </a:cubicBezTo>
                  <a:cubicBezTo>
                    <a:pt x="22039" y="44050"/>
                    <a:pt x="22837" y="44503"/>
                    <a:pt x="23206" y="44717"/>
                  </a:cubicBezTo>
                  <a:cubicBezTo>
                    <a:pt x="23563" y="44919"/>
                    <a:pt x="23956" y="45098"/>
                    <a:pt x="24349" y="45253"/>
                  </a:cubicBezTo>
                  <a:cubicBezTo>
                    <a:pt x="24515" y="45372"/>
                    <a:pt x="24694" y="45455"/>
                    <a:pt x="24968" y="45515"/>
                  </a:cubicBezTo>
                  <a:cubicBezTo>
                    <a:pt x="25016" y="45539"/>
                    <a:pt x="25075" y="45550"/>
                    <a:pt x="25123" y="45562"/>
                  </a:cubicBezTo>
                  <a:cubicBezTo>
                    <a:pt x="26718" y="46170"/>
                    <a:pt x="28242" y="46777"/>
                    <a:pt x="28456" y="48825"/>
                  </a:cubicBezTo>
                  <a:cubicBezTo>
                    <a:pt x="28468" y="48920"/>
                    <a:pt x="28516" y="48979"/>
                    <a:pt x="28599" y="49015"/>
                  </a:cubicBezTo>
                  <a:cubicBezTo>
                    <a:pt x="29480" y="49337"/>
                    <a:pt x="29492" y="49337"/>
                    <a:pt x="30314" y="49991"/>
                  </a:cubicBezTo>
                  <a:cubicBezTo>
                    <a:pt x="30469" y="50099"/>
                    <a:pt x="30397" y="50253"/>
                    <a:pt x="30552" y="50337"/>
                  </a:cubicBezTo>
                  <a:cubicBezTo>
                    <a:pt x="31445" y="50801"/>
                    <a:pt x="32528" y="50432"/>
                    <a:pt x="33195" y="51396"/>
                  </a:cubicBezTo>
                  <a:cubicBezTo>
                    <a:pt x="33234" y="51451"/>
                    <a:pt x="33294" y="51486"/>
                    <a:pt x="33358" y="51486"/>
                  </a:cubicBezTo>
                  <a:cubicBezTo>
                    <a:pt x="33391" y="51486"/>
                    <a:pt x="33425" y="51476"/>
                    <a:pt x="33457" y="51456"/>
                  </a:cubicBezTo>
                  <a:cubicBezTo>
                    <a:pt x="33694" y="51315"/>
                    <a:pt x="33806" y="51263"/>
                    <a:pt x="33852" y="51263"/>
                  </a:cubicBezTo>
                  <a:cubicBezTo>
                    <a:pt x="33974" y="51263"/>
                    <a:pt x="33642" y="51617"/>
                    <a:pt x="33910" y="51635"/>
                  </a:cubicBezTo>
                  <a:cubicBezTo>
                    <a:pt x="34209" y="51656"/>
                    <a:pt x="34396" y="51763"/>
                    <a:pt x="34611" y="51763"/>
                  </a:cubicBezTo>
                  <a:cubicBezTo>
                    <a:pt x="34747" y="51763"/>
                    <a:pt x="34895" y="51721"/>
                    <a:pt x="35088" y="51587"/>
                  </a:cubicBezTo>
                  <a:cubicBezTo>
                    <a:pt x="35172" y="51527"/>
                    <a:pt x="35207" y="51420"/>
                    <a:pt x="35148" y="51325"/>
                  </a:cubicBezTo>
                  <a:cubicBezTo>
                    <a:pt x="34969" y="50992"/>
                    <a:pt x="34624" y="50777"/>
                    <a:pt x="34981" y="50420"/>
                  </a:cubicBezTo>
                  <a:cubicBezTo>
                    <a:pt x="35123" y="50276"/>
                    <a:pt x="35276" y="50216"/>
                    <a:pt x="35434" y="50216"/>
                  </a:cubicBezTo>
                  <a:cubicBezTo>
                    <a:pt x="36005" y="50216"/>
                    <a:pt x="36634" y="50997"/>
                    <a:pt x="36969" y="51361"/>
                  </a:cubicBezTo>
                  <a:cubicBezTo>
                    <a:pt x="37743" y="52194"/>
                    <a:pt x="37886" y="53349"/>
                    <a:pt x="37862" y="54480"/>
                  </a:cubicBezTo>
                  <a:cubicBezTo>
                    <a:pt x="37850" y="55349"/>
                    <a:pt x="37505" y="55552"/>
                    <a:pt x="37017" y="56135"/>
                  </a:cubicBezTo>
                  <a:cubicBezTo>
                    <a:pt x="36184" y="57147"/>
                    <a:pt x="33576" y="58838"/>
                    <a:pt x="33921" y="60588"/>
                  </a:cubicBezTo>
                  <a:cubicBezTo>
                    <a:pt x="33981" y="60910"/>
                    <a:pt x="34433" y="61255"/>
                    <a:pt x="34457" y="61398"/>
                  </a:cubicBezTo>
                  <a:cubicBezTo>
                    <a:pt x="34648" y="62600"/>
                    <a:pt x="33838" y="61898"/>
                    <a:pt x="33564" y="62624"/>
                  </a:cubicBezTo>
                  <a:cubicBezTo>
                    <a:pt x="33171" y="63612"/>
                    <a:pt x="33433" y="64565"/>
                    <a:pt x="34017" y="65267"/>
                  </a:cubicBezTo>
                  <a:cubicBezTo>
                    <a:pt x="34517" y="65886"/>
                    <a:pt x="35326" y="66339"/>
                    <a:pt x="35862" y="67041"/>
                  </a:cubicBezTo>
                  <a:cubicBezTo>
                    <a:pt x="36338" y="67660"/>
                    <a:pt x="36803" y="68291"/>
                    <a:pt x="37255" y="68934"/>
                  </a:cubicBezTo>
                  <a:cubicBezTo>
                    <a:pt x="37684" y="69542"/>
                    <a:pt x="38493" y="70458"/>
                    <a:pt x="38601" y="71196"/>
                  </a:cubicBezTo>
                  <a:cubicBezTo>
                    <a:pt x="38636" y="71542"/>
                    <a:pt x="38136" y="72363"/>
                    <a:pt x="38208" y="72578"/>
                  </a:cubicBezTo>
                  <a:cubicBezTo>
                    <a:pt x="38577" y="73637"/>
                    <a:pt x="40625" y="73923"/>
                    <a:pt x="41518" y="74280"/>
                  </a:cubicBezTo>
                  <a:cubicBezTo>
                    <a:pt x="42565" y="74697"/>
                    <a:pt x="44351" y="75245"/>
                    <a:pt x="44816" y="76459"/>
                  </a:cubicBezTo>
                  <a:cubicBezTo>
                    <a:pt x="45054" y="77102"/>
                    <a:pt x="44887" y="78090"/>
                    <a:pt x="44863" y="78757"/>
                  </a:cubicBezTo>
                  <a:cubicBezTo>
                    <a:pt x="44804" y="80305"/>
                    <a:pt x="44673" y="81543"/>
                    <a:pt x="43887" y="82912"/>
                  </a:cubicBezTo>
                  <a:cubicBezTo>
                    <a:pt x="43280" y="83984"/>
                    <a:pt x="42708" y="84805"/>
                    <a:pt x="42506" y="86032"/>
                  </a:cubicBezTo>
                  <a:cubicBezTo>
                    <a:pt x="42399" y="86758"/>
                    <a:pt x="42601" y="87722"/>
                    <a:pt x="42149" y="88365"/>
                  </a:cubicBezTo>
                  <a:cubicBezTo>
                    <a:pt x="41815" y="88853"/>
                    <a:pt x="41089" y="89068"/>
                    <a:pt x="40708" y="89556"/>
                  </a:cubicBezTo>
                  <a:cubicBezTo>
                    <a:pt x="40208" y="90223"/>
                    <a:pt x="40184" y="90889"/>
                    <a:pt x="40006" y="91699"/>
                  </a:cubicBezTo>
                  <a:cubicBezTo>
                    <a:pt x="39779" y="92675"/>
                    <a:pt x="38743" y="93783"/>
                    <a:pt x="38732" y="94735"/>
                  </a:cubicBezTo>
                  <a:cubicBezTo>
                    <a:pt x="38732" y="94771"/>
                    <a:pt x="38755" y="94807"/>
                    <a:pt x="38767" y="94842"/>
                  </a:cubicBezTo>
                  <a:cubicBezTo>
                    <a:pt x="38743" y="94842"/>
                    <a:pt x="38720" y="94854"/>
                    <a:pt x="38696" y="94878"/>
                  </a:cubicBezTo>
                  <a:cubicBezTo>
                    <a:pt x="38684" y="94878"/>
                    <a:pt x="38684" y="94890"/>
                    <a:pt x="38672" y="94890"/>
                  </a:cubicBezTo>
                  <a:cubicBezTo>
                    <a:pt x="38672" y="94902"/>
                    <a:pt x="38660" y="94902"/>
                    <a:pt x="38660" y="94902"/>
                  </a:cubicBezTo>
                  <a:cubicBezTo>
                    <a:pt x="38660" y="94902"/>
                    <a:pt x="38648" y="94914"/>
                    <a:pt x="38648" y="94914"/>
                  </a:cubicBezTo>
                  <a:cubicBezTo>
                    <a:pt x="38648" y="94926"/>
                    <a:pt x="38636" y="94926"/>
                    <a:pt x="38636" y="94937"/>
                  </a:cubicBezTo>
                  <a:cubicBezTo>
                    <a:pt x="38422" y="95140"/>
                    <a:pt x="38362" y="95485"/>
                    <a:pt x="38112" y="95676"/>
                  </a:cubicBezTo>
                  <a:cubicBezTo>
                    <a:pt x="37850" y="95866"/>
                    <a:pt x="37505" y="95926"/>
                    <a:pt x="37255" y="96152"/>
                  </a:cubicBezTo>
                  <a:cubicBezTo>
                    <a:pt x="37100" y="96283"/>
                    <a:pt x="37029" y="96450"/>
                    <a:pt x="37208" y="96604"/>
                  </a:cubicBezTo>
                  <a:cubicBezTo>
                    <a:pt x="37286" y="96667"/>
                    <a:pt x="37384" y="96691"/>
                    <a:pt x="37487" y="96691"/>
                  </a:cubicBezTo>
                  <a:cubicBezTo>
                    <a:pt x="37620" y="96691"/>
                    <a:pt x="37760" y="96651"/>
                    <a:pt x="37874" y="96604"/>
                  </a:cubicBezTo>
                  <a:cubicBezTo>
                    <a:pt x="38124" y="96509"/>
                    <a:pt x="38362" y="96354"/>
                    <a:pt x="38589" y="96200"/>
                  </a:cubicBezTo>
                  <a:lnTo>
                    <a:pt x="38589" y="96200"/>
                  </a:lnTo>
                  <a:cubicBezTo>
                    <a:pt x="38291" y="96628"/>
                    <a:pt x="38017" y="97069"/>
                    <a:pt x="37862" y="97545"/>
                  </a:cubicBezTo>
                  <a:cubicBezTo>
                    <a:pt x="37197" y="99641"/>
                    <a:pt x="39375" y="100189"/>
                    <a:pt x="41433" y="100189"/>
                  </a:cubicBezTo>
                  <a:cubicBezTo>
                    <a:pt x="42544" y="100189"/>
                    <a:pt x="43621" y="100029"/>
                    <a:pt x="44197" y="99867"/>
                  </a:cubicBezTo>
                  <a:cubicBezTo>
                    <a:pt x="44395" y="99808"/>
                    <a:pt x="44364" y="99497"/>
                    <a:pt x="44160" y="99497"/>
                  </a:cubicBezTo>
                  <a:cubicBezTo>
                    <a:pt x="44157" y="99497"/>
                    <a:pt x="44153" y="99497"/>
                    <a:pt x="44149" y="99498"/>
                  </a:cubicBezTo>
                  <a:cubicBezTo>
                    <a:pt x="43944" y="99504"/>
                    <a:pt x="43812" y="99520"/>
                    <a:pt x="43717" y="99520"/>
                  </a:cubicBezTo>
                  <a:cubicBezTo>
                    <a:pt x="43472" y="99520"/>
                    <a:pt x="43484" y="99413"/>
                    <a:pt x="43149" y="98759"/>
                  </a:cubicBezTo>
                  <a:cubicBezTo>
                    <a:pt x="42788" y="98072"/>
                    <a:pt x="42657" y="97961"/>
                    <a:pt x="42680" y="97961"/>
                  </a:cubicBezTo>
                  <a:cubicBezTo>
                    <a:pt x="42692" y="97961"/>
                    <a:pt x="42739" y="97987"/>
                    <a:pt x="42814" y="97987"/>
                  </a:cubicBezTo>
                  <a:cubicBezTo>
                    <a:pt x="42912" y="97987"/>
                    <a:pt x="43058" y="97942"/>
                    <a:pt x="43232" y="97735"/>
                  </a:cubicBezTo>
                  <a:cubicBezTo>
                    <a:pt x="43839" y="97021"/>
                    <a:pt x="44947" y="96890"/>
                    <a:pt x="45721" y="96438"/>
                  </a:cubicBezTo>
                  <a:cubicBezTo>
                    <a:pt x="45840" y="96354"/>
                    <a:pt x="45840" y="96116"/>
                    <a:pt x="45673" y="96092"/>
                  </a:cubicBezTo>
                  <a:cubicBezTo>
                    <a:pt x="45435" y="96057"/>
                    <a:pt x="45149" y="96033"/>
                    <a:pt x="44982" y="95842"/>
                  </a:cubicBezTo>
                  <a:cubicBezTo>
                    <a:pt x="44911" y="95759"/>
                    <a:pt x="44851" y="95699"/>
                    <a:pt x="44792" y="95652"/>
                  </a:cubicBezTo>
                  <a:cubicBezTo>
                    <a:pt x="44899" y="95652"/>
                    <a:pt x="45042" y="95628"/>
                    <a:pt x="45220" y="95497"/>
                  </a:cubicBezTo>
                  <a:cubicBezTo>
                    <a:pt x="45649" y="95188"/>
                    <a:pt x="46054" y="95104"/>
                    <a:pt x="46399" y="94664"/>
                  </a:cubicBezTo>
                  <a:cubicBezTo>
                    <a:pt x="47054" y="93783"/>
                    <a:pt x="46649" y="93140"/>
                    <a:pt x="47947" y="92806"/>
                  </a:cubicBezTo>
                  <a:cubicBezTo>
                    <a:pt x="47999" y="92792"/>
                    <a:pt x="48057" y="92787"/>
                    <a:pt x="48119" y="92787"/>
                  </a:cubicBezTo>
                  <a:cubicBezTo>
                    <a:pt x="48290" y="92787"/>
                    <a:pt x="48490" y="92826"/>
                    <a:pt x="48682" y="92826"/>
                  </a:cubicBezTo>
                  <a:cubicBezTo>
                    <a:pt x="48769" y="92826"/>
                    <a:pt x="48855" y="92818"/>
                    <a:pt x="48935" y="92794"/>
                  </a:cubicBezTo>
                  <a:cubicBezTo>
                    <a:pt x="49411" y="92675"/>
                    <a:pt x="49590" y="91580"/>
                    <a:pt x="50566" y="91294"/>
                  </a:cubicBezTo>
                  <a:cubicBezTo>
                    <a:pt x="50649" y="91274"/>
                    <a:pt x="50734" y="91267"/>
                    <a:pt x="50822" y="91267"/>
                  </a:cubicBezTo>
                  <a:cubicBezTo>
                    <a:pt x="50994" y="91267"/>
                    <a:pt x="51174" y="91293"/>
                    <a:pt x="51352" y="91293"/>
                  </a:cubicBezTo>
                  <a:cubicBezTo>
                    <a:pt x="51453" y="91293"/>
                    <a:pt x="51553" y="91284"/>
                    <a:pt x="51650" y="91258"/>
                  </a:cubicBezTo>
                  <a:cubicBezTo>
                    <a:pt x="52507" y="91032"/>
                    <a:pt x="54138" y="90139"/>
                    <a:pt x="54567" y="89353"/>
                  </a:cubicBezTo>
                  <a:cubicBezTo>
                    <a:pt x="54603" y="89282"/>
                    <a:pt x="54603" y="89187"/>
                    <a:pt x="54543" y="89127"/>
                  </a:cubicBezTo>
                  <a:lnTo>
                    <a:pt x="54543" y="89127"/>
                  </a:lnTo>
                  <a:cubicBezTo>
                    <a:pt x="54552" y="89137"/>
                    <a:pt x="54561" y="89141"/>
                    <a:pt x="54568" y="89141"/>
                  </a:cubicBezTo>
                  <a:cubicBezTo>
                    <a:pt x="54687" y="89141"/>
                    <a:pt x="54600" y="88064"/>
                    <a:pt x="54376" y="87818"/>
                  </a:cubicBezTo>
                  <a:lnTo>
                    <a:pt x="54376" y="87818"/>
                  </a:lnTo>
                  <a:cubicBezTo>
                    <a:pt x="54750" y="87825"/>
                    <a:pt x="55534" y="87922"/>
                    <a:pt x="56218" y="87922"/>
                  </a:cubicBezTo>
                  <a:cubicBezTo>
                    <a:pt x="56622" y="87922"/>
                    <a:pt x="56992" y="87888"/>
                    <a:pt x="57222" y="87782"/>
                  </a:cubicBezTo>
                  <a:cubicBezTo>
                    <a:pt x="58103" y="87377"/>
                    <a:pt x="58436" y="86603"/>
                    <a:pt x="58948" y="85853"/>
                  </a:cubicBezTo>
                  <a:cubicBezTo>
                    <a:pt x="59567" y="84912"/>
                    <a:pt x="60091" y="84710"/>
                    <a:pt x="60961" y="84079"/>
                  </a:cubicBezTo>
                  <a:cubicBezTo>
                    <a:pt x="61842" y="83436"/>
                    <a:pt x="62246" y="82912"/>
                    <a:pt x="62556" y="82341"/>
                  </a:cubicBezTo>
                  <a:cubicBezTo>
                    <a:pt x="62556" y="82341"/>
                    <a:pt x="62556" y="82341"/>
                    <a:pt x="62568" y="82329"/>
                  </a:cubicBezTo>
                  <a:cubicBezTo>
                    <a:pt x="62699" y="82138"/>
                    <a:pt x="62770" y="81984"/>
                    <a:pt x="62830" y="81793"/>
                  </a:cubicBezTo>
                  <a:cubicBezTo>
                    <a:pt x="63032" y="81341"/>
                    <a:pt x="63247" y="80841"/>
                    <a:pt x="63628" y="80221"/>
                  </a:cubicBezTo>
                  <a:cubicBezTo>
                    <a:pt x="64854" y="78209"/>
                    <a:pt x="67759" y="78733"/>
                    <a:pt x="69164" y="76864"/>
                  </a:cubicBezTo>
                  <a:cubicBezTo>
                    <a:pt x="69557" y="76328"/>
                    <a:pt x="69771" y="75638"/>
                    <a:pt x="70116" y="75066"/>
                  </a:cubicBezTo>
                  <a:cubicBezTo>
                    <a:pt x="70700" y="74114"/>
                    <a:pt x="71569" y="73268"/>
                    <a:pt x="71998" y="72220"/>
                  </a:cubicBezTo>
                  <a:cubicBezTo>
                    <a:pt x="72450" y="71089"/>
                    <a:pt x="72319" y="69970"/>
                    <a:pt x="72962" y="68887"/>
                  </a:cubicBezTo>
                  <a:cubicBezTo>
                    <a:pt x="73462" y="68041"/>
                    <a:pt x="73962" y="67196"/>
                    <a:pt x="74438" y="66315"/>
                  </a:cubicBezTo>
                  <a:cubicBezTo>
                    <a:pt x="75486" y="64386"/>
                    <a:pt x="76296" y="63957"/>
                    <a:pt x="75820" y="61695"/>
                  </a:cubicBezTo>
                  <a:cubicBezTo>
                    <a:pt x="75820" y="61671"/>
                    <a:pt x="75820" y="61660"/>
                    <a:pt x="75820" y="61648"/>
                  </a:cubicBezTo>
                  <a:cubicBezTo>
                    <a:pt x="75820" y="61648"/>
                    <a:pt x="75820" y="61648"/>
                    <a:pt x="75808" y="61636"/>
                  </a:cubicBezTo>
                  <a:cubicBezTo>
                    <a:pt x="75808" y="61636"/>
                    <a:pt x="75808" y="61624"/>
                    <a:pt x="75808" y="61624"/>
                  </a:cubicBezTo>
                  <a:cubicBezTo>
                    <a:pt x="75796" y="61612"/>
                    <a:pt x="75796" y="61600"/>
                    <a:pt x="75796" y="61600"/>
                  </a:cubicBezTo>
                  <a:cubicBezTo>
                    <a:pt x="75796" y="61600"/>
                    <a:pt x="75796" y="61588"/>
                    <a:pt x="75796" y="61588"/>
                  </a:cubicBezTo>
                  <a:cubicBezTo>
                    <a:pt x="75784" y="61576"/>
                    <a:pt x="75772" y="61564"/>
                    <a:pt x="75772" y="61552"/>
                  </a:cubicBezTo>
                  <a:cubicBezTo>
                    <a:pt x="75598" y="61302"/>
                    <a:pt x="75555" y="61258"/>
                    <a:pt x="75524" y="61258"/>
                  </a:cubicBezTo>
                  <a:cubicBezTo>
                    <a:pt x="75508" y="61258"/>
                    <a:pt x="75494" y="61271"/>
                    <a:pt x="75465" y="61271"/>
                  </a:cubicBezTo>
                  <a:cubicBezTo>
                    <a:pt x="75430" y="61271"/>
                    <a:pt x="75373" y="61253"/>
                    <a:pt x="75260" y="61171"/>
                  </a:cubicBezTo>
                  <a:cubicBezTo>
                    <a:pt x="74796" y="61124"/>
                    <a:pt x="74379" y="60921"/>
                    <a:pt x="74022" y="60564"/>
                  </a:cubicBezTo>
                  <a:cubicBezTo>
                    <a:pt x="73819" y="60314"/>
                    <a:pt x="73629" y="60064"/>
                    <a:pt x="73426" y="59814"/>
                  </a:cubicBezTo>
                  <a:cubicBezTo>
                    <a:pt x="73380" y="59791"/>
                    <a:pt x="73099" y="59611"/>
                    <a:pt x="73114" y="59611"/>
                  </a:cubicBezTo>
                  <a:cubicBezTo>
                    <a:pt x="73115" y="59611"/>
                    <a:pt x="73116" y="59611"/>
                    <a:pt x="73117" y="59612"/>
                  </a:cubicBezTo>
                  <a:cubicBezTo>
                    <a:pt x="72909" y="59528"/>
                    <a:pt x="72694" y="59499"/>
                    <a:pt x="72476" y="59499"/>
                  </a:cubicBezTo>
                  <a:cubicBezTo>
                    <a:pt x="71985" y="59499"/>
                    <a:pt x="71480" y="59647"/>
                    <a:pt x="71009" y="59647"/>
                  </a:cubicBezTo>
                  <a:cubicBezTo>
                    <a:pt x="70988" y="59563"/>
                    <a:pt x="70921" y="59489"/>
                    <a:pt x="70824" y="59489"/>
                  </a:cubicBezTo>
                  <a:cubicBezTo>
                    <a:pt x="70811" y="59489"/>
                    <a:pt x="70797" y="59490"/>
                    <a:pt x="70783" y="59493"/>
                  </a:cubicBezTo>
                  <a:cubicBezTo>
                    <a:pt x="70712" y="59505"/>
                    <a:pt x="70628" y="59528"/>
                    <a:pt x="70545" y="59576"/>
                  </a:cubicBezTo>
                  <a:cubicBezTo>
                    <a:pt x="70414" y="59540"/>
                    <a:pt x="70271" y="59469"/>
                    <a:pt x="70152" y="59362"/>
                  </a:cubicBezTo>
                  <a:cubicBezTo>
                    <a:pt x="69509" y="58826"/>
                    <a:pt x="70152" y="58362"/>
                    <a:pt x="68997" y="58195"/>
                  </a:cubicBezTo>
                  <a:cubicBezTo>
                    <a:pt x="68923" y="58183"/>
                    <a:pt x="68850" y="58178"/>
                    <a:pt x="68778" y="58178"/>
                  </a:cubicBezTo>
                  <a:cubicBezTo>
                    <a:pt x="68409" y="58178"/>
                    <a:pt x="68062" y="58317"/>
                    <a:pt x="67723" y="58457"/>
                  </a:cubicBezTo>
                  <a:cubicBezTo>
                    <a:pt x="67735" y="58433"/>
                    <a:pt x="67735" y="58421"/>
                    <a:pt x="67735" y="58409"/>
                  </a:cubicBezTo>
                  <a:cubicBezTo>
                    <a:pt x="67725" y="58293"/>
                    <a:pt x="67639" y="58215"/>
                    <a:pt x="67537" y="58215"/>
                  </a:cubicBezTo>
                  <a:cubicBezTo>
                    <a:pt x="67524" y="58215"/>
                    <a:pt x="67511" y="58216"/>
                    <a:pt x="67497" y="58219"/>
                  </a:cubicBezTo>
                  <a:cubicBezTo>
                    <a:pt x="67318" y="58254"/>
                    <a:pt x="67068" y="58576"/>
                    <a:pt x="67021" y="58790"/>
                  </a:cubicBezTo>
                  <a:cubicBezTo>
                    <a:pt x="66825" y="58910"/>
                    <a:pt x="66610" y="59019"/>
                    <a:pt x="66501" y="59019"/>
                  </a:cubicBezTo>
                  <a:cubicBezTo>
                    <a:pt x="66491" y="59019"/>
                    <a:pt x="66481" y="59018"/>
                    <a:pt x="66473" y="59016"/>
                  </a:cubicBezTo>
                  <a:cubicBezTo>
                    <a:pt x="66616" y="58981"/>
                    <a:pt x="66842" y="58004"/>
                    <a:pt x="66842" y="57992"/>
                  </a:cubicBezTo>
                  <a:cubicBezTo>
                    <a:pt x="66854" y="57885"/>
                    <a:pt x="66818" y="57802"/>
                    <a:pt x="66711" y="57766"/>
                  </a:cubicBezTo>
                  <a:cubicBezTo>
                    <a:pt x="66557" y="57711"/>
                    <a:pt x="66267" y="57696"/>
                    <a:pt x="65945" y="57696"/>
                  </a:cubicBezTo>
                  <a:cubicBezTo>
                    <a:pt x="65545" y="57696"/>
                    <a:pt x="65096" y="57720"/>
                    <a:pt x="64798" y="57720"/>
                  </a:cubicBezTo>
                  <a:cubicBezTo>
                    <a:pt x="64763" y="57720"/>
                    <a:pt x="64730" y="57719"/>
                    <a:pt x="64699" y="57719"/>
                  </a:cubicBezTo>
                  <a:cubicBezTo>
                    <a:pt x="64651" y="57683"/>
                    <a:pt x="64616" y="57635"/>
                    <a:pt x="64568" y="57600"/>
                  </a:cubicBezTo>
                  <a:cubicBezTo>
                    <a:pt x="64771" y="57457"/>
                    <a:pt x="65199" y="57111"/>
                    <a:pt x="65247" y="57016"/>
                  </a:cubicBezTo>
                  <a:cubicBezTo>
                    <a:pt x="65592" y="56254"/>
                    <a:pt x="65128" y="54897"/>
                    <a:pt x="64616" y="54075"/>
                  </a:cubicBezTo>
                  <a:cubicBezTo>
                    <a:pt x="64604" y="54016"/>
                    <a:pt x="64580" y="53980"/>
                    <a:pt x="64556" y="53944"/>
                  </a:cubicBezTo>
                  <a:cubicBezTo>
                    <a:pt x="64532" y="53909"/>
                    <a:pt x="64497" y="53885"/>
                    <a:pt x="64473" y="53861"/>
                  </a:cubicBezTo>
                  <a:cubicBezTo>
                    <a:pt x="64390" y="53742"/>
                    <a:pt x="64318" y="53647"/>
                    <a:pt x="64235" y="53575"/>
                  </a:cubicBezTo>
                  <a:cubicBezTo>
                    <a:pt x="63608" y="52937"/>
                    <a:pt x="62419" y="52170"/>
                    <a:pt x="61470" y="52170"/>
                  </a:cubicBezTo>
                  <a:cubicBezTo>
                    <a:pt x="61463" y="52170"/>
                    <a:pt x="61456" y="52170"/>
                    <a:pt x="61449" y="52170"/>
                  </a:cubicBezTo>
                  <a:cubicBezTo>
                    <a:pt x="61496" y="52170"/>
                    <a:pt x="60175" y="52337"/>
                    <a:pt x="60472" y="52349"/>
                  </a:cubicBezTo>
                  <a:cubicBezTo>
                    <a:pt x="60188" y="52480"/>
                    <a:pt x="59894" y="52541"/>
                    <a:pt x="59572" y="52541"/>
                  </a:cubicBezTo>
                  <a:cubicBezTo>
                    <a:pt x="59543" y="52541"/>
                    <a:pt x="59514" y="52540"/>
                    <a:pt x="59484" y="52539"/>
                  </a:cubicBezTo>
                  <a:cubicBezTo>
                    <a:pt x="58901" y="52289"/>
                    <a:pt x="58520" y="51861"/>
                    <a:pt x="58353" y="51277"/>
                  </a:cubicBezTo>
                  <a:cubicBezTo>
                    <a:pt x="57674" y="50456"/>
                    <a:pt x="57412" y="50182"/>
                    <a:pt x="56436" y="49801"/>
                  </a:cubicBezTo>
                  <a:cubicBezTo>
                    <a:pt x="56115" y="49670"/>
                    <a:pt x="55924" y="49658"/>
                    <a:pt x="55817" y="49658"/>
                  </a:cubicBezTo>
                  <a:cubicBezTo>
                    <a:pt x="55912" y="49634"/>
                    <a:pt x="56055" y="49563"/>
                    <a:pt x="56269" y="49360"/>
                  </a:cubicBezTo>
                  <a:cubicBezTo>
                    <a:pt x="56317" y="49301"/>
                    <a:pt x="56341" y="49194"/>
                    <a:pt x="56293" y="49134"/>
                  </a:cubicBezTo>
                  <a:cubicBezTo>
                    <a:pt x="55610" y="48197"/>
                    <a:pt x="54743" y="47781"/>
                    <a:pt x="53843" y="47781"/>
                  </a:cubicBezTo>
                  <a:cubicBezTo>
                    <a:pt x="53771" y="47781"/>
                    <a:pt x="53699" y="47784"/>
                    <a:pt x="53626" y="47789"/>
                  </a:cubicBezTo>
                  <a:cubicBezTo>
                    <a:pt x="53579" y="47783"/>
                    <a:pt x="53531" y="47780"/>
                    <a:pt x="53485" y="47780"/>
                  </a:cubicBezTo>
                  <a:cubicBezTo>
                    <a:pt x="53439" y="47780"/>
                    <a:pt x="53394" y="47783"/>
                    <a:pt x="53352" y="47789"/>
                  </a:cubicBezTo>
                  <a:cubicBezTo>
                    <a:pt x="53269" y="47813"/>
                    <a:pt x="53210" y="47825"/>
                    <a:pt x="53162" y="47860"/>
                  </a:cubicBezTo>
                  <a:cubicBezTo>
                    <a:pt x="52876" y="47932"/>
                    <a:pt x="52590" y="48027"/>
                    <a:pt x="52317" y="48170"/>
                  </a:cubicBezTo>
                  <a:cubicBezTo>
                    <a:pt x="51813" y="48422"/>
                    <a:pt x="51497" y="48515"/>
                    <a:pt x="51266" y="48515"/>
                  </a:cubicBezTo>
                  <a:cubicBezTo>
                    <a:pt x="50764" y="48515"/>
                    <a:pt x="50654" y="48080"/>
                    <a:pt x="49864" y="47884"/>
                  </a:cubicBezTo>
                  <a:cubicBezTo>
                    <a:pt x="49829" y="47875"/>
                    <a:pt x="49789" y="47871"/>
                    <a:pt x="49745" y="47871"/>
                  </a:cubicBezTo>
                  <a:cubicBezTo>
                    <a:pt x="49353" y="47871"/>
                    <a:pt x="48605" y="48183"/>
                    <a:pt x="48130" y="48183"/>
                  </a:cubicBezTo>
                  <a:cubicBezTo>
                    <a:pt x="47801" y="48183"/>
                    <a:pt x="47603" y="48034"/>
                    <a:pt x="47745" y="47527"/>
                  </a:cubicBezTo>
                  <a:cubicBezTo>
                    <a:pt x="47768" y="47455"/>
                    <a:pt x="47733" y="47348"/>
                    <a:pt x="47661" y="47313"/>
                  </a:cubicBezTo>
                  <a:cubicBezTo>
                    <a:pt x="47543" y="47255"/>
                    <a:pt x="47418" y="47238"/>
                    <a:pt x="47295" y="47238"/>
                  </a:cubicBezTo>
                  <a:cubicBezTo>
                    <a:pt x="47120" y="47238"/>
                    <a:pt x="46948" y="47273"/>
                    <a:pt x="46803" y="47273"/>
                  </a:cubicBezTo>
                  <a:cubicBezTo>
                    <a:pt x="46733" y="47273"/>
                    <a:pt x="46669" y="47265"/>
                    <a:pt x="46613" y="47241"/>
                  </a:cubicBezTo>
                  <a:cubicBezTo>
                    <a:pt x="46256" y="47086"/>
                    <a:pt x="46185" y="46801"/>
                    <a:pt x="45816" y="46455"/>
                  </a:cubicBezTo>
                  <a:cubicBezTo>
                    <a:pt x="45782" y="46425"/>
                    <a:pt x="45735" y="46410"/>
                    <a:pt x="45688" y="46410"/>
                  </a:cubicBezTo>
                  <a:cubicBezTo>
                    <a:pt x="45588" y="46410"/>
                    <a:pt x="45486" y="46477"/>
                    <a:pt x="45494" y="46598"/>
                  </a:cubicBezTo>
                  <a:cubicBezTo>
                    <a:pt x="45518" y="46801"/>
                    <a:pt x="44494" y="47920"/>
                    <a:pt x="44220" y="48241"/>
                  </a:cubicBezTo>
                  <a:cubicBezTo>
                    <a:pt x="44220" y="48241"/>
                    <a:pt x="44208" y="48253"/>
                    <a:pt x="44208" y="48253"/>
                  </a:cubicBezTo>
                  <a:cubicBezTo>
                    <a:pt x="44208" y="48241"/>
                    <a:pt x="44220" y="48229"/>
                    <a:pt x="44220" y="48229"/>
                  </a:cubicBezTo>
                  <a:cubicBezTo>
                    <a:pt x="44292" y="47646"/>
                    <a:pt x="44423" y="47146"/>
                    <a:pt x="44780" y="46622"/>
                  </a:cubicBezTo>
                  <a:cubicBezTo>
                    <a:pt x="44863" y="46503"/>
                    <a:pt x="44744" y="46348"/>
                    <a:pt x="44613" y="46336"/>
                  </a:cubicBezTo>
                  <a:cubicBezTo>
                    <a:pt x="44583" y="46334"/>
                    <a:pt x="44554" y="46333"/>
                    <a:pt x="44525" y="46333"/>
                  </a:cubicBezTo>
                  <a:cubicBezTo>
                    <a:pt x="43826" y="46333"/>
                    <a:pt x="43373" y="46871"/>
                    <a:pt x="42744" y="47122"/>
                  </a:cubicBezTo>
                  <a:cubicBezTo>
                    <a:pt x="42030" y="47408"/>
                    <a:pt x="40637" y="47134"/>
                    <a:pt x="40077" y="47825"/>
                  </a:cubicBezTo>
                  <a:cubicBezTo>
                    <a:pt x="39803" y="48170"/>
                    <a:pt x="39934" y="48563"/>
                    <a:pt x="39767" y="48837"/>
                  </a:cubicBezTo>
                  <a:cubicBezTo>
                    <a:pt x="39458" y="49313"/>
                    <a:pt x="39458" y="49110"/>
                    <a:pt x="39005" y="49444"/>
                  </a:cubicBezTo>
                  <a:cubicBezTo>
                    <a:pt x="38863" y="49634"/>
                    <a:pt x="38755" y="49825"/>
                    <a:pt x="38672" y="50051"/>
                  </a:cubicBezTo>
                  <a:cubicBezTo>
                    <a:pt x="38578" y="50060"/>
                    <a:pt x="38486" y="50065"/>
                    <a:pt x="38397" y="50065"/>
                  </a:cubicBezTo>
                  <a:cubicBezTo>
                    <a:pt x="37803" y="50065"/>
                    <a:pt x="37333" y="49857"/>
                    <a:pt x="36981" y="49432"/>
                  </a:cubicBezTo>
                  <a:cubicBezTo>
                    <a:pt x="36553" y="49265"/>
                    <a:pt x="36280" y="49024"/>
                    <a:pt x="35801" y="49024"/>
                  </a:cubicBezTo>
                  <a:cubicBezTo>
                    <a:pt x="35735" y="49024"/>
                    <a:pt x="35664" y="49029"/>
                    <a:pt x="35588" y="49039"/>
                  </a:cubicBezTo>
                  <a:cubicBezTo>
                    <a:pt x="34585" y="49169"/>
                    <a:pt x="34229" y="49638"/>
                    <a:pt x="33547" y="49638"/>
                  </a:cubicBezTo>
                  <a:cubicBezTo>
                    <a:pt x="33290" y="49638"/>
                    <a:pt x="32988" y="49572"/>
                    <a:pt x="32588" y="49396"/>
                  </a:cubicBezTo>
                  <a:cubicBezTo>
                    <a:pt x="30481" y="48456"/>
                    <a:pt x="30683" y="46920"/>
                    <a:pt x="31350" y="45193"/>
                  </a:cubicBezTo>
                  <a:cubicBezTo>
                    <a:pt x="31481" y="44860"/>
                    <a:pt x="31743" y="44384"/>
                    <a:pt x="31576" y="44015"/>
                  </a:cubicBezTo>
                  <a:cubicBezTo>
                    <a:pt x="31552" y="43955"/>
                    <a:pt x="31469" y="43919"/>
                    <a:pt x="31409" y="43919"/>
                  </a:cubicBezTo>
                  <a:cubicBezTo>
                    <a:pt x="31372" y="43922"/>
                    <a:pt x="31337" y="43924"/>
                    <a:pt x="31304" y="43924"/>
                  </a:cubicBezTo>
                  <a:cubicBezTo>
                    <a:pt x="30534" y="43924"/>
                    <a:pt x="31001" y="43143"/>
                    <a:pt x="30635" y="42812"/>
                  </a:cubicBezTo>
                  <a:cubicBezTo>
                    <a:pt x="30338" y="42548"/>
                    <a:pt x="29943" y="42465"/>
                    <a:pt x="29520" y="42465"/>
                  </a:cubicBezTo>
                  <a:cubicBezTo>
                    <a:pt x="28876" y="42465"/>
                    <a:pt x="28167" y="42657"/>
                    <a:pt x="27635" y="42693"/>
                  </a:cubicBezTo>
                  <a:cubicBezTo>
                    <a:pt x="27341" y="42712"/>
                    <a:pt x="26709" y="42780"/>
                    <a:pt x="26165" y="42780"/>
                  </a:cubicBezTo>
                  <a:cubicBezTo>
                    <a:pt x="25672" y="42780"/>
                    <a:pt x="25252" y="42724"/>
                    <a:pt x="25218" y="42526"/>
                  </a:cubicBezTo>
                  <a:cubicBezTo>
                    <a:pt x="25158" y="42145"/>
                    <a:pt x="25670" y="41717"/>
                    <a:pt x="25837" y="41383"/>
                  </a:cubicBezTo>
                  <a:cubicBezTo>
                    <a:pt x="26230" y="40609"/>
                    <a:pt x="26528" y="39871"/>
                    <a:pt x="27004" y="39157"/>
                  </a:cubicBezTo>
                  <a:cubicBezTo>
                    <a:pt x="27397" y="38585"/>
                    <a:pt x="27706" y="38264"/>
                    <a:pt x="27790" y="37585"/>
                  </a:cubicBezTo>
                  <a:cubicBezTo>
                    <a:pt x="27790" y="37502"/>
                    <a:pt x="27718" y="37407"/>
                    <a:pt x="27647" y="37395"/>
                  </a:cubicBezTo>
                  <a:cubicBezTo>
                    <a:pt x="27412" y="37363"/>
                    <a:pt x="27114" y="37344"/>
                    <a:pt x="26787" y="37344"/>
                  </a:cubicBezTo>
                  <a:cubicBezTo>
                    <a:pt x="25755" y="37344"/>
                    <a:pt x="24428" y="37534"/>
                    <a:pt x="23813" y="38121"/>
                  </a:cubicBezTo>
                  <a:cubicBezTo>
                    <a:pt x="23670" y="38252"/>
                    <a:pt x="23563" y="38442"/>
                    <a:pt x="23432" y="38562"/>
                  </a:cubicBezTo>
                  <a:cubicBezTo>
                    <a:pt x="23396" y="38800"/>
                    <a:pt x="23361" y="39050"/>
                    <a:pt x="23313" y="39288"/>
                  </a:cubicBezTo>
                  <a:cubicBezTo>
                    <a:pt x="22813" y="39946"/>
                    <a:pt x="22247" y="40272"/>
                    <a:pt x="21617" y="40272"/>
                  </a:cubicBezTo>
                  <a:cubicBezTo>
                    <a:pt x="21437" y="40272"/>
                    <a:pt x="21253" y="40245"/>
                    <a:pt x="21063" y="40193"/>
                  </a:cubicBezTo>
                  <a:cubicBezTo>
                    <a:pt x="20989" y="40196"/>
                    <a:pt x="20914" y="40198"/>
                    <a:pt x="20840" y="40198"/>
                  </a:cubicBezTo>
                  <a:cubicBezTo>
                    <a:pt x="19698" y="40198"/>
                    <a:pt x="18554" y="39768"/>
                    <a:pt x="17872" y="38907"/>
                  </a:cubicBezTo>
                  <a:cubicBezTo>
                    <a:pt x="17312" y="38192"/>
                    <a:pt x="16753" y="37633"/>
                    <a:pt x="16800" y="36668"/>
                  </a:cubicBezTo>
                  <a:cubicBezTo>
                    <a:pt x="16836" y="36109"/>
                    <a:pt x="17038" y="34549"/>
                    <a:pt x="17193" y="34228"/>
                  </a:cubicBezTo>
                  <a:cubicBezTo>
                    <a:pt x="17300" y="33990"/>
                    <a:pt x="17669" y="33775"/>
                    <a:pt x="17824" y="33513"/>
                  </a:cubicBezTo>
                  <a:cubicBezTo>
                    <a:pt x="17884" y="33418"/>
                    <a:pt x="17657" y="33216"/>
                    <a:pt x="17693" y="33132"/>
                  </a:cubicBezTo>
                  <a:cubicBezTo>
                    <a:pt x="18408" y="31430"/>
                    <a:pt x="17884" y="31704"/>
                    <a:pt x="18860" y="30930"/>
                  </a:cubicBezTo>
                  <a:cubicBezTo>
                    <a:pt x="19564" y="30371"/>
                    <a:pt x="20261" y="30200"/>
                    <a:pt x="20954" y="30200"/>
                  </a:cubicBezTo>
                  <a:cubicBezTo>
                    <a:pt x="22050" y="30200"/>
                    <a:pt x="23136" y="30628"/>
                    <a:pt x="24223" y="30628"/>
                  </a:cubicBezTo>
                  <a:cubicBezTo>
                    <a:pt x="24586" y="30628"/>
                    <a:pt x="24949" y="30581"/>
                    <a:pt x="25313" y="30453"/>
                  </a:cubicBezTo>
                  <a:cubicBezTo>
                    <a:pt x="25670" y="30334"/>
                    <a:pt x="25980" y="29751"/>
                    <a:pt x="26409" y="29549"/>
                  </a:cubicBezTo>
                  <a:cubicBezTo>
                    <a:pt x="26793" y="29373"/>
                    <a:pt x="27099" y="29304"/>
                    <a:pt x="27377" y="29304"/>
                  </a:cubicBezTo>
                  <a:cubicBezTo>
                    <a:pt x="27874" y="29304"/>
                    <a:pt x="28282" y="29526"/>
                    <a:pt x="28885" y="29763"/>
                  </a:cubicBezTo>
                  <a:cubicBezTo>
                    <a:pt x="29254" y="29906"/>
                    <a:pt x="29468" y="30049"/>
                    <a:pt x="29861" y="30120"/>
                  </a:cubicBezTo>
                  <a:cubicBezTo>
                    <a:pt x="29930" y="30133"/>
                    <a:pt x="29998" y="30138"/>
                    <a:pt x="30067" y="30138"/>
                  </a:cubicBezTo>
                  <a:cubicBezTo>
                    <a:pt x="30352" y="30138"/>
                    <a:pt x="30642" y="30050"/>
                    <a:pt x="30938" y="30050"/>
                  </a:cubicBezTo>
                  <a:cubicBezTo>
                    <a:pt x="31171" y="30050"/>
                    <a:pt x="31407" y="30105"/>
                    <a:pt x="31647" y="30299"/>
                  </a:cubicBezTo>
                  <a:cubicBezTo>
                    <a:pt x="32028" y="30608"/>
                    <a:pt x="32243" y="30834"/>
                    <a:pt x="32374" y="31025"/>
                  </a:cubicBezTo>
                  <a:cubicBezTo>
                    <a:pt x="32374" y="31025"/>
                    <a:pt x="32374" y="31025"/>
                    <a:pt x="32374" y="31037"/>
                  </a:cubicBezTo>
                  <a:cubicBezTo>
                    <a:pt x="32433" y="31215"/>
                    <a:pt x="32409" y="31263"/>
                    <a:pt x="32457" y="31632"/>
                  </a:cubicBezTo>
                  <a:cubicBezTo>
                    <a:pt x="32338" y="31870"/>
                    <a:pt x="32124" y="32061"/>
                    <a:pt x="32362" y="32489"/>
                  </a:cubicBezTo>
                  <a:cubicBezTo>
                    <a:pt x="32790" y="33228"/>
                    <a:pt x="33362" y="33990"/>
                    <a:pt x="34267" y="34251"/>
                  </a:cubicBezTo>
                  <a:cubicBezTo>
                    <a:pt x="34281" y="34256"/>
                    <a:pt x="34296" y="34258"/>
                    <a:pt x="34311" y="34258"/>
                  </a:cubicBezTo>
                  <a:cubicBezTo>
                    <a:pt x="34378" y="34258"/>
                    <a:pt x="34442" y="34215"/>
                    <a:pt x="34481" y="34156"/>
                  </a:cubicBezTo>
                  <a:cubicBezTo>
                    <a:pt x="35326" y="32966"/>
                    <a:pt x="34850" y="32049"/>
                    <a:pt x="34314" y="30822"/>
                  </a:cubicBezTo>
                  <a:cubicBezTo>
                    <a:pt x="33695" y="29453"/>
                    <a:pt x="33683" y="28120"/>
                    <a:pt x="34910" y="27036"/>
                  </a:cubicBezTo>
                  <a:cubicBezTo>
                    <a:pt x="35767" y="26286"/>
                    <a:pt x="36874" y="26203"/>
                    <a:pt x="37743" y="25536"/>
                  </a:cubicBezTo>
                  <a:cubicBezTo>
                    <a:pt x="38374" y="25060"/>
                    <a:pt x="38696" y="24655"/>
                    <a:pt x="38529" y="23881"/>
                  </a:cubicBezTo>
                  <a:cubicBezTo>
                    <a:pt x="38505" y="23786"/>
                    <a:pt x="38315" y="23703"/>
                    <a:pt x="38303" y="23655"/>
                  </a:cubicBezTo>
                  <a:cubicBezTo>
                    <a:pt x="38112" y="23214"/>
                    <a:pt x="37922" y="22774"/>
                    <a:pt x="37720" y="22333"/>
                  </a:cubicBezTo>
                  <a:lnTo>
                    <a:pt x="37720" y="22333"/>
                  </a:lnTo>
                  <a:cubicBezTo>
                    <a:pt x="37791" y="22452"/>
                    <a:pt x="37850" y="22571"/>
                    <a:pt x="37910" y="22691"/>
                  </a:cubicBezTo>
                  <a:cubicBezTo>
                    <a:pt x="37992" y="22726"/>
                    <a:pt x="38063" y="23131"/>
                    <a:pt x="38202" y="23131"/>
                  </a:cubicBezTo>
                  <a:cubicBezTo>
                    <a:pt x="38204" y="23131"/>
                    <a:pt x="38206" y="23131"/>
                    <a:pt x="38208" y="23131"/>
                  </a:cubicBezTo>
                  <a:cubicBezTo>
                    <a:pt x="38215" y="23131"/>
                    <a:pt x="38222" y="23131"/>
                    <a:pt x="38228" y="23131"/>
                  </a:cubicBezTo>
                  <a:cubicBezTo>
                    <a:pt x="38444" y="23131"/>
                    <a:pt x="38633" y="23228"/>
                    <a:pt x="38803" y="23228"/>
                  </a:cubicBezTo>
                  <a:cubicBezTo>
                    <a:pt x="38945" y="23228"/>
                    <a:pt x="39074" y="23161"/>
                    <a:pt x="39196" y="22917"/>
                  </a:cubicBezTo>
                  <a:cubicBezTo>
                    <a:pt x="39279" y="22762"/>
                    <a:pt x="39101" y="22631"/>
                    <a:pt x="39101" y="22476"/>
                  </a:cubicBezTo>
                  <a:cubicBezTo>
                    <a:pt x="39113" y="22405"/>
                    <a:pt x="38553" y="21821"/>
                    <a:pt x="38589" y="21762"/>
                  </a:cubicBezTo>
                  <a:lnTo>
                    <a:pt x="38589" y="21762"/>
                  </a:lnTo>
                  <a:cubicBezTo>
                    <a:pt x="38577" y="21786"/>
                    <a:pt x="38886" y="22071"/>
                    <a:pt x="38874" y="22083"/>
                  </a:cubicBezTo>
                  <a:cubicBezTo>
                    <a:pt x="38898" y="22059"/>
                    <a:pt x="39029" y="22000"/>
                    <a:pt x="39184" y="21940"/>
                  </a:cubicBezTo>
                  <a:cubicBezTo>
                    <a:pt x="39255" y="21917"/>
                    <a:pt x="39327" y="21893"/>
                    <a:pt x="39386" y="21845"/>
                  </a:cubicBezTo>
                  <a:cubicBezTo>
                    <a:pt x="39529" y="21774"/>
                    <a:pt x="39660" y="21702"/>
                    <a:pt x="39732" y="21643"/>
                  </a:cubicBezTo>
                  <a:cubicBezTo>
                    <a:pt x="40756" y="20702"/>
                    <a:pt x="40910" y="20405"/>
                    <a:pt x="42232" y="20309"/>
                  </a:cubicBezTo>
                  <a:cubicBezTo>
                    <a:pt x="42294" y="20306"/>
                    <a:pt x="42357" y="20305"/>
                    <a:pt x="42419" y="20305"/>
                  </a:cubicBezTo>
                  <a:cubicBezTo>
                    <a:pt x="42703" y="20305"/>
                    <a:pt x="42986" y="20331"/>
                    <a:pt x="43269" y="20331"/>
                  </a:cubicBezTo>
                  <a:cubicBezTo>
                    <a:pt x="43400" y="20331"/>
                    <a:pt x="43530" y="20326"/>
                    <a:pt x="43661" y="20309"/>
                  </a:cubicBezTo>
                  <a:cubicBezTo>
                    <a:pt x="43816" y="20297"/>
                    <a:pt x="43935" y="20107"/>
                    <a:pt x="43792" y="19988"/>
                  </a:cubicBezTo>
                  <a:cubicBezTo>
                    <a:pt x="42041" y="18428"/>
                    <a:pt x="44732" y="17976"/>
                    <a:pt x="46304" y="17630"/>
                  </a:cubicBezTo>
                  <a:lnTo>
                    <a:pt x="46304" y="17630"/>
                  </a:lnTo>
                  <a:cubicBezTo>
                    <a:pt x="45899" y="17749"/>
                    <a:pt x="45566" y="17940"/>
                    <a:pt x="45768" y="18452"/>
                  </a:cubicBezTo>
                  <a:cubicBezTo>
                    <a:pt x="45909" y="18811"/>
                    <a:pt x="46078" y="18938"/>
                    <a:pt x="46256" y="18938"/>
                  </a:cubicBezTo>
                  <a:cubicBezTo>
                    <a:pt x="46632" y="18938"/>
                    <a:pt x="47052" y="18367"/>
                    <a:pt x="47352" y="18214"/>
                  </a:cubicBezTo>
                  <a:cubicBezTo>
                    <a:pt x="48423" y="17642"/>
                    <a:pt x="50150" y="18095"/>
                    <a:pt x="51174" y="17261"/>
                  </a:cubicBezTo>
                  <a:cubicBezTo>
                    <a:pt x="51233" y="17214"/>
                    <a:pt x="51233" y="17106"/>
                    <a:pt x="51197" y="17035"/>
                  </a:cubicBezTo>
                  <a:cubicBezTo>
                    <a:pt x="50912" y="16443"/>
                    <a:pt x="50588" y="16257"/>
                    <a:pt x="50246" y="16257"/>
                  </a:cubicBezTo>
                  <a:cubicBezTo>
                    <a:pt x="50017" y="16257"/>
                    <a:pt x="49781" y="16340"/>
                    <a:pt x="49542" y="16440"/>
                  </a:cubicBezTo>
                  <a:cubicBezTo>
                    <a:pt x="49531" y="16452"/>
                    <a:pt x="49519" y="16452"/>
                    <a:pt x="49495" y="16464"/>
                  </a:cubicBezTo>
                  <a:cubicBezTo>
                    <a:pt x="49223" y="16594"/>
                    <a:pt x="48939" y="16735"/>
                    <a:pt x="48679" y="16784"/>
                  </a:cubicBezTo>
                  <a:lnTo>
                    <a:pt x="48679" y="16784"/>
                  </a:lnTo>
                  <a:cubicBezTo>
                    <a:pt x="48680" y="16784"/>
                    <a:pt x="48678" y="16783"/>
                    <a:pt x="48675" y="16783"/>
                  </a:cubicBezTo>
                  <a:cubicBezTo>
                    <a:pt x="48614" y="16783"/>
                    <a:pt x="47933" y="16833"/>
                    <a:pt x="47911" y="16833"/>
                  </a:cubicBezTo>
                  <a:cubicBezTo>
                    <a:pt x="47387" y="16749"/>
                    <a:pt x="47078" y="16690"/>
                    <a:pt x="46911" y="16642"/>
                  </a:cubicBezTo>
                  <a:cubicBezTo>
                    <a:pt x="46899" y="16618"/>
                    <a:pt x="46899" y="16606"/>
                    <a:pt x="46887" y="16583"/>
                  </a:cubicBezTo>
                  <a:cubicBezTo>
                    <a:pt x="46875" y="16559"/>
                    <a:pt x="46864" y="16535"/>
                    <a:pt x="46852" y="16511"/>
                  </a:cubicBezTo>
                  <a:cubicBezTo>
                    <a:pt x="47114" y="16440"/>
                    <a:pt x="47626" y="16356"/>
                    <a:pt x="46744" y="15987"/>
                  </a:cubicBezTo>
                  <a:cubicBezTo>
                    <a:pt x="45887" y="15630"/>
                    <a:pt x="44887" y="15737"/>
                    <a:pt x="46768" y="15416"/>
                  </a:cubicBezTo>
                  <a:cubicBezTo>
                    <a:pt x="46875" y="15404"/>
                    <a:pt x="46923" y="15273"/>
                    <a:pt x="46899" y="15190"/>
                  </a:cubicBezTo>
                  <a:cubicBezTo>
                    <a:pt x="46769" y="14644"/>
                    <a:pt x="46324" y="14499"/>
                    <a:pt x="45815" y="14499"/>
                  </a:cubicBezTo>
                  <a:cubicBezTo>
                    <a:pt x="45391" y="14499"/>
                    <a:pt x="44922" y="14600"/>
                    <a:pt x="44554" y="14654"/>
                  </a:cubicBezTo>
                  <a:cubicBezTo>
                    <a:pt x="44054" y="14713"/>
                    <a:pt x="43589" y="14773"/>
                    <a:pt x="43173" y="15035"/>
                  </a:cubicBezTo>
                  <a:cubicBezTo>
                    <a:pt x="43042" y="15106"/>
                    <a:pt x="42970" y="15261"/>
                    <a:pt x="42851" y="15332"/>
                  </a:cubicBezTo>
                  <a:cubicBezTo>
                    <a:pt x="42540" y="15562"/>
                    <a:pt x="41969" y="15926"/>
                    <a:pt x="41820" y="15926"/>
                  </a:cubicBezTo>
                  <a:cubicBezTo>
                    <a:pt x="41729" y="15926"/>
                    <a:pt x="41792" y="15793"/>
                    <a:pt x="42161" y="15416"/>
                  </a:cubicBezTo>
                  <a:cubicBezTo>
                    <a:pt x="42992" y="14574"/>
                    <a:pt x="43872" y="14371"/>
                    <a:pt x="44783" y="14371"/>
                  </a:cubicBezTo>
                  <a:cubicBezTo>
                    <a:pt x="45629" y="14371"/>
                    <a:pt x="46501" y="14545"/>
                    <a:pt x="47385" y="14545"/>
                  </a:cubicBezTo>
                  <a:cubicBezTo>
                    <a:pt x="47596" y="14545"/>
                    <a:pt x="47807" y="14535"/>
                    <a:pt x="48018" y="14511"/>
                  </a:cubicBezTo>
                  <a:cubicBezTo>
                    <a:pt x="48649" y="14440"/>
                    <a:pt x="48459" y="14368"/>
                    <a:pt x="49042" y="14166"/>
                  </a:cubicBezTo>
                  <a:cubicBezTo>
                    <a:pt x="49650" y="13963"/>
                    <a:pt x="50543" y="13808"/>
                    <a:pt x="51126" y="13487"/>
                  </a:cubicBezTo>
                  <a:cubicBezTo>
                    <a:pt x="51185" y="13451"/>
                    <a:pt x="51221" y="13392"/>
                    <a:pt x="51221" y="13320"/>
                  </a:cubicBezTo>
                  <a:cubicBezTo>
                    <a:pt x="51174" y="11892"/>
                    <a:pt x="49185" y="11522"/>
                    <a:pt x="48054" y="11177"/>
                  </a:cubicBezTo>
                  <a:cubicBezTo>
                    <a:pt x="46161" y="10606"/>
                    <a:pt x="45840" y="9629"/>
                    <a:pt x="44363" y="8558"/>
                  </a:cubicBezTo>
                  <a:cubicBezTo>
                    <a:pt x="43963" y="8262"/>
                    <a:pt x="43810" y="8144"/>
                    <a:pt x="43511" y="8144"/>
                  </a:cubicBezTo>
                  <a:cubicBezTo>
                    <a:pt x="43401" y="8144"/>
                    <a:pt x="43271" y="8160"/>
                    <a:pt x="43101" y="8189"/>
                  </a:cubicBezTo>
                  <a:cubicBezTo>
                    <a:pt x="42327" y="8332"/>
                    <a:pt x="42958" y="9463"/>
                    <a:pt x="41708" y="9534"/>
                  </a:cubicBezTo>
                  <a:cubicBezTo>
                    <a:pt x="41565" y="9534"/>
                    <a:pt x="39255" y="7891"/>
                    <a:pt x="39029" y="7796"/>
                  </a:cubicBezTo>
                  <a:cubicBezTo>
                    <a:pt x="38283" y="7467"/>
                    <a:pt x="37033" y="7026"/>
                    <a:pt x="36045" y="7026"/>
                  </a:cubicBezTo>
                  <a:cubicBezTo>
                    <a:pt x="35710" y="7026"/>
                    <a:pt x="35404" y="7077"/>
                    <a:pt x="35160" y="7201"/>
                  </a:cubicBezTo>
                  <a:cubicBezTo>
                    <a:pt x="35088" y="7236"/>
                    <a:pt x="35053" y="7331"/>
                    <a:pt x="35076" y="7415"/>
                  </a:cubicBezTo>
                  <a:cubicBezTo>
                    <a:pt x="35255" y="8010"/>
                    <a:pt x="35588" y="8641"/>
                    <a:pt x="34850" y="8927"/>
                  </a:cubicBezTo>
                  <a:cubicBezTo>
                    <a:pt x="34791" y="8951"/>
                    <a:pt x="34731" y="8986"/>
                    <a:pt x="34719" y="9058"/>
                  </a:cubicBezTo>
                  <a:cubicBezTo>
                    <a:pt x="34707" y="9153"/>
                    <a:pt x="34695" y="9260"/>
                    <a:pt x="34683" y="9356"/>
                  </a:cubicBezTo>
                  <a:cubicBezTo>
                    <a:pt x="34660" y="9451"/>
                    <a:pt x="34695" y="9570"/>
                    <a:pt x="34814" y="9582"/>
                  </a:cubicBezTo>
                  <a:cubicBezTo>
                    <a:pt x="35481" y="9713"/>
                    <a:pt x="35374" y="10760"/>
                    <a:pt x="34707" y="10891"/>
                  </a:cubicBezTo>
                  <a:cubicBezTo>
                    <a:pt x="34648" y="10891"/>
                    <a:pt x="34588" y="10963"/>
                    <a:pt x="34576" y="11022"/>
                  </a:cubicBezTo>
                  <a:cubicBezTo>
                    <a:pt x="34576" y="11022"/>
                    <a:pt x="34576" y="11022"/>
                    <a:pt x="34576" y="11022"/>
                  </a:cubicBezTo>
                  <a:lnTo>
                    <a:pt x="34576" y="11022"/>
                  </a:lnTo>
                  <a:cubicBezTo>
                    <a:pt x="34574" y="11022"/>
                    <a:pt x="34470" y="12108"/>
                    <a:pt x="34576" y="12273"/>
                  </a:cubicBezTo>
                  <a:cubicBezTo>
                    <a:pt x="34074" y="12719"/>
                    <a:pt x="33680" y="12944"/>
                    <a:pt x="33395" y="12944"/>
                  </a:cubicBezTo>
                  <a:cubicBezTo>
                    <a:pt x="33186" y="12944"/>
                    <a:pt x="33036" y="12824"/>
                    <a:pt x="32945" y="12582"/>
                  </a:cubicBezTo>
                  <a:cubicBezTo>
                    <a:pt x="32707" y="12213"/>
                    <a:pt x="32588" y="11820"/>
                    <a:pt x="32588" y="11403"/>
                  </a:cubicBezTo>
                  <a:cubicBezTo>
                    <a:pt x="32362" y="11034"/>
                    <a:pt x="32445" y="10999"/>
                    <a:pt x="31981" y="10713"/>
                  </a:cubicBezTo>
                  <a:cubicBezTo>
                    <a:pt x="30945" y="10082"/>
                    <a:pt x="29171" y="10201"/>
                    <a:pt x="27980" y="9915"/>
                  </a:cubicBezTo>
                  <a:cubicBezTo>
                    <a:pt x="27402" y="9773"/>
                    <a:pt x="26343" y="9889"/>
                    <a:pt x="25850" y="9694"/>
                  </a:cubicBezTo>
                  <a:lnTo>
                    <a:pt x="25850" y="9694"/>
                  </a:lnTo>
                  <a:cubicBezTo>
                    <a:pt x="25863" y="9699"/>
                    <a:pt x="25874" y="9701"/>
                    <a:pt x="25883" y="9701"/>
                  </a:cubicBezTo>
                  <a:cubicBezTo>
                    <a:pt x="26069" y="9701"/>
                    <a:pt x="25271" y="8654"/>
                    <a:pt x="25041" y="8654"/>
                  </a:cubicBezTo>
                  <a:cubicBezTo>
                    <a:pt x="25005" y="8654"/>
                    <a:pt x="24983" y="8679"/>
                    <a:pt x="24980" y="8736"/>
                  </a:cubicBezTo>
                  <a:cubicBezTo>
                    <a:pt x="24992" y="8474"/>
                    <a:pt x="25123" y="8260"/>
                    <a:pt x="25313" y="8082"/>
                  </a:cubicBezTo>
                  <a:cubicBezTo>
                    <a:pt x="25337" y="8058"/>
                    <a:pt x="25373" y="8034"/>
                    <a:pt x="25408" y="7998"/>
                  </a:cubicBezTo>
                  <a:cubicBezTo>
                    <a:pt x="26361" y="7260"/>
                    <a:pt x="28659" y="7212"/>
                    <a:pt x="29361" y="6986"/>
                  </a:cubicBezTo>
                  <a:cubicBezTo>
                    <a:pt x="29373" y="6963"/>
                    <a:pt x="30108" y="6628"/>
                    <a:pt x="30027" y="6617"/>
                  </a:cubicBezTo>
                  <a:lnTo>
                    <a:pt x="30040" y="6617"/>
                  </a:lnTo>
                  <a:cubicBezTo>
                    <a:pt x="30076" y="6879"/>
                    <a:pt x="30147" y="7153"/>
                    <a:pt x="30171" y="7248"/>
                  </a:cubicBezTo>
                  <a:cubicBezTo>
                    <a:pt x="30201" y="7329"/>
                    <a:pt x="30275" y="7384"/>
                    <a:pt x="30362" y="7384"/>
                  </a:cubicBezTo>
                  <a:cubicBezTo>
                    <a:pt x="30377" y="7384"/>
                    <a:pt x="30393" y="7383"/>
                    <a:pt x="30409" y="7379"/>
                  </a:cubicBezTo>
                  <a:cubicBezTo>
                    <a:pt x="30683" y="7319"/>
                    <a:pt x="30997" y="7304"/>
                    <a:pt x="31321" y="7304"/>
                  </a:cubicBezTo>
                  <a:cubicBezTo>
                    <a:pt x="31651" y="7304"/>
                    <a:pt x="31991" y="7320"/>
                    <a:pt x="32311" y="7320"/>
                  </a:cubicBezTo>
                  <a:cubicBezTo>
                    <a:pt x="32675" y="7320"/>
                    <a:pt x="33013" y="7299"/>
                    <a:pt x="33278" y="7212"/>
                  </a:cubicBezTo>
                  <a:cubicBezTo>
                    <a:pt x="33409" y="7177"/>
                    <a:pt x="33862" y="7093"/>
                    <a:pt x="33898" y="6867"/>
                  </a:cubicBezTo>
                  <a:cubicBezTo>
                    <a:pt x="33945" y="6581"/>
                    <a:pt x="33957" y="6581"/>
                    <a:pt x="33886" y="6474"/>
                  </a:cubicBezTo>
                  <a:lnTo>
                    <a:pt x="33886" y="6474"/>
                  </a:lnTo>
                  <a:cubicBezTo>
                    <a:pt x="34433" y="6569"/>
                    <a:pt x="35053" y="6605"/>
                    <a:pt x="35481" y="6641"/>
                  </a:cubicBezTo>
                  <a:cubicBezTo>
                    <a:pt x="35556" y="6647"/>
                    <a:pt x="35629" y="6650"/>
                    <a:pt x="35702" y="6650"/>
                  </a:cubicBezTo>
                  <a:cubicBezTo>
                    <a:pt x="36046" y="6650"/>
                    <a:pt x="36367" y="6591"/>
                    <a:pt x="36701" y="6591"/>
                  </a:cubicBezTo>
                  <a:cubicBezTo>
                    <a:pt x="36966" y="6591"/>
                    <a:pt x="37239" y="6628"/>
                    <a:pt x="37541" y="6760"/>
                  </a:cubicBezTo>
                  <a:cubicBezTo>
                    <a:pt x="37874" y="6903"/>
                    <a:pt x="38101" y="7129"/>
                    <a:pt x="38434" y="7272"/>
                  </a:cubicBezTo>
                  <a:cubicBezTo>
                    <a:pt x="39218" y="7609"/>
                    <a:pt x="40672" y="8128"/>
                    <a:pt x="41813" y="8128"/>
                  </a:cubicBezTo>
                  <a:cubicBezTo>
                    <a:pt x="42162" y="8128"/>
                    <a:pt x="42482" y="8080"/>
                    <a:pt x="42744" y="7963"/>
                  </a:cubicBezTo>
                  <a:cubicBezTo>
                    <a:pt x="42875" y="7915"/>
                    <a:pt x="42851" y="7760"/>
                    <a:pt x="42792" y="7665"/>
                  </a:cubicBezTo>
                  <a:cubicBezTo>
                    <a:pt x="42673" y="7522"/>
                    <a:pt x="42280" y="7320"/>
                    <a:pt x="41911" y="7165"/>
                  </a:cubicBezTo>
                  <a:lnTo>
                    <a:pt x="41911" y="7165"/>
                  </a:lnTo>
                  <a:cubicBezTo>
                    <a:pt x="42244" y="7188"/>
                    <a:pt x="42613" y="7206"/>
                    <a:pt x="42869" y="7206"/>
                  </a:cubicBezTo>
                  <a:cubicBezTo>
                    <a:pt x="43006" y="7206"/>
                    <a:pt x="43111" y="7201"/>
                    <a:pt x="43161" y="7189"/>
                  </a:cubicBezTo>
                  <a:cubicBezTo>
                    <a:pt x="44137" y="6962"/>
                    <a:pt x="44839" y="6355"/>
                    <a:pt x="44363" y="5367"/>
                  </a:cubicBezTo>
                  <a:cubicBezTo>
                    <a:pt x="43923" y="4486"/>
                    <a:pt x="41815" y="3605"/>
                    <a:pt x="40898" y="3438"/>
                  </a:cubicBezTo>
                  <a:cubicBezTo>
                    <a:pt x="40369" y="3343"/>
                    <a:pt x="39830" y="3319"/>
                    <a:pt x="39290" y="3319"/>
                  </a:cubicBezTo>
                  <a:cubicBezTo>
                    <a:pt x="38749" y="3319"/>
                    <a:pt x="38208" y="3343"/>
                    <a:pt x="37672" y="3343"/>
                  </a:cubicBezTo>
                  <a:cubicBezTo>
                    <a:pt x="36565" y="3343"/>
                    <a:pt x="35755" y="3105"/>
                    <a:pt x="34719" y="2879"/>
                  </a:cubicBezTo>
                  <a:cubicBezTo>
                    <a:pt x="34422" y="2816"/>
                    <a:pt x="34121" y="2792"/>
                    <a:pt x="33818" y="2792"/>
                  </a:cubicBezTo>
                  <a:cubicBezTo>
                    <a:pt x="33428" y="2792"/>
                    <a:pt x="33036" y="2832"/>
                    <a:pt x="32647" y="2879"/>
                  </a:cubicBezTo>
                  <a:cubicBezTo>
                    <a:pt x="32969" y="2807"/>
                    <a:pt x="33290" y="2724"/>
                    <a:pt x="33612" y="2652"/>
                  </a:cubicBezTo>
                  <a:cubicBezTo>
                    <a:pt x="34103" y="2537"/>
                    <a:pt x="34555" y="2493"/>
                    <a:pt x="34989" y="2493"/>
                  </a:cubicBezTo>
                  <a:cubicBezTo>
                    <a:pt x="36039" y="2493"/>
                    <a:pt x="36984" y="2754"/>
                    <a:pt x="38112" y="2914"/>
                  </a:cubicBezTo>
                  <a:cubicBezTo>
                    <a:pt x="39327" y="3081"/>
                    <a:pt x="40506" y="2879"/>
                    <a:pt x="41696" y="3248"/>
                  </a:cubicBezTo>
                  <a:cubicBezTo>
                    <a:pt x="42315" y="3438"/>
                    <a:pt x="42875" y="3819"/>
                    <a:pt x="43458" y="4045"/>
                  </a:cubicBezTo>
                  <a:cubicBezTo>
                    <a:pt x="43756" y="4153"/>
                    <a:pt x="44935" y="4212"/>
                    <a:pt x="45078" y="4295"/>
                  </a:cubicBezTo>
                  <a:cubicBezTo>
                    <a:pt x="45089" y="4307"/>
                    <a:pt x="45101" y="4307"/>
                    <a:pt x="45113" y="4307"/>
                  </a:cubicBezTo>
                  <a:cubicBezTo>
                    <a:pt x="45066" y="4355"/>
                    <a:pt x="45006" y="4450"/>
                    <a:pt x="44911" y="4617"/>
                  </a:cubicBezTo>
                  <a:cubicBezTo>
                    <a:pt x="44875" y="4664"/>
                    <a:pt x="44875" y="4748"/>
                    <a:pt x="44911" y="4807"/>
                  </a:cubicBezTo>
                  <a:cubicBezTo>
                    <a:pt x="45268" y="5343"/>
                    <a:pt x="45566" y="5141"/>
                    <a:pt x="46137" y="5307"/>
                  </a:cubicBezTo>
                  <a:cubicBezTo>
                    <a:pt x="46292" y="5367"/>
                    <a:pt x="46399" y="5379"/>
                    <a:pt x="46483" y="5391"/>
                  </a:cubicBezTo>
                  <a:cubicBezTo>
                    <a:pt x="46506" y="5415"/>
                    <a:pt x="46530" y="5438"/>
                    <a:pt x="46554" y="5462"/>
                  </a:cubicBezTo>
                  <a:cubicBezTo>
                    <a:pt x="46483" y="5593"/>
                    <a:pt x="46459" y="5748"/>
                    <a:pt x="46530" y="5855"/>
                  </a:cubicBezTo>
                  <a:cubicBezTo>
                    <a:pt x="46562" y="5908"/>
                    <a:pt x="46613" y="5952"/>
                    <a:pt x="46675" y="5952"/>
                  </a:cubicBezTo>
                  <a:cubicBezTo>
                    <a:pt x="46682" y="5952"/>
                    <a:pt x="46689" y="5952"/>
                    <a:pt x="46697" y="5950"/>
                  </a:cubicBezTo>
                  <a:cubicBezTo>
                    <a:pt x="46733" y="5950"/>
                    <a:pt x="46756" y="5938"/>
                    <a:pt x="46792" y="5927"/>
                  </a:cubicBezTo>
                  <a:cubicBezTo>
                    <a:pt x="46816" y="6069"/>
                    <a:pt x="46852" y="6212"/>
                    <a:pt x="46935" y="6296"/>
                  </a:cubicBezTo>
                  <a:cubicBezTo>
                    <a:pt x="47316" y="6712"/>
                    <a:pt x="48566" y="7177"/>
                    <a:pt x="48935" y="7391"/>
                  </a:cubicBezTo>
                  <a:cubicBezTo>
                    <a:pt x="49471" y="7712"/>
                    <a:pt x="49995" y="7855"/>
                    <a:pt x="50578" y="8070"/>
                  </a:cubicBezTo>
                  <a:cubicBezTo>
                    <a:pt x="51174" y="8296"/>
                    <a:pt x="51626" y="8665"/>
                    <a:pt x="52221" y="8808"/>
                  </a:cubicBezTo>
                  <a:cubicBezTo>
                    <a:pt x="52235" y="8811"/>
                    <a:pt x="52249" y="8812"/>
                    <a:pt x="52264" y="8812"/>
                  </a:cubicBezTo>
                  <a:cubicBezTo>
                    <a:pt x="52415" y="8812"/>
                    <a:pt x="52618" y="8673"/>
                    <a:pt x="52719" y="8673"/>
                  </a:cubicBezTo>
                  <a:cubicBezTo>
                    <a:pt x="52729" y="8673"/>
                    <a:pt x="52737" y="8674"/>
                    <a:pt x="52745" y="8677"/>
                  </a:cubicBezTo>
                  <a:cubicBezTo>
                    <a:pt x="53233" y="8867"/>
                    <a:pt x="53864" y="9570"/>
                    <a:pt x="54376" y="9582"/>
                  </a:cubicBezTo>
                  <a:cubicBezTo>
                    <a:pt x="54407" y="9583"/>
                    <a:pt x="54437" y="9583"/>
                    <a:pt x="54465" y="9583"/>
                  </a:cubicBezTo>
                  <a:cubicBezTo>
                    <a:pt x="56007" y="9583"/>
                    <a:pt x="54384" y="8024"/>
                    <a:pt x="54174" y="7474"/>
                  </a:cubicBezTo>
                  <a:cubicBezTo>
                    <a:pt x="54174" y="7462"/>
                    <a:pt x="54174" y="7439"/>
                    <a:pt x="54162" y="7415"/>
                  </a:cubicBezTo>
                  <a:cubicBezTo>
                    <a:pt x="54139" y="7323"/>
                    <a:pt x="54067" y="7281"/>
                    <a:pt x="53994" y="7281"/>
                  </a:cubicBezTo>
                  <a:cubicBezTo>
                    <a:pt x="53952" y="7281"/>
                    <a:pt x="53910" y="7294"/>
                    <a:pt x="53876" y="7320"/>
                  </a:cubicBezTo>
                  <a:cubicBezTo>
                    <a:pt x="53876" y="7262"/>
                    <a:pt x="53876" y="7222"/>
                    <a:pt x="53872" y="7222"/>
                  </a:cubicBezTo>
                  <a:cubicBezTo>
                    <a:pt x="53871" y="7222"/>
                    <a:pt x="53868" y="7230"/>
                    <a:pt x="53864" y="7248"/>
                  </a:cubicBezTo>
                  <a:cubicBezTo>
                    <a:pt x="53897" y="7054"/>
                    <a:pt x="53870" y="6996"/>
                    <a:pt x="53839" y="6996"/>
                  </a:cubicBezTo>
                  <a:cubicBezTo>
                    <a:pt x="53835" y="6996"/>
                    <a:pt x="53832" y="6997"/>
                    <a:pt x="53829" y="6998"/>
                  </a:cubicBezTo>
                  <a:cubicBezTo>
                    <a:pt x="53852" y="6962"/>
                    <a:pt x="53876" y="6927"/>
                    <a:pt x="53924" y="6867"/>
                  </a:cubicBezTo>
                  <a:lnTo>
                    <a:pt x="53924" y="6867"/>
                  </a:lnTo>
                  <a:cubicBezTo>
                    <a:pt x="53918" y="6875"/>
                    <a:pt x="53923" y="6878"/>
                    <a:pt x="53936" y="6878"/>
                  </a:cubicBezTo>
                  <a:cubicBezTo>
                    <a:pt x="54027" y="6878"/>
                    <a:pt x="54515" y="6718"/>
                    <a:pt x="54567" y="6677"/>
                  </a:cubicBezTo>
                  <a:cubicBezTo>
                    <a:pt x="54674" y="6617"/>
                    <a:pt x="54674" y="6331"/>
                    <a:pt x="54710" y="6296"/>
                  </a:cubicBezTo>
                  <a:lnTo>
                    <a:pt x="54710" y="6296"/>
                  </a:lnTo>
                  <a:cubicBezTo>
                    <a:pt x="54666" y="6322"/>
                    <a:pt x="54637" y="6334"/>
                    <a:pt x="54620" y="6334"/>
                  </a:cubicBezTo>
                  <a:cubicBezTo>
                    <a:pt x="54553" y="6334"/>
                    <a:pt x="54665" y="6159"/>
                    <a:pt x="54769" y="6046"/>
                  </a:cubicBezTo>
                  <a:cubicBezTo>
                    <a:pt x="54805" y="6046"/>
                    <a:pt x="54853" y="6058"/>
                    <a:pt x="54888" y="6058"/>
                  </a:cubicBezTo>
                  <a:cubicBezTo>
                    <a:pt x="54865" y="6105"/>
                    <a:pt x="54841" y="6153"/>
                    <a:pt x="54805" y="6236"/>
                  </a:cubicBezTo>
                  <a:cubicBezTo>
                    <a:pt x="54803" y="6238"/>
                    <a:pt x="54807" y="6239"/>
                    <a:pt x="54814" y="6239"/>
                  </a:cubicBezTo>
                  <a:cubicBezTo>
                    <a:pt x="54857" y="6239"/>
                    <a:pt x="55044" y="6211"/>
                    <a:pt x="55126" y="6200"/>
                  </a:cubicBezTo>
                  <a:cubicBezTo>
                    <a:pt x="55234" y="6177"/>
                    <a:pt x="55281" y="6058"/>
                    <a:pt x="55257" y="5962"/>
                  </a:cubicBezTo>
                  <a:cubicBezTo>
                    <a:pt x="55019" y="4819"/>
                    <a:pt x="53186" y="4212"/>
                    <a:pt x="52209" y="3926"/>
                  </a:cubicBezTo>
                  <a:cubicBezTo>
                    <a:pt x="50757" y="3498"/>
                    <a:pt x="49423" y="3069"/>
                    <a:pt x="48030" y="2486"/>
                  </a:cubicBezTo>
                  <a:cubicBezTo>
                    <a:pt x="44089" y="843"/>
                    <a:pt x="39589" y="200"/>
                    <a:pt x="35326" y="33"/>
                  </a:cubicBezTo>
                  <a:cubicBezTo>
                    <a:pt x="34723" y="11"/>
                    <a:pt x="34119" y="1"/>
                    <a:pt x="335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925;p55">
              <a:extLst>
                <a:ext uri="{FF2B5EF4-FFF2-40B4-BE49-F238E27FC236}">
                  <a16:creationId xmlns:a16="http://schemas.microsoft.com/office/drawing/2014/main" id="{81385245-D611-C923-D62E-70774127224C}"/>
                </a:ext>
              </a:extLst>
            </p:cNvPr>
            <p:cNvSpPr/>
            <p:nvPr/>
          </p:nvSpPr>
          <p:spPr>
            <a:xfrm>
              <a:off x="6788003" y="2039876"/>
              <a:ext cx="518" cy="270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24" y="0"/>
                  </a:moveTo>
                  <a:cubicBezTo>
                    <a:pt x="12" y="0"/>
                    <a:pt x="12" y="0"/>
                    <a:pt x="0" y="12"/>
                  </a:cubicBezTo>
                  <a:cubicBezTo>
                    <a:pt x="12" y="12"/>
                    <a:pt x="12" y="0"/>
                    <a:pt x="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926;p55">
              <a:extLst>
                <a:ext uri="{FF2B5EF4-FFF2-40B4-BE49-F238E27FC236}">
                  <a16:creationId xmlns:a16="http://schemas.microsoft.com/office/drawing/2014/main" id="{A4925C6B-4A03-8950-2CDC-807A14EB9E0B}"/>
                </a:ext>
              </a:extLst>
            </p:cNvPr>
            <p:cNvSpPr/>
            <p:nvPr/>
          </p:nvSpPr>
          <p:spPr>
            <a:xfrm>
              <a:off x="6270478" y="2061858"/>
              <a:ext cx="228" cy="664"/>
            </a:xfrm>
            <a:custGeom>
              <a:avLst/>
              <a:gdLst/>
              <a:ahLst/>
              <a:cxnLst/>
              <a:rect l="l" t="t" r="r" b="b"/>
              <a:pathLst>
                <a:path w="11" h="32" extrusionOk="0">
                  <a:moveTo>
                    <a:pt x="1" y="0"/>
                  </a:moveTo>
                  <a:cubicBezTo>
                    <a:pt x="6" y="22"/>
                    <a:pt x="9" y="32"/>
                    <a:pt x="10" y="32"/>
                  </a:cubicBezTo>
                  <a:cubicBezTo>
                    <a:pt x="10" y="32"/>
                    <a:pt x="7" y="19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927;p55">
              <a:extLst>
                <a:ext uri="{FF2B5EF4-FFF2-40B4-BE49-F238E27FC236}">
                  <a16:creationId xmlns:a16="http://schemas.microsoft.com/office/drawing/2014/main" id="{11D86880-C73D-D5A2-3256-70F5127D7792}"/>
                </a:ext>
              </a:extLst>
            </p:cNvPr>
            <p:cNvSpPr/>
            <p:nvPr/>
          </p:nvSpPr>
          <p:spPr>
            <a:xfrm>
              <a:off x="6673926" y="2195967"/>
              <a:ext cx="121501" cy="71358"/>
            </a:xfrm>
            <a:custGeom>
              <a:avLst/>
              <a:gdLst/>
              <a:ahLst/>
              <a:cxnLst/>
              <a:rect l="l" t="t" r="r" b="b"/>
              <a:pathLst>
                <a:path w="5859" h="3441" extrusionOk="0">
                  <a:moveTo>
                    <a:pt x="1519" y="1"/>
                  </a:moveTo>
                  <a:cubicBezTo>
                    <a:pt x="1477" y="1"/>
                    <a:pt x="1429" y="46"/>
                    <a:pt x="1394" y="46"/>
                  </a:cubicBezTo>
                  <a:lnTo>
                    <a:pt x="1382" y="46"/>
                  </a:lnTo>
                  <a:cubicBezTo>
                    <a:pt x="548" y="665"/>
                    <a:pt x="1" y="1987"/>
                    <a:pt x="906" y="2368"/>
                  </a:cubicBezTo>
                  <a:cubicBezTo>
                    <a:pt x="1035" y="2424"/>
                    <a:pt x="1197" y="2438"/>
                    <a:pt x="1361" y="2438"/>
                  </a:cubicBezTo>
                  <a:cubicBezTo>
                    <a:pt x="1514" y="2438"/>
                    <a:pt x="1668" y="2426"/>
                    <a:pt x="1799" y="2426"/>
                  </a:cubicBezTo>
                  <a:cubicBezTo>
                    <a:pt x="1824" y="2426"/>
                    <a:pt x="1847" y="2426"/>
                    <a:pt x="1870" y="2427"/>
                  </a:cubicBezTo>
                  <a:cubicBezTo>
                    <a:pt x="2573" y="2463"/>
                    <a:pt x="3013" y="2427"/>
                    <a:pt x="3573" y="2856"/>
                  </a:cubicBezTo>
                  <a:cubicBezTo>
                    <a:pt x="4028" y="3197"/>
                    <a:pt x="4755" y="3441"/>
                    <a:pt x="5338" y="3441"/>
                  </a:cubicBezTo>
                  <a:cubicBezTo>
                    <a:pt x="5365" y="3441"/>
                    <a:pt x="5392" y="3440"/>
                    <a:pt x="5418" y="3439"/>
                  </a:cubicBezTo>
                  <a:cubicBezTo>
                    <a:pt x="5692" y="3439"/>
                    <a:pt x="5823" y="3391"/>
                    <a:pt x="5835" y="3070"/>
                  </a:cubicBezTo>
                  <a:cubicBezTo>
                    <a:pt x="5859" y="2439"/>
                    <a:pt x="5311" y="2379"/>
                    <a:pt x="4894" y="2332"/>
                  </a:cubicBezTo>
                  <a:cubicBezTo>
                    <a:pt x="3977" y="2201"/>
                    <a:pt x="4227" y="1225"/>
                    <a:pt x="3501" y="808"/>
                  </a:cubicBezTo>
                  <a:cubicBezTo>
                    <a:pt x="3180" y="641"/>
                    <a:pt x="2834" y="689"/>
                    <a:pt x="2489" y="629"/>
                  </a:cubicBezTo>
                  <a:cubicBezTo>
                    <a:pt x="1977" y="534"/>
                    <a:pt x="1870" y="355"/>
                    <a:pt x="1560" y="22"/>
                  </a:cubicBezTo>
                  <a:cubicBezTo>
                    <a:pt x="1548" y="6"/>
                    <a:pt x="1534" y="1"/>
                    <a:pt x="15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928;p55">
              <a:extLst>
                <a:ext uri="{FF2B5EF4-FFF2-40B4-BE49-F238E27FC236}">
                  <a16:creationId xmlns:a16="http://schemas.microsoft.com/office/drawing/2014/main" id="{BF937806-E4F7-54FA-CF68-45453DAD3F45}"/>
                </a:ext>
              </a:extLst>
            </p:cNvPr>
            <p:cNvSpPr/>
            <p:nvPr/>
          </p:nvSpPr>
          <p:spPr>
            <a:xfrm>
              <a:off x="6094686" y="3117563"/>
              <a:ext cx="47924" cy="45125"/>
            </a:xfrm>
            <a:custGeom>
              <a:avLst/>
              <a:gdLst/>
              <a:ahLst/>
              <a:cxnLst/>
              <a:rect l="l" t="t" r="r" b="b"/>
              <a:pathLst>
                <a:path w="2311" h="2176" extrusionOk="0">
                  <a:moveTo>
                    <a:pt x="655" y="0"/>
                  </a:moveTo>
                  <a:cubicBezTo>
                    <a:pt x="455" y="0"/>
                    <a:pt x="267" y="54"/>
                    <a:pt x="120" y="194"/>
                  </a:cubicBezTo>
                  <a:cubicBezTo>
                    <a:pt x="84" y="206"/>
                    <a:pt x="60" y="229"/>
                    <a:pt x="36" y="277"/>
                  </a:cubicBezTo>
                  <a:cubicBezTo>
                    <a:pt x="13" y="313"/>
                    <a:pt x="1" y="360"/>
                    <a:pt x="1" y="396"/>
                  </a:cubicBezTo>
                  <a:cubicBezTo>
                    <a:pt x="1" y="503"/>
                    <a:pt x="36" y="610"/>
                    <a:pt x="60" y="718"/>
                  </a:cubicBezTo>
                  <a:cubicBezTo>
                    <a:pt x="132" y="1051"/>
                    <a:pt x="215" y="1396"/>
                    <a:pt x="346" y="1706"/>
                  </a:cubicBezTo>
                  <a:cubicBezTo>
                    <a:pt x="445" y="1936"/>
                    <a:pt x="593" y="2176"/>
                    <a:pt x="858" y="2176"/>
                  </a:cubicBezTo>
                  <a:cubicBezTo>
                    <a:pt x="881" y="2176"/>
                    <a:pt x="905" y="2174"/>
                    <a:pt x="929" y="2170"/>
                  </a:cubicBezTo>
                  <a:cubicBezTo>
                    <a:pt x="1191" y="2122"/>
                    <a:pt x="1418" y="1872"/>
                    <a:pt x="1560" y="1658"/>
                  </a:cubicBezTo>
                  <a:cubicBezTo>
                    <a:pt x="1703" y="1444"/>
                    <a:pt x="1715" y="1360"/>
                    <a:pt x="1989" y="1230"/>
                  </a:cubicBezTo>
                  <a:cubicBezTo>
                    <a:pt x="2096" y="1170"/>
                    <a:pt x="2191" y="1134"/>
                    <a:pt x="2227" y="1003"/>
                  </a:cubicBezTo>
                  <a:cubicBezTo>
                    <a:pt x="2311" y="729"/>
                    <a:pt x="1965" y="527"/>
                    <a:pt x="1787" y="396"/>
                  </a:cubicBezTo>
                  <a:cubicBezTo>
                    <a:pt x="1501" y="214"/>
                    <a:pt x="1053" y="0"/>
                    <a:pt x="6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929;p55">
              <a:extLst>
                <a:ext uri="{FF2B5EF4-FFF2-40B4-BE49-F238E27FC236}">
                  <a16:creationId xmlns:a16="http://schemas.microsoft.com/office/drawing/2014/main" id="{AC562BA2-9FC3-6126-2860-D8C934D136E9}"/>
                </a:ext>
              </a:extLst>
            </p:cNvPr>
            <p:cNvSpPr/>
            <p:nvPr/>
          </p:nvSpPr>
          <p:spPr>
            <a:xfrm>
              <a:off x="7146264" y="2292251"/>
              <a:ext cx="266933" cy="689688"/>
            </a:xfrm>
            <a:custGeom>
              <a:avLst/>
              <a:gdLst/>
              <a:ahLst/>
              <a:cxnLst/>
              <a:rect l="l" t="t" r="r" b="b"/>
              <a:pathLst>
                <a:path w="12872" h="33258" extrusionOk="0">
                  <a:moveTo>
                    <a:pt x="10156" y="25264"/>
                  </a:moveTo>
                  <a:lnTo>
                    <a:pt x="10156" y="25264"/>
                  </a:lnTo>
                  <a:cubicBezTo>
                    <a:pt x="10192" y="25407"/>
                    <a:pt x="10240" y="25561"/>
                    <a:pt x="10287" y="25752"/>
                  </a:cubicBezTo>
                  <a:cubicBezTo>
                    <a:pt x="10371" y="26109"/>
                    <a:pt x="10430" y="26395"/>
                    <a:pt x="10478" y="26657"/>
                  </a:cubicBezTo>
                  <a:cubicBezTo>
                    <a:pt x="10371" y="26192"/>
                    <a:pt x="10264" y="25728"/>
                    <a:pt x="10156" y="25264"/>
                  </a:cubicBezTo>
                  <a:close/>
                  <a:moveTo>
                    <a:pt x="209" y="1"/>
                  </a:moveTo>
                  <a:cubicBezTo>
                    <a:pt x="154" y="1"/>
                    <a:pt x="105" y="33"/>
                    <a:pt x="72" y="82"/>
                  </a:cubicBezTo>
                  <a:cubicBezTo>
                    <a:pt x="24" y="118"/>
                    <a:pt x="0" y="177"/>
                    <a:pt x="24" y="249"/>
                  </a:cubicBezTo>
                  <a:cubicBezTo>
                    <a:pt x="774" y="4071"/>
                    <a:pt x="4227" y="6333"/>
                    <a:pt x="5668" y="9917"/>
                  </a:cubicBezTo>
                  <a:cubicBezTo>
                    <a:pt x="6906" y="13012"/>
                    <a:pt x="7478" y="16394"/>
                    <a:pt x="8430" y="19572"/>
                  </a:cubicBezTo>
                  <a:cubicBezTo>
                    <a:pt x="9371" y="22740"/>
                    <a:pt x="10014" y="25919"/>
                    <a:pt x="10609" y="29145"/>
                  </a:cubicBezTo>
                  <a:cubicBezTo>
                    <a:pt x="10760" y="30006"/>
                    <a:pt x="11219" y="33258"/>
                    <a:pt x="12586" y="33258"/>
                  </a:cubicBezTo>
                  <a:cubicBezTo>
                    <a:pt x="12617" y="33258"/>
                    <a:pt x="12648" y="33256"/>
                    <a:pt x="12681" y="33253"/>
                  </a:cubicBezTo>
                  <a:cubicBezTo>
                    <a:pt x="12788" y="33241"/>
                    <a:pt x="12871" y="33181"/>
                    <a:pt x="12871" y="33062"/>
                  </a:cubicBezTo>
                  <a:cubicBezTo>
                    <a:pt x="12538" y="20918"/>
                    <a:pt x="8180" y="9405"/>
                    <a:pt x="370" y="94"/>
                  </a:cubicBezTo>
                  <a:cubicBezTo>
                    <a:pt x="346" y="58"/>
                    <a:pt x="322" y="34"/>
                    <a:pt x="286" y="22"/>
                  </a:cubicBezTo>
                  <a:cubicBezTo>
                    <a:pt x="260" y="8"/>
                    <a:pt x="234" y="1"/>
                    <a:pt x="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930;p55">
              <a:extLst>
                <a:ext uri="{FF2B5EF4-FFF2-40B4-BE49-F238E27FC236}">
                  <a16:creationId xmlns:a16="http://schemas.microsoft.com/office/drawing/2014/main" id="{18051546-4808-5870-5247-4E44885481A1}"/>
                </a:ext>
              </a:extLst>
            </p:cNvPr>
            <p:cNvSpPr/>
            <p:nvPr/>
          </p:nvSpPr>
          <p:spPr>
            <a:xfrm>
              <a:off x="6822075" y="2052961"/>
              <a:ext cx="80026" cy="51864"/>
            </a:xfrm>
            <a:custGeom>
              <a:avLst/>
              <a:gdLst/>
              <a:ahLst/>
              <a:cxnLst/>
              <a:rect l="l" t="t" r="r" b="b"/>
              <a:pathLst>
                <a:path w="3859" h="2501" extrusionOk="0">
                  <a:moveTo>
                    <a:pt x="1896" y="5"/>
                  </a:moveTo>
                  <a:cubicBezTo>
                    <a:pt x="1878" y="5"/>
                    <a:pt x="1861" y="7"/>
                    <a:pt x="1846" y="12"/>
                  </a:cubicBezTo>
                  <a:lnTo>
                    <a:pt x="1834" y="12"/>
                  </a:lnTo>
                  <a:cubicBezTo>
                    <a:pt x="1620" y="48"/>
                    <a:pt x="1" y="1"/>
                    <a:pt x="310" y="620"/>
                  </a:cubicBezTo>
                  <a:cubicBezTo>
                    <a:pt x="441" y="858"/>
                    <a:pt x="917" y="989"/>
                    <a:pt x="1132" y="1132"/>
                  </a:cubicBezTo>
                  <a:cubicBezTo>
                    <a:pt x="1608" y="1441"/>
                    <a:pt x="1929" y="1917"/>
                    <a:pt x="2394" y="2227"/>
                  </a:cubicBezTo>
                  <a:cubicBezTo>
                    <a:pt x="2624" y="2370"/>
                    <a:pt x="2919" y="2500"/>
                    <a:pt x="3175" y="2500"/>
                  </a:cubicBezTo>
                  <a:cubicBezTo>
                    <a:pt x="3410" y="2500"/>
                    <a:pt x="3612" y="2391"/>
                    <a:pt x="3703" y="2084"/>
                  </a:cubicBezTo>
                  <a:cubicBezTo>
                    <a:pt x="3787" y="1798"/>
                    <a:pt x="3858" y="1298"/>
                    <a:pt x="3691" y="1048"/>
                  </a:cubicBezTo>
                  <a:cubicBezTo>
                    <a:pt x="3560" y="858"/>
                    <a:pt x="3120" y="703"/>
                    <a:pt x="2929" y="584"/>
                  </a:cubicBezTo>
                  <a:cubicBezTo>
                    <a:pt x="2608" y="393"/>
                    <a:pt x="2298" y="215"/>
                    <a:pt x="1977" y="24"/>
                  </a:cubicBezTo>
                  <a:cubicBezTo>
                    <a:pt x="1949" y="10"/>
                    <a:pt x="1921" y="5"/>
                    <a:pt x="1896" y="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931;p55">
              <a:extLst>
                <a:ext uri="{FF2B5EF4-FFF2-40B4-BE49-F238E27FC236}">
                  <a16:creationId xmlns:a16="http://schemas.microsoft.com/office/drawing/2014/main" id="{91CB3681-0DEE-3FD4-395A-6951070BA713}"/>
                </a:ext>
              </a:extLst>
            </p:cNvPr>
            <p:cNvSpPr/>
            <p:nvPr/>
          </p:nvSpPr>
          <p:spPr>
            <a:xfrm>
              <a:off x="6142092" y="4012033"/>
              <a:ext cx="487912" cy="75858"/>
            </a:xfrm>
            <a:custGeom>
              <a:avLst/>
              <a:gdLst/>
              <a:ahLst/>
              <a:cxnLst/>
              <a:rect l="l" t="t" r="r" b="b"/>
              <a:pathLst>
                <a:path w="23528" h="3658" extrusionOk="0">
                  <a:moveTo>
                    <a:pt x="22412" y="0"/>
                  </a:moveTo>
                  <a:cubicBezTo>
                    <a:pt x="21555" y="0"/>
                    <a:pt x="20563" y="308"/>
                    <a:pt x="19932" y="483"/>
                  </a:cubicBezTo>
                  <a:cubicBezTo>
                    <a:pt x="18408" y="1042"/>
                    <a:pt x="16919" y="1733"/>
                    <a:pt x="15407" y="2316"/>
                  </a:cubicBezTo>
                  <a:cubicBezTo>
                    <a:pt x="14586" y="2638"/>
                    <a:pt x="13550" y="2840"/>
                    <a:pt x="12502" y="2995"/>
                  </a:cubicBezTo>
                  <a:cubicBezTo>
                    <a:pt x="12312" y="3007"/>
                    <a:pt x="12121" y="3031"/>
                    <a:pt x="11895" y="3066"/>
                  </a:cubicBezTo>
                  <a:lnTo>
                    <a:pt x="11883" y="3066"/>
                  </a:lnTo>
                  <a:cubicBezTo>
                    <a:pt x="11193" y="3150"/>
                    <a:pt x="10526" y="3209"/>
                    <a:pt x="9931" y="3245"/>
                  </a:cubicBezTo>
                  <a:cubicBezTo>
                    <a:pt x="9883" y="3257"/>
                    <a:pt x="9847" y="3269"/>
                    <a:pt x="9811" y="3304"/>
                  </a:cubicBezTo>
                  <a:cubicBezTo>
                    <a:pt x="9788" y="3269"/>
                    <a:pt x="9752" y="3257"/>
                    <a:pt x="9692" y="3245"/>
                  </a:cubicBezTo>
                  <a:cubicBezTo>
                    <a:pt x="6736" y="3132"/>
                    <a:pt x="3727" y="2549"/>
                    <a:pt x="765" y="2549"/>
                  </a:cubicBezTo>
                  <a:cubicBezTo>
                    <a:pt x="601" y="2549"/>
                    <a:pt x="438" y="2551"/>
                    <a:pt x="275" y="2554"/>
                  </a:cubicBezTo>
                  <a:cubicBezTo>
                    <a:pt x="72" y="2566"/>
                    <a:pt x="1" y="2900"/>
                    <a:pt x="227" y="2935"/>
                  </a:cubicBezTo>
                  <a:cubicBezTo>
                    <a:pt x="429" y="2959"/>
                    <a:pt x="632" y="2983"/>
                    <a:pt x="834" y="3019"/>
                  </a:cubicBezTo>
                  <a:cubicBezTo>
                    <a:pt x="965" y="3054"/>
                    <a:pt x="1168" y="3078"/>
                    <a:pt x="1394" y="3090"/>
                  </a:cubicBezTo>
                  <a:cubicBezTo>
                    <a:pt x="3858" y="3435"/>
                    <a:pt x="6347" y="3626"/>
                    <a:pt x="8847" y="3638"/>
                  </a:cubicBezTo>
                  <a:cubicBezTo>
                    <a:pt x="9133" y="3638"/>
                    <a:pt x="9407" y="3638"/>
                    <a:pt x="9692" y="3626"/>
                  </a:cubicBezTo>
                  <a:cubicBezTo>
                    <a:pt x="9740" y="3626"/>
                    <a:pt x="9788" y="3614"/>
                    <a:pt x="9811" y="3590"/>
                  </a:cubicBezTo>
                  <a:cubicBezTo>
                    <a:pt x="9847" y="3614"/>
                    <a:pt x="9883" y="3626"/>
                    <a:pt x="9931" y="3626"/>
                  </a:cubicBezTo>
                  <a:cubicBezTo>
                    <a:pt x="10145" y="3626"/>
                    <a:pt x="10359" y="3614"/>
                    <a:pt x="10573" y="3614"/>
                  </a:cubicBezTo>
                  <a:cubicBezTo>
                    <a:pt x="10683" y="3644"/>
                    <a:pt x="10812" y="3657"/>
                    <a:pt x="10955" y="3657"/>
                  </a:cubicBezTo>
                  <a:cubicBezTo>
                    <a:pt x="11153" y="3657"/>
                    <a:pt x="11379" y="3632"/>
                    <a:pt x="11621" y="3590"/>
                  </a:cubicBezTo>
                  <a:cubicBezTo>
                    <a:pt x="13764" y="3543"/>
                    <a:pt x="16110" y="3447"/>
                    <a:pt x="17967" y="2709"/>
                  </a:cubicBezTo>
                  <a:cubicBezTo>
                    <a:pt x="19444" y="2114"/>
                    <a:pt x="20884" y="1447"/>
                    <a:pt x="22408" y="923"/>
                  </a:cubicBezTo>
                  <a:cubicBezTo>
                    <a:pt x="22742" y="804"/>
                    <a:pt x="23182" y="768"/>
                    <a:pt x="23444" y="506"/>
                  </a:cubicBezTo>
                  <a:cubicBezTo>
                    <a:pt x="23527" y="423"/>
                    <a:pt x="23516" y="268"/>
                    <a:pt x="23408" y="209"/>
                  </a:cubicBezTo>
                  <a:cubicBezTo>
                    <a:pt x="23128" y="58"/>
                    <a:pt x="22782" y="0"/>
                    <a:pt x="224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932;p55">
              <a:extLst>
                <a:ext uri="{FF2B5EF4-FFF2-40B4-BE49-F238E27FC236}">
                  <a16:creationId xmlns:a16="http://schemas.microsoft.com/office/drawing/2014/main" id="{DE1833B5-6F73-2F59-0672-3FADDF2B75FE}"/>
                </a:ext>
              </a:extLst>
            </p:cNvPr>
            <p:cNvSpPr/>
            <p:nvPr/>
          </p:nvSpPr>
          <p:spPr>
            <a:xfrm>
              <a:off x="5358671" y="2361598"/>
              <a:ext cx="2062427" cy="1726127"/>
            </a:xfrm>
            <a:custGeom>
              <a:avLst/>
              <a:gdLst/>
              <a:ahLst/>
              <a:cxnLst/>
              <a:rect l="l" t="t" r="r" b="b"/>
              <a:pathLst>
                <a:path w="99454" h="83237" extrusionOk="0">
                  <a:moveTo>
                    <a:pt x="89619" y="0"/>
                  </a:moveTo>
                  <a:cubicBezTo>
                    <a:pt x="80891" y="32445"/>
                    <a:pt x="51257" y="56341"/>
                    <a:pt x="16050" y="56341"/>
                  </a:cubicBezTo>
                  <a:cubicBezTo>
                    <a:pt x="10537" y="56341"/>
                    <a:pt x="5179" y="55745"/>
                    <a:pt x="0" y="54638"/>
                  </a:cubicBezTo>
                  <a:lnTo>
                    <a:pt x="0" y="54638"/>
                  </a:lnTo>
                  <a:cubicBezTo>
                    <a:pt x="8727" y="71616"/>
                    <a:pt x="26420" y="83237"/>
                    <a:pt x="46827" y="83237"/>
                  </a:cubicBezTo>
                  <a:cubicBezTo>
                    <a:pt x="75891" y="83237"/>
                    <a:pt x="99453" y="59686"/>
                    <a:pt x="99453" y="30623"/>
                  </a:cubicBezTo>
                  <a:cubicBezTo>
                    <a:pt x="99453" y="19193"/>
                    <a:pt x="95810" y="8620"/>
                    <a:pt x="89619" y="0"/>
                  </a:cubicBezTo>
                  <a:close/>
                </a:path>
              </a:pathLst>
            </a:custGeom>
            <a:solidFill>
              <a:schemeClr val="dk1">
                <a:alpha val="348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" grpId="0"/>
      <p:bldP spid="850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5375;p117">
            <a:extLst>
              <a:ext uri="{FF2B5EF4-FFF2-40B4-BE49-F238E27FC236}">
                <a16:creationId xmlns:a16="http://schemas.microsoft.com/office/drawing/2014/main" id="{FA2CEBAA-A9B5-243C-62EB-C0CCDC05DFFD}"/>
              </a:ext>
            </a:extLst>
          </p:cNvPr>
          <p:cNvSpPr/>
          <p:nvPr/>
        </p:nvSpPr>
        <p:spPr>
          <a:xfrm rot="5400000">
            <a:off x="5253626" y="1640693"/>
            <a:ext cx="721891" cy="583495"/>
          </a:xfrm>
          <a:custGeom>
            <a:avLst/>
            <a:gdLst/>
            <a:ahLst/>
            <a:cxnLst/>
            <a:rect l="l" t="t" r="r" b="b"/>
            <a:pathLst>
              <a:path w="248485" h="193133" extrusionOk="0">
                <a:moveTo>
                  <a:pt x="193050" y="1"/>
                </a:moveTo>
                <a:cubicBezTo>
                  <a:pt x="172804" y="1"/>
                  <a:pt x="152018" y="12183"/>
                  <a:pt x="136422" y="15869"/>
                </a:cubicBezTo>
                <a:cubicBezTo>
                  <a:pt x="130538" y="17263"/>
                  <a:pt x="124728" y="17623"/>
                  <a:pt x="118939" y="17623"/>
                </a:cubicBezTo>
                <a:cubicBezTo>
                  <a:pt x="112780" y="17623"/>
                  <a:pt x="106645" y="17216"/>
                  <a:pt x="100474" y="17216"/>
                </a:cubicBezTo>
                <a:cubicBezTo>
                  <a:pt x="88083" y="17216"/>
                  <a:pt x="75543" y="18857"/>
                  <a:pt x="62354" y="28728"/>
                </a:cubicBezTo>
                <a:cubicBezTo>
                  <a:pt x="42053" y="43920"/>
                  <a:pt x="42149" y="61362"/>
                  <a:pt x="36196" y="73685"/>
                </a:cubicBezTo>
                <a:cubicBezTo>
                  <a:pt x="28611" y="89402"/>
                  <a:pt x="12728" y="100153"/>
                  <a:pt x="5787" y="116726"/>
                </a:cubicBezTo>
                <a:cubicBezTo>
                  <a:pt x="1144" y="127823"/>
                  <a:pt x="1" y="141384"/>
                  <a:pt x="4751" y="152659"/>
                </a:cubicBezTo>
                <a:cubicBezTo>
                  <a:pt x="13621" y="173698"/>
                  <a:pt x="35565" y="169138"/>
                  <a:pt x="63866" y="182270"/>
                </a:cubicBezTo>
                <a:cubicBezTo>
                  <a:pt x="78132" y="188887"/>
                  <a:pt x="85585" y="189267"/>
                  <a:pt x="95006" y="189267"/>
                </a:cubicBezTo>
                <a:cubicBezTo>
                  <a:pt x="96229" y="189267"/>
                  <a:pt x="97486" y="189261"/>
                  <a:pt x="98795" y="189261"/>
                </a:cubicBezTo>
                <a:cubicBezTo>
                  <a:pt x="106359" y="189261"/>
                  <a:pt x="115672" y="189475"/>
                  <a:pt x="130445" y="192379"/>
                </a:cubicBezTo>
                <a:cubicBezTo>
                  <a:pt x="131164" y="192639"/>
                  <a:pt x="135651" y="193133"/>
                  <a:pt x="141955" y="193133"/>
                </a:cubicBezTo>
                <a:cubicBezTo>
                  <a:pt x="152667" y="193133"/>
                  <a:pt x="168628" y="191706"/>
                  <a:pt x="180261" y="185282"/>
                </a:cubicBezTo>
                <a:cubicBezTo>
                  <a:pt x="214789" y="166209"/>
                  <a:pt x="207122" y="145980"/>
                  <a:pt x="214289" y="126192"/>
                </a:cubicBezTo>
                <a:cubicBezTo>
                  <a:pt x="218433" y="114726"/>
                  <a:pt x="227350" y="105987"/>
                  <a:pt x="234089" y="96081"/>
                </a:cubicBezTo>
                <a:cubicBezTo>
                  <a:pt x="248484" y="74876"/>
                  <a:pt x="246377" y="48992"/>
                  <a:pt x="234518" y="27918"/>
                </a:cubicBezTo>
                <a:cubicBezTo>
                  <a:pt x="222502" y="6574"/>
                  <a:pt x="207922" y="1"/>
                  <a:pt x="193050" y="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5376;p117">
            <a:extLst>
              <a:ext uri="{FF2B5EF4-FFF2-40B4-BE49-F238E27FC236}">
                <a16:creationId xmlns:a16="http://schemas.microsoft.com/office/drawing/2014/main" id="{B6B5E574-5788-7BE6-97EA-72306ADE29FD}"/>
              </a:ext>
            </a:extLst>
          </p:cNvPr>
          <p:cNvSpPr/>
          <p:nvPr/>
        </p:nvSpPr>
        <p:spPr>
          <a:xfrm rot="18672307">
            <a:off x="5724956" y="217733"/>
            <a:ext cx="1213379" cy="1435825"/>
          </a:xfrm>
          <a:custGeom>
            <a:avLst/>
            <a:gdLst/>
            <a:ahLst/>
            <a:cxnLst/>
            <a:rect l="l" t="t" r="r" b="b"/>
            <a:pathLst>
              <a:path w="233566" h="185933" extrusionOk="0">
                <a:moveTo>
                  <a:pt x="121768" y="0"/>
                </a:moveTo>
                <a:cubicBezTo>
                  <a:pt x="109163" y="0"/>
                  <a:pt x="96551" y="3746"/>
                  <a:pt x="85773" y="11256"/>
                </a:cubicBezTo>
                <a:cubicBezTo>
                  <a:pt x="76082" y="18007"/>
                  <a:pt x="74093" y="21662"/>
                  <a:pt x="58091" y="27747"/>
                </a:cubicBezTo>
                <a:cubicBezTo>
                  <a:pt x="39827" y="34700"/>
                  <a:pt x="14943" y="36355"/>
                  <a:pt x="6359" y="57584"/>
                </a:cubicBezTo>
                <a:cubicBezTo>
                  <a:pt x="1" y="73300"/>
                  <a:pt x="2632" y="100101"/>
                  <a:pt x="15026" y="121234"/>
                </a:cubicBezTo>
                <a:cubicBezTo>
                  <a:pt x="26278" y="140415"/>
                  <a:pt x="41982" y="141820"/>
                  <a:pt x="54067" y="146594"/>
                </a:cubicBezTo>
                <a:cubicBezTo>
                  <a:pt x="70890" y="153238"/>
                  <a:pt x="82213" y="165668"/>
                  <a:pt x="99561" y="173729"/>
                </a:cubicBezTo>
                <a:cubicBezTo>
                  <a:pt x="114729" y="180782"/>
                  <a:pt x="135377" y="185933"/>
                  <a:pt x="155213" y="185933"/>
                </a:cubicBezTo>
                <a:cubicBezTo>
                  <a:pt x="170502" y="185933"/>
                  <a:pt x="185308" y="182873"/>
                  <a:pt x="196751" y="175265"/>
                </a:cubicBezTo>
                <a:cubicBezTo>
                  <a:pt x="233566" y="150774"/>
                  <a:pt x="213194" y="117067"/>
                  <a:pt x="201335" y="87885"/>
                </a:cubicBezTo>
                <a:cubicBezTo>
                  <a:pt x="186560" y="51511"/>
                  <a:pt x="181511" y="36938"/>
                  <a:pt x="171284" y="24008"/>
                </a:cubicBezTo>
                <a:cubicBezTo>
                  <a:pt x="158644" y="8023"/>
                  <a:pt x="140214" y="0"/>
                  <a:pt x="121768" y="0"/>
                </a:cubicBezTo>
                <a:close/>
              </a:path>
            </a:pathLst>
          </a:custGeom>
          <a:solidFill>
            <a:schemeClr val="accent1">
              <a:lumMod val="75000"/>
              <a:alpha val="446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" name="Google Shape;5375;p117">
            <a:extLst>
              <a:ext uri="{FF2B5EF4-FFF2-40B4-BE49-F238E27FC236}">
                <a16:creationId xmlns:a16="http://schemas.microsoft.com/office/drawing/2014/main" id="{07261884-ADF3-E2BA-2EDE-6FC8628F0314}"/>
              </a:ext>
            </a:extLst>
          </p:cNvPr>
          <p:cNvSpPr/>
          <p:nvPr/>
        </p:nvSpPr>
        <p:spPr>
          <a:xfrm rot="8261508">
            <a:off x="6913720" y="795381"/>
            <a:ext cx="2331708" cy="1149595"/>
          </a:xfrm>
          <a:custGeom>
            <a:avLst/>
            <a:gdLst/>
            <a:ahLst/>
            <a:cxnLst/>
            <a:rect l="l" t="t" r="r" b="b"/>
            <a:pathLst>
              <a:path w="248485" h="193133" extrusionOk="0">
                <a:moveTo>
                  <a:pt x="193050" y="1"/>
                </a:moveTo>
                <a:cubicBezTo>
                  <a:pt x="172804" y="1"/>
                  <a:pt x="152018" y="12183"/>
                  <a:pt x="136422" y="15869"/>
                </a:cubicBezTo>
                <a:cubicBezTo>
                  <a:pt x="130538" y="17263"/>
                  <a:pt x="124728" y="17623"/>
                  <a:pt x="118939" y="17623"/>
                </a:cubicBezTo>
                <a:cubicBezTo>
                  <a:pt x="112780" y="17623"/>
                  <a:pt x="106645" y="17216"/>
                  <a:pt x="100474" y="17216"/>
                </a:cubicBezTo>
                <a:cubicBezTo>
                  <a:pt x="88083" y="17216"/>
                  <a:pt x="75543" y="18857"/>
                  <a:pt x="62354" y="28728"/>
                </a:cubicBezTo>
                <a:cubicBezTo>
                  <a:pt x="42053" y="43920"/>
                  <a:pt x="42149" y="61362"/>
                  <a:pt x="36196" y="73685"/>
                </a:cubicBezTo>
                <a:cubicBezTo>
                  <a:pt x="28611" y="89402"/>
                  <a:pt x="12728" y="100153"/>
                  <a:pt x="5787" y="116726"/>
                </a:cubicBezTo>
                <a:cubicBezTo>
                  <a:pt x="1144" y="127823"/>
                  <a:pt x="1" y="141384"/>
                  <a:pt x="4751" y="152659"/>
                </a:cubicBezTo>
                <a:cubicBezTo>
                  <a:pt x="13621" y="173698"/>
                  <a:pt x="35565" y="169138"/>
                  <a:pt x="63866" y="182270"/>
                </a:cubicBezTo>
                <a:cubicBezTo>
                  <a:pt x="78132" y="188887"/>
                  <a:pt x="85585" y="189267"/>
                  <a:pt x="95006" y="189267"/>
                </a:cubicBezTo>
                <a:cubicBezTo>
                  <a:pt x="96229" y="189267"/>
                  <a:pt x="97486" y="189261"/>
                  <a:pt x="98795" y="189261"/>
                </a:cubicBezTo>
                <a:cubicBezTo>
                  <a:pt x="106359" y="189261"/>
                  <a:pt x="115672" y="189475"/>
                  <a:pt x="130445" y="192379"/>
                </a:cubicBezTo>
                <a:cubicBezTo>
                  <a:pt x="131164" y="192639"/>
                  <a:pt x="135651" y="193133"/>
                  <a:pt x="141955" y="193133"/>
                </a:cubicBezTo>
                <a:cubicBezTo>
                  <a:pt x="152667" y="193133"/>
                  <a:pt x="168628" y="191706"/>
                  <a:pt x="180261" y="185282"/>
                </a:cubicBezTo>
                <a:cubicBezTo>
                  <a:pt x="214789" y="166209"/>
                  <a:pt x="207122" y="145980"/>
                  <a:pt x="214289" y="126192"/>
                </a:cubicBezTo>
                <a:cubicBezTo>
                  <a:pt x="218433" y="114726"/>
                  <a:pt x="227350" y="105987"/>
                  <a:pt x="234089" y="96081"/>
                </a:cubicBezTo>
                <a:cubicBezTo>
                  <a:pt x="248484" y="74876"/>
                  <a:pt x="246377" y="48992"/>
                  <a:pt x="234518" y="27918"/>
                </a:cubicBezTo>
                <a:cubicBezTo>
                  <a:pt x="222502" y="6574"/>
                  <a:pt x="207922" y="1"/>
                  <a:pt x="193050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5375;p117">
            <a:extLst>
              <a:ext uri="{FF2B5EF4-FFF2-40B4-BE49-F238E27FC236}">
                <a16:creationId xmlns:a16="http://schemas.microsoft.com/office/drawing/2014/main" id="{404969E0-6F2F-EE35-3195-F4D03B435089}"/>
              </a:ext>
            </a:extLst>
          </p:cNvPr>
          <p:cNvSpPr/>
          <p:nvPr/>
        </p:nvSpPr>
        <p:spPr>
          <a:xfrm rot="5400000">
            <a:off x="3724400" y="210195"/>
            <a:ext cx="1700985" cy="1323183"/>
          </a:xfrm>
          <a:custGeom>
            <a:avLst/>
            <a:gdLst/>
            <a:ahLst/>
            <a:cxnLst/>
            <a:rect l="l" t="t" r="r" b="b"/>
            <a:pathLst>
              <a:path w="248485" h="193133" extrusionOk="0">
                <a:moveTo>
                  <a:pt x="193050" y="1"/>
                </a:moveTo>
                <a:cubicBezTo>
                  <a:pt x="172804" y="1"/>
                  <a:pt x="152018" y="12183"/>
                  <a:pt x="136422" y="15869"/>
                </a:cubicBezTo>
                <a:cubicBezTo>
                  <a:pt x="130538" y="17263"/>
                  <a:pt x="124728" y="17623"/>
                  <a:pt x="118939" y="17623"/>
                </a:cubicBezTo>
                <a:cubicBezTo>
                  <a:pt x="112780" y="17623"/>
                  <a:pt x="106645" y="17216"/>
                  <a:pt x="100474" y="17216"/>
                </a:cubicBezTo>
                <a:cubicBezTo>
                  <a:pt x="88083" y="17216"/>
                  <a:pt x="75543" y="18857"/>
                  <a:pt x="62354" y="28728"/>
                </a:cubicBezTo>
                <a:cubicBezTo>
                  <a:pt x="42053" y="43920"/>
                  <a:pt x="42149" y="61362"/>
                  <a:pt x="36196" y="73685"/>
                </a:cubicBezTo>
                <a:cubicBezTo>
                  <a:pt x="28611" y="89402"/>
                  <a:pt x="12728" y="100153"/>
                  <a:pt x="5787" y="116726"/>
                </a:cubicBezTo>
                <a:cubicBezTo>
                  <a:pt x="1144" y="127823"/>
                  <a:pt x="1" y="141384"/>
                  <a:pt x="4751" y="152659"/>
                </a:cubicBezTo>
                <a:cubicBezTo>
                  <a:pt x="13621" y="173698"/>
                  <a:pt x="35565" y="169138"/>
                  <a:pt x="63866" y="182270"/>
                </a:cubicBezTo>
                <a:cubicBezTo>
                  <a:pt x="78132" y="188887"/>
                  <a:pt x="85585" y="189267"/>
                  <a:pt x="95006" y="189267"/>
                </a:cubicBezTo>
                <a:cubicBezTo>
                  <a:pt x="96229" y="189267"/>
                  <a:pt x="97486" y="189261"/>
                  <a:pt x="98795" y="189261"/>
                </a:cubicBezTo>
                <a:cubicBezTo>
                  <a:pt x="106359" y="189261"/>
                  <a:pt x="115672" y="189475"/>
                  <a:pt x="130445" y="192379"/>
                </a:cubicBezTo>
                <a:cubicBezTo>
                  <a:pt x="131164" y="192639"/>
                  <a:pt x="135651" y="193133"/>
                  <a:pt x="141955" y="193133"/>
                </a:cubicBezTo>
                <a:cubicBezTo>
                  <a:pt x="152667" y="193133"/>
                  <a:pt x="168628" y="191706"/>
                  <a:pt x="180261" y="185282"/>
                </a:cubicBezTo>
                <a:cubicBezTo>
                  <a:pt x="214789" y="166209"/>
                  <a:pt x="207122" y="145980"/>
                  <a:pt x="214289" y="126192"/>
                </a:cubicBezTo>
                <a:cubicBezTo>
                  <a:pt x="218433" y="114726"/>
                  <a:pt x="227350" y="105987"/>
                  <a:pt x="234089" y="96081"/>
                </a:cubicBezTo>
                <a:cubicBezTo>
                  <a:pt x="248484" y="74876"/>
                  <a:pt x="246377" y="48992"/>
                  <a:pt x="234518" y="27918"/>
                </a:cubicBezTo>
                <a:cubicBezTo>
                  <a:pt x="222502" y="6574"/>
                  <a:pt x="207922" y="1"/>
                  <a:pt x="193050" y="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53"/>
          <p:cNvSpPr txBox="1">
            <a:spLocks noGrp="1"/>
          </p:cNvSpPr>
          <p:nvPr>
            <p:ph type="title"/>
          </p:nvPr>
        </p:nvSpPr>
        <p:spPr>
          <a:xfrm>
            <a:off x="296109" y="413648"/>
            <a:ext cx="2569231" cy="15890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Impacto Ambiental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Google Shape;850;p52">
            <a:extLst>
              <a:ext uri="{FF2B5EF4-FFF2-40B4-BE49-F238E27FC236}">
                <a16:creationId xmlns:a16="http://schemas.microsoft.com/office/drawing/2014/main" id="{964CC38F-FBC8-A2B8-B99D-3CB10F5A37CC}"/>
              </a:ext>
            </a:extLst>
          </p:cNvPr>
          <p:cNvSpPr txBox="1">
            <a:spLocks/>
          </p:cNvSpPr>
          <p:nvPr/>
        </p:nvSpPr>
        <p:spPr>
          <a:xfrm>
            <a:off x="296110" y="1981267"/>
            <a:ext cx="2569231" cy="158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Clr>
                <a:srgbClr val="000000"/>
              </a:buClr>
              <a:buSzPts val="1100"/>
              <a:buFont typeface="Arial"/>
              <a:buNone/>
            </a:pPr>
            <a:r>
              <a:rPr lang="es-ES" dirty="0"/>
              <a:t>Aunque la tecnología tiene un gran potencial para mejorar el futuro del planeta, si no se emplea de forma correcta puede ocasionar el efecto contrario</a:t>
            </a:r>
          </a:p>
        </p:txBody>
      </p:sp>
      <p:sp>
        <p:nvSpPr>
          <p:cNvPr id="14" name="Google Shape;850;p52">
            <a:extLst>
              <a:ext uri="{FF2B5EF4-FFF2-40B4-BE49-F238E27FC236}">
                <a16:creationId xmlns:a16="http://schemas.microsoft.com/office/drawing/2014/main" id="{BE15574C-2479-FC9B-AE49-7492B66B046C}"/>
              </a:ext>
            </a:extLst>
          </p:cNvPr>
          <p:cNvSpPr txBox="1">
            <a:spLocks/>
          </p:cNvSpPr>
          <p:nvPr/>
        </p:nvSpPr>
        <p:spPr>
          <a:xfrm>
            <a:off x="3066209" y="507672"/>
            <a:ext cx="2527240" cy="143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ctr">
              <a:buClr>
                <a:srgbClr val="000000"/>
              </a:buClr>
              <a:buSzPts val="1100"/>
            </a:pPr>
            <a:r>
              <a:rPr lang="es-ES" sz="1800" dirty="0">
                <a:latin typeface="Oswald" panose="00000500000000000000" pitchFamily="2" charset="0"/>
              </a:rPr>
              <a:t>Consumo de recursos:</a:t>
            </a:r>
          </a:p>
          <a:p>
            <a:pPr marL="0" indent="0" algn="ctr">
              <a:buClr>
                <a:srgbClr val="000000"/>
              </a:buClr>
              <a:buSzPts val="1100"/>
              <a:buFont typeface="Arial"/>
              <a:buNone/>
            </a:pPr>
            <a:r>
              <a:rPr lang="es-ES" sz="1200" dirty="0"/>
              <a:t>Extracción indiscriminada de minerales, metales, combustibles fósiles, deforestación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7FAA822-0A91-05A2-7B65-963E3E88B877}"/>
              </a:ext>
            </a:extLst>
          </p:cNvPr>
          <p:cNvSpPr txBox="1">
            <a:spLocks/>
          </p:cNvSpPr>
          <p:nvPr/>
        </p:nvSpPr>
        <p:spPr>
          <a:xfrm>
            <a:off x="6405851" y="413648"/>
            <a:ext cx="2307843" cy="499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algn="ctr"/>
            <a:endParaRPr lang="es-ES" dirty="0"/>
          </a:p>
        </p:txBody>
      </p:sp>
      <p:sp>
        <p:nvSpPr>
          <p:cNvPr id="16" name="Google Shape;850;p52">
            <a:extLst>
              <a:ext uri="{FF2B5EF4-FFF2-40B4-BE49-F238E27FC236}">
                <a16:creationId xmlns:a16="http://schemas.microsoft.com/office/drawing/2014/main" id="{E8A57AED-B04C-DDF8-6E35-DCEC5FE03B7E}"/>
              </a:ext>
            </a:extLst>
          </p:cNvPr>
          <p:cNvSpPr txBox="1">
            <a:spLocks/>
          </p:cNvSpPr>
          <p:nvPr/>
        </p:nvSpPr>
        <p:spPr>
          <a:xfrm>
            <a:off x="6127115" y="378736"/>
            <a:ext cx="2498192" cy="1213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ctr">
              <a:buClr>
                <a:srgbClr val="000000"/>
              </a:buClr>
              <a:buSzPts val="1100"/>
            </a:pPr>
            <a:r>
              <a:rPr lang="es-ES" sz="1800" dirty="0">
                <a:latin typeface="Oswald" panose="00000500000000000000" pitchFamily="2" charset="0"/>
              </a:rPr>
              <a:t>Generación de</a:t>
            </a:r>
            <a:br>
              <a:rPr lang="es-ES" sz="1800" dirty="0">
                <a:latin typeface="Oswald" panose="00000500000000000000" pitchFamily="2" charset="0"/>
              </a:rPr>
            </a:br>
            <a:r>
              <a:rPr lang="es-ES" sz="1800" dirty="0">
                <a:latin typeface="Oswald" panose="00000500000000000000" pitchFamily="2" charset="0"/>
              </a:rPr>
              <a:t>residuos electrónicos:</a:t>
            </a:r>
          </a:p>
          <a:p>
            <a:pPr marL="0" indent="0" algn="ctr">
              <a:buClr>
                <a:srgbClr val="000000"/>
              </a:buClr>
              <a:buSzPts val="1100"/>
              <a:buFont typeface="Arial"/>
              <a:buNone/>
            </a:pPr>
            <a:r>
              <a:rPr lang="es-ES" sz="1200" dirty="0"/>
              <a:t>Ocasionado por prácticas como</a:t>
            </a:r>
            <a:br>
              <a:rPr lang="es-ES" sz="1200" dirty="0"/>
            </a:br>
            <a:r>
              <a:rPr lang="es-ES" sz="1200" dirty="0"/>
              <a:t>la </a:t>
            </a:r>
            <a:r>
              <a:rPr lang="es-ES" sz="1200" dirty="0" err="1"/>
              <a:t>obsolencia</a:t>
            </a:r>
            <a:r>
              <a:rPr lang="es-ES" sz="1200" dirty="0"/>
              <a:t> programada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7C76D716-E352-0503-1839-271DB63ACE38}"/>
              </a:ext>
            </a:extLst>
          </p:cNvPr>
          <p:cNvSpPr txBox="1">
            <a:spLocks/>
          </p:cNvSpPr>
          <p:nvPr/>
        </p:nvSpPr>
        <p:spPr>
          <a:xfrm>
            <a:off x="3090687" y="2579330"/>
            <a:ext cx="2308643" cy="381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algn="ctr"/>
            <a:endParaRPr lang="es-ES" dirty="0"/>
          </a:p>
        </p:txBody>
      </p:sp>
      <p:sp>
        <p:nvSpPr>
          <p:cNvPr id="20" name="Google Shape;850;p52">
            <a:extLst>
              <a:ext uri="{FF2B5EF4-FFF2-40B4-BE49-F238E27FC236}">
                <a16:creationId xmlns:a16="http://schemas.microsoft.com/office/drawing/2014/main" id="{4303958F-7649-B443-5077-4F0796264167}"/>
              </a:ext>
            </a:extLst>
          </p:cNvPr>
          <p:cNvSpPr txBox="1">
            <a:spLocks/>
          </p:cNvSpPr>
          <p:nvPr/>
        </p:nvSpPr>
        <p:spPr>
          <a:xfrm>
            <a:off x="3005468" y="1795332"/>
            <a:ext cx="2648721" cy="143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ctr">
              <a:buClr>
                <a:srgbClr val="000000"/>
              </a:buClr>
              <a:buSzPts val="1100"/>
            </a:pPr>
            <a:r>
              <a:rPr lang="es-ES" sz="1800" dirty="0">
                <a:latin typeface="Oswald" panose="00000500000000000000" pitchFamily="2" charset="0"/>
              </a:rPr>
              <a:t>Contaminación del</a:t>
            </a:r>
            <a:br>
              <a:rPr lang="es-ES" sz="1800" dirty="0">
                <a:latin typeface="Oswald" panose="00000500000000000000" pitchFamily="2" charset="0"/>
              </a:rPr>
            </a:br>
            <a:r>
              <a:rPr lang="es-ES" sz="1800" dirty="0">
                <a:latin typeface="Oswald" panose="00000500000000000000" pitchFamily="2" charset="0"/>
              </a:rPr>
              <a:t>aire y del agua:</a:t>
            </a:r>
          </a:p>
          <a:p>
            <a:pPr marL="0" indent="0" algn="ctr">
              <a:buClr>
                <a:srgbClr val="000000"/>
              </a:buClr>
              <a:buSzPts val="1100"/>
              <a:buFont typeface="Arial"/>
              <a:buNone/>
            </a:pPr>
            <a:r>
              <a:rPr lang="es-ES" sz="1200" dirty="0"/>
              <a:t>Generada por mala gestión de residuos electrónicos y procesos industriales intensivos</a:t>
            </a:r>
          </a:p>
        </p:txBody>
      </p:sp>
      <p:sp>
        <p:nvSpPr>
          <p:cNvPr id="5375" name="Google Shape;5375;p117"/>
          <p:cNvSpPr/>
          <p:nvPr/>
        </p:nvSpPr>
        <p:spPr>
          <a:xfrm>
            <a:off x="5876962" y="2592076"/>
            <a:ext cx="2843911" cy="2252414"/>
          </a:xfrm>
          <a:custGeom>
            <a:avLst/>
            <a:gdLst/>
            <a:ahLst/>
            <a:cxnLst/>
            <a:rect l="l" t="t" r="r" b="b"/>
            <a:pathLst>
              <a:path w="248485" h="193133" extrusionOk="0">
                <a:moveTo>
                  <a:pt x="193050" y="1"/>
                </a:moveTo>
                <a:cubicBezTo>
                  <a:pt x="172804" y="1"/>
                  <a:pt x="152018" y="12183"/>
                  <a:pt x="136422" y="15869"/>
                </a:cubicBezTo>
                <a:cubicBezTo>
                  <a:pt x="130538" y="17263"/>
                  <a:pt x="124728" y="17623"/>
                  <a:pt x="118939" y="17623"/>
                </a:cubicBezTo>
                <a:cubicBezTo>
                  <a:pt x="112780" y="17623"/>
                  <a:pt x="106645" y="17216"/>
                  <a:pt x="100474" y="17216"/>
                </a:cubicBezTo>
                <a:cubicBezTo>
                  <a:pt x="88083" y="17216"/>
                  <a:pt x="75543" y="18857"/>
                  <a:pt x="62354" y="28728"/>
                </a:cubicBezTo>
                <a:cubicBezTo>
                  <a:pt x="42053" y="43920"/>
                  <a:pt x="42149" y="61362"/>
                  <a:pt x="36196" y="73685"/>
                </a:cubicBezTo>
                <a:cubicBezTo>
                  <a:pt x="28611" y="89402"/>
                  <a:pt x="12728" y="100153"/>
                  <a:pt x="5787" y="116726"/>
                </a:cubicBezTo>
                <a:cubicBezTo>
                  <a:pt x="1144" y="127823"/>
                  <a:pt x="1" y="141384"/>
                  <a:pt x="4751" y="152659"/>
                </a:cubicBezTo>
                <a:cubicBezTo>
                  <a:pt x="13621" y="173698"/>
                  <a:pt x="35565" y="169138"/>
                  <a:pt x="63866" y="182270"/>
                </a:cubicBezTo>
                <a:cubicBezTo>
                  <a:pt x="78132" y="188887"/>
                  <a:pt x="85585" y="189267"/>
                  <a:pt x="95006" y="189267"/>
                </a:cubicBezTo>
                <a:cubicBezTo>
                  <a:pt x="96229" y="189267"/>
                  <a:pt x="97486" y="189261"/>
                  <a:pt x="98795" y="189261"/>
                </a:cubicBezTo>
                <a:cubicBezTo>
                  <a:pt x="106359" y="189261"/>
                  <a:pt x="115672" y="189475"/>
                  <a:pt x="130445" y="192379"/>
                </a:cubicBezTo>
                <a:cubicBezTo>
                  <a:pt x="131164" y="192639"/>
                  <a:pt x="135651" y="193133"/>
                  <a:pt x="141955" y="193133"/>
                </a:cubicBezTo>
                <a:cubicBezTo>
                  <a:pt x="152667" y="193133"/>
                  <a:pt x="168628" y="191706"/>
                  <a:pt x="180261" y="185282"/>
                </a:cubicBezTo>
                <a:cubicBezTo>
                  <a:pt x="214789" y="166209"/>
                  <a:pt x="207122" y="145980"/>
                  <a:pt x="214289" y="126192"/>
                </a:cubicBezTo>
                <a:cubicBezTo>
                  <a:pt x="218433" y="114726"/>
                  <a:pt x="227350" y="105987"/>
                  <a:pt x="234089" y="96081"/>
                </a:cubicBezTo>
                <a:cubicBezTo>
                  <a:pt x="248484" y="74876"/>
                  <a:pt x="246377" y="48992"/>
                  <a:pt x="234518" y="27918"/>
                </a:cubicBezTo>
                <a:cubicBezTo>
                  <a:pt x="222502" y="6574"/>
                  <a:pt x="207922" y="1"/>
                  <a:pt x="193050" y="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6" name="Google Shape;5376;p117"/>
          <p:cNvSpPr/>
          <p:nvPr/>
        </p:nvSpPr>
        <p:spPr>
          <a:xfrm>
            <a:off x="5371712" y="2608371"/>
            <a:ext cx="2673163" cy="2168444"/>
          </a:xfrm>
          <a:custGeom>
            <a:avLst/>
            <a:gdLst/>
            <a:ahLst/>
            <a:cxnLst/>
            <a:rect l="l" t="t" r="r" b="b"/>
            <a:pathLst>
              <a:path w="233566" h="185933" extrusionOk="0">
                <a:moveTo>
                  <a:pt x="121768" y="0"/>
                </a:moveTo>
                <a:cubicBezTo>
                  <a:pt x="109163" y="0"/>
                  <a:pt x="96551" y="3746"/>
                  <a:pt x="85773" y="11256"/>
                </a:cubicBezTo>
                <a:cubicBezTo>
                  <a:pt x="76082" y="18007"/>
                  <a:pt x="74093" y="21662"/>
                  <a:pt x="58091" y="27747"/>
                </a:cubicBezTo>
                <a:cubicBezTo>
                  <a:pt x="39827" y="34700"/>
                  <a:pt x="14943" y="36355"/>
                  <a:pt x="6359" y="57584"/>
                </a:cubicBezTo>
                <a:cubicBezTo>
                  <a:pt x="1" y="73300"/>
                  <a:pt x="2632" y="100101"/>
                  <a:pt x="15026" y="121234"/>
                </a:cubicBezTo>
                <a:cubicBezTo>
                  <a:pt x="26278" y="140415"/>
                  <a:pt x="41982" y="141820"/>
                  <a:pt x="54067" y="146594"/>
                </a:cubicBezTo>
                <a:cubicBezTo>
                  <a:pt x="70890" y="153238"/>
                  <a:pt x="82213" y="165668"/>
                  <a:pt x="99561" y="173729"/>
                </a:cubicBezTo>
                <a:cubicBezTo>
                  <a:pt x="114729" y="180782"/>
                  <a:pt x="135377" y="185933"/>
                  <a:pt x="155213" y="185933"/>
                </a:cubicBezTo>
                <a:cubicBezTo>
                  <a:pt x="170502" y="185933"/>
                  <a:pt x="185308" y="182873"/>
                  <a:pt x="196751" y="175265"/>
                </a:cubicBezTo>
                <a:cubicBezTo>
                  <a:pt x="233566" y="150774"/>
                  <a:pt x="213194" y="117067"/>
                  <a:pt x="201335" y="87885"/>
                </a:cubicBezTo>
                <a:cubicBezTo>
                  <a:pt x="186560" y="51511"/>
                  <a:pt x="181511" y="36938"/>
                  <a:pt x="171284" y="24008"/>
                </a:cubicBezTo>
                <a:cubicBezTo>
                  <a:pt x="158644" y="8023"/>
                  <a:pt x="140214" y="0"/>
                  <a:pt x="121768" y="0"/>
                </a:cubicBezTo>
                <a:close/>
              </a:path>
            </a:pathLst>
          </a:custGeom>
          <a:solidFill>
            <a:schemeClr val="accent1">
              <a:lumMod val="75000"/>
              <a:alpha val="446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850;p52">
            <a:extLst>
              <a:ext uri="{FF2B5EF4-FFF2-40B4-BE49-F238E27FC236}">
                <a16:creationId xmlns:a16="http://schemas.microsoft.com/office/drawing/2014/main" id="{4CE0C771-A75C-2880-14E1-4FA7B448AF6E}"/>
              </a:ext>
            </a:extLst>
          </p:cNvPr>
          <p:cNvSpPr txBox="1">
            <a:spLocks/>
          </p:cNvSpPr>
          <p:nvPr/>
        </p:nvSpPr>
        <p:spPr>
          <a:xfrm>
            <a:off x="5950030" y="1649926"/>
            <a:ext cx="2829056" cy="117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ctr">
              <a:buClr>
                <a:srgbClr val="000000"/>
              </a:buClr>
              <a:buSzPts val="1100"/>
            </a:pPr>
            <a:r>
              <a:rPr lang="es-ES" sz="1800" dirty="0">
                <a:latin typeface="Oswald" panose="00000500000000000000" pitchFamily="2" charset="0"/>
              </a:rPr>
              <a:t>Efecto Invernadero:</a:t>
            </a:r>
          </a:p>
          <a:p>
            <a:pPr marL="0" indent="0" algn="ctr">
              <a:buClr>
                <a:srgbClr val="000000"/>
              </a:buClr>
              <a:buSzPts val="1100"/>
              <a:buFont typeface="Arial"/>
              <a:buNone/>
            </a:pPr>
            <a:r>
              <a:rPr lang="es-ES" sz="1200" dirty="0"/>
              <a:t>La energía necesaria para alimentar nuestros dispositivos puede generar estos gases</a:t>
            </a:r>
          </a:p>
        </p:txBody>
      </p:sp>
      <p:sp>
        <p:nvSpPr>
          <p:cNvPr id="32" name="Google Shape;5376;p117">
            <a:extLst>
              <a:ext uri="{FF2B5EF4-FFF2-40B4-BE49-F238E27FC236}">
                <a16:creationId xmlns:a16="http://schemas.microsoft.com/office/drawing/2014/main" id="{BF479A30-B3FE-7F35-5EE3-4CC651DCEB66}"/>
              </a:ext>
            </a:extLst>
          </p:cNvPr>
          <p:cNvSpPr/>
          <p:nvPr/>
        </p:nvSpPr>
        <p:spPr>
          <a:xfrm rot="1537761">
            <a:off x="4493551" y="2625148"/>
            <a:ext cx="568454" cy="909400"/>
          </a:xfrm>
          <a:custGeom>
            <a:avLst/>
            <a:gdLst/>
            <a:ahLst/>
            <a:cxnLst/>
            <a:rect l="l" t="t" r="r" b="b"/>
            <a:pathLst>
              <a:path w="233566" h="185933" extrusionOk="0">
                <a:moveTo>
                  <a:pt x="121768" y="0"/>
                </a:moveTo>
                <a:cubicBezTo>
                  <a:pt x="109163" y="0"/>
                  <a:pt x="96551" y="3746"/>
                  <a:pt x="85773" y="11256"/>
                </a:cubicBezTo>
                <a:cubicBezTo>
                  <a:pt x="76082" y="18007"/>
                  <a:pt x="74093" y="21662"/>
                  <a:pt x="58091" y="27747"/>
                </a:cubicBezTo>
                <a:cubicBezTo>
                  <a:pt x="39827" y="34700"/>
                  <a:pt x="14943" y="36355"/>
                  <a:pt x="6359" y="57584"/>
                </a:cubicBezTo>
                <a:cubicBezTo>
                  <a:pt x="1" y="73300"/>
                  <a:pt x="2632" y="100101"/>
                  <a:pt x="15026" y="121234"/>
                </a:cubicBezTo>
                <a:cubicBezTo>
                  <a:pt x="26278" y="140415"/>
                  <a:pt x="41982" y="141820"/>
                  <a:pt x="54067" y="146594"/>
                </a:cubicBezTo>
                <a:cubicBezTo>
                  <a:pt x="70890" y="153238"/>
                  <a:pt x="82213" y="165668"/>
                  <a:pt x="99561" y="173729"/>
                </a:cubicBezTo>
                <a:cubicBezTo>
                  <a:pt x="114729" y="180782"/>
                  <a:pt x="135377" y="185933"/>
                  <a:pt x="155213" y="185933"/>
                </a:cubicBezTo>
                <a:cubicBezTo>
                  <a:pt x="170502" y="185933"/>
                  <a:pt x="185308" y="182873"/>
                  <a:pt x="196751" y="175265"/>
                </a:cubicBezTo>
                <a:cubicBezTo>
                  <a:pt x="233566" y="150774"/>
                  <a:pt x="213194" y="117067"/>
                  <a:pt x="201335" y="87885"/>
                </a:cubicBezTo>
                <a:cubicBezTo>
                  <a:pt x="186560" y="51511"/>
                  <a:pt x="181511" y="36938"/>
                  <a:pt x="171284" y="24008"/>
                </a:cubicBezTo>
                <a:cubicBezTo>
                  <a:pt x="158644" y="8023"/>
                  <a:pt x="140214" y="0"/>
                  <a:pt x="121768" y="0"/>
                </a:cubicBezTo>
                <a:close/>
              </a:path>
            </a:pathLst>
          </a:custGeom>
          <a:solidFill>
            <a:schemeClr val="accent1">
              <a:lumMod val="75000"/>
              <a:alpha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42B04102-6C69-7B3E-30DC-87D7ECAB9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521" y="2421831"/>
            <a:ext cx="2952118" cy="29521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9" grpId="0"/>
      <p:bldP spid="12" grpId="0"/>
      <p:bldP spid="14" grpId="0"/>
      <p:bldP spid="16" grpId="0"/>
      <p:bldP spid="20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5" name="Google Shape;3475;p104"/>
          <p:cNvGrpSpPr/>
          <p:nvPr/>
        </p:nvGrpSpPr>
        <p:grpSpPr>
          <a:xfrm>
            <a:off x="0" y="1283849"/>
            <a:ext cx="5156200" cy="2873284"/>
            <a:chOff x="233350" y="949250"/>
            <a:chExt cx="7137300" cy="380230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3476" name="Google Shape;3476;p104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104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104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104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104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104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104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104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104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104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104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104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104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104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104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104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104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104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104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104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104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104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104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104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104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104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104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104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104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104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104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104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104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104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104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104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104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104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104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104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104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104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104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104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104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104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104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104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104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104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104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27" name="Google Shape;3527;p104"/>
          <p:cNvSpPr txBox="1">
            <a:spLocks noGrp="1"/>
          </p:cNvSpPr>
          <p:nvPr>
            <p:ph type="title"/>
          </p:nvPr>
        </p:nvSpPr>
        <p:spPr>
          <a:xfrm>
            <a:off x="717525" y="405875"/>
            <a:ext cx="7708800" cy="631015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TECNOLOGÍA SOSTENIBLE</a:t>
            </a:r>
            <a:endParaRPr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43" name="Google Shape;3543;p104"/>
          <p:cNvSpPr/>
          <p:nvPr/>
        </p:nvSpPr>
        <p:spPr>
          <a:xfrm flipH="1">
            <a:off x="6162781" y="1097232"/>
            <a:ext cx="99954" cy="77476"/>
          </a:xfrm>
          <a:custGeom>
            <a:avLst/>
            <a:gdLst/>
            <a:ahLst/>
            <a:cxnLst/>
            <a:rect l="l" t="t" r="r" b="b"/>
            <a:pathLst>
              <a:path w="2966" h="2299" extrusionOk="0">
                <a:moveTo>
                  <a:pt x="1477" y="1"/>
                </a:moveTo>
                <a:cubicBezTo>
                  <a:pt x="1" y="1"/>
                  <a:pt x="1" y="2299"/>
                  <a:pt x="1477" y="2299"/>
                </a:cubicBezTo>
                <a:cubicBezTo>
                  <a:pt x="2966" y="2299"/>
                  <a:pt x="2966" y="1"/>
                  <a:pt x="14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4" name="Google Shape;3544;p104"/>
          <p:cNvSpPr/>
          <p:nvPr/>
        </p:nvSpPr>
        <p:spPr>
          <a:xfrm flipH="1">
            <a:off x="6338527" y="1097232"/>
            <a:ext cx="99954" cy="77476"/>
          </a:xfrm>
          <a:custGeom>
            <a:avLst/>
            <a:gdLst/>
            <a:ahLst/>
            <a:cxnLst/>
            <a:rect l="l" t="t" r="r" b="b"/>
            <a:pathLst>
              <a:path w="2966" h="2299" extrusionOk="0">
                <a:moveTo>
                  <a:pt x="1477" y="1"/>
                </a:moveTo>
                <a:cubicBezTo>
                  <a:pt x="1" y="1"/>
                  <a:pt x="1" y="2299"/>
                  <a:pt x="1477" y="2299"/>
                </a:cubicBezTo>
                <a:cubicBezTo>
                  <a:pt x="2966" y="2299"/>
                  <a:pt x="2966" y="1"/>
                  <a:pt x="14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5" name="Google Shape;3545;p104"/>
          <p:cNvSpPr/>
          <p:nvPr/>
        </p:nvSpPr>
        <p:spPr>
          <a:xfrm flipH="1">
            <a:off x="5992259" y="1097232"/>
            <a:ext cx="99921" cy="77476"/>
          </a:xfrm>
          <a:custGeom>
            <a:avLst/>
            <a:gdLst/>
            <a:ahLst/>
            <a:cxnLst/>
            <a:rect l="l" t="t" r="r" b="b"/>
            <a:pathLst>
              <a:path w="2965" h="2299" extrusionOk="0">
                <a:moveTo>
                  <a:pt x="1488" y="1"/>
                </a:moveTo>
                <a:cubicBezTo>
                  <a:pt x="0" y="1"/>
                  <a:pt x="0" y="2299"/>
                  <a:pt x="1488" y="2299"/>
                </a:cubicBezTo>
                <a:cubicBezTo>
                  <a:pt x="2965" y="2299"/>
                  <a:pt x="2965" y="1"/>
                  <a:pt x="148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850;p52">
            <a:extLst>
              <a:ext uri="{FF2B5EF4-FFF2-40B4-BE49-F238E27FC236}">
                <a16:creationId xmlns:a16="http://schemas.microsoft.com/office/drawing/2014/main" id="{06C48A6F-0962-4888-DA7A-7A10A811BE8B}"/>
              </a:ext>
            </a:extLst>
          </p:cNvPr>
          <p:cNvSpPr txBox="1">
            <a:spLocks/>
          </p:cNvSpPr>
          <p:nvPr/>
        </p:nvSpPr>
        <p:spPr>
          <a:xfrm>
            <a:off x="4804315" y="1385040"/>
            <a:ext cx="3767971" cy="32577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SzPts val="1100"/>
            </a:pPr>
            <a:r>
              <a:rPr lang="es-ES" sz="1200" dirty="0"/>
              <a:t>El 25 de septiembre de 2015 se reunieron más de </a:t>
            </a:r>
            <a:r>
              <a:rPr lang="es-ES" sz="1200" b="1" dirty="0"/>
              <a:t>150 jefes de Estado y de Gobierno </a:t>
            </a:r>
            <a:r>
              <a:rPr lang="es-ES" sz="1200" dirty="0"/>
              <a:t>de todo el mundo para aprobar la Agenda 2030.</a:t>
            </a:r>
          </a:p>
          <a:p>
            <a:pPr algn="r">
              <a:buSzPts val="1100"/>
            </a:pPr>
            <a:endParaRPr lang="es-ES" sz="1200" dirty="0"/>
          </a:p>
          <a:p>
            <a:pPr algn="r">
              <a:buSzPts val="1100"/>
            </a:pPr>
            <a:r>
              <a:rPr lang="es-ES" sz="1200" dirty="0"/>
              <a:t>En esta reunión se recogieron los</a:t>
            </a:r>
            <a:br>
              <a:rPr lang="es-ES" sz="1200" dirty="0"/>
            </a:br>
            <a:r>
              <a:rPr lang="es-ES" sz="1200" b="1" dirty="0"/>
              <a:t>Objetivos de Desarrollo Sostenible (ODS)</a:t>
            </a:r>
            <a:r>
              <a:rPr lang="es-ES" sz="1200" dirty="0"/>
              <a:t>:</a:t>
            </a:r>
            <a:br>
              <a:rPr lang="es-ES" sz="1200" dirty="0"/>
            </a:br>
            <a:r>
              <a:rPr lang="es-ES" sz="1200" dirty="0"/>
              <a:t>Un conjunto de metas globales pensadas para erradicar la pobreza, proteger el planeta y asegurar la prosperidad mundial.</a:t>
            </a:r>
          </a:p>
          <a:p>
            <a:pPr algn="r">
              <a:buSzPts val="1100"/>
            </a:pPr>
            <a:endParaRPr lang="es-ES" sz="1200" dirty="0"/>
          </a:p>
          <a:p>
            <a:pPr algn="r">
              <a:buSzPts val="1100"/>
            </a:pPr>
            <a:r>
              <a:rPr lang="es-ES" sz="1200" dirty="0"/>
              <a:t>Dentro de los </a:t>
            </a:r>
            <a:r>
              <a:rPr lang="es-ES" sz="1200" b="1" dirty="0"/>
              <a:t>ODS</a:t>
            </a:r>
            <a:r>
              <a:rPr lang="es-ES" sz="1200" dirty="0"/>
              <a:t> se presenta el rol de la  </a:t>
            </a:r>
            <a:r>
              <a:rPr lang="es-ES" sz="1200" b="1" dirty="0"/>
              <a:t>tecnología</a:t>
            </a:r>
            <a:r>
              <a:rPr lang="es-ES" sz="1200" dirty="0"/>
              <a:t> como herramienta clave para la </a:t>
            </a:r>
            <a:r>
              <a:rPr lang="es-ES" sz="1200" b="1" dirty="0"/>
              <a:t>innovación</a:t>
            </a:r>
            <a:r>
              <a:rPr lang="es-ES" sz="1200" dirty="0"/>
              <a:t> </a:t>
            </a:r>
            <a:r>
              <a:rPr lang="es-ES" sz="1200" b="1" dirty="0"/>
              <a:t>sostenible</a:t>
            </a:r>
            <a:r>
              <a:rPr lang="es-ES" sz="1200" dirty="0"/>
              <a:t>, con un enfoque más inclusivo con las personas, medioambientalmente positivo y con una gestión de datos</a:t>
            </a:r>
            <a:br>
              <a:rPr lang="es-ES" sz="1200" dirty="0"/>
            </a:br>
            <a:r>
              <a:rPr lang="es-ES" sz="1200" dirty="0"/>
              <a:t>orientado a la sostenibilidad. </a:t>
            </a:r>
          </a:p>
          <a:p>
            <a:pPr algn="r"/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7697522-52CA-AD40-146C-44853B4F9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205" y="1393138"/>
            <a:ext cx="2871056" cy="21155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0" fill="hold"/>
                                        <p:tgtEl>
                                          <p:spTgt spid="34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0" fill="hold"/>
                                        <p:tgtEl>
                                          <p:spTgt spid="34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000"/>
                                        <p:tgtEl>
                                          <p:spTgt spid="3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7" grpId="0"/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71"/>
          <p:cNvSpPr txBox="1">
            <a:spLocks noGrp="1"/>
          </p:cNvSpPr>
          <p:nvPr>
            <p:ph type="title"/>
          </p:nvPr>
        </p:nvSpPr>
        <p:spPr>
          <a:xfrm>
            <a:off x="717600" y="258445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MODELOS ECONÓMICOS EN LA ERA DIGITAL</a:t>
            </a:r>
          </a:p>
        </p:txBody>
      </p:sp>
      <p:cxnSp>
        <p:nvCxnSpPr>
          <p:cNvPr id="1516" name="Google Shape;1516;p71"/>
          <p:cNvCxnSpPr>
            <a:cxnSpLocks/>
            <a:stCxn id="1525" idx="4"/>
            <a:endCxn id="1531" idx="4"/>
          </p:cNvCxnSpPr>
          <p:nvPr/>
        </p:nvCxnSpPr>
        <p:spPr>
          <a:xfrm>
            <a:off x="2951512" y="2571740"/>
            <a:ext cx="4891849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20" name="Google Shape;1520;p71"/>
          <p:cNvGrpSpPr/>
          <p:nvPr/>
        </p:nvGrpSpPr>
        <p:grpSpPr>
          <a:xfrm>
            <a:off x="4228202" y="1616149"/>
            <a:ext cx="613770" cy="955591"/>
            <a:chOff x="3365973" y="803668"/>
            <a:chExt cx="1361492" cy="2094182"/>
          </a:xfrm>
          <a:solidFill>
            <a:schemeClr val="tx2">
              <a:lumMod val="75000"/>
            </a:schemeClr>
          </a:solidFill>
        </p:grpSpPr>
        <p:sp>
          <p:nvSpPr>
            <p:cNvPr id="1521" name="Google Shape;1521;p71"/>
            <p:cNvSpPr/>
            <p:nvPr/>
          </p:nvSpPr>
          <p:spPr>
            <a:xfrm>
              <a:off x="3365973" y="803668"/>
              <a:ext cx="1361492" cy="1768081"/>
            </a:xfrm>
            <a:custGeom>
              <a:avLst/>
              <a:gdLst/>
              <a:ahLst/>
              <a:cxnLst/>
              <a:rect l="l" t="t" r="r" b="b"/>
              <a:pathLst>
                <a:path w="2847" h="3697" extrusionOk="0">
                  <a:moveTo>
                    <a:pt x="1402" y="290"/>
                  </a:moveTo>
                  <a:cubicBezTo>
                    <a:pt x="1667" y="290"/>
                    <a:pt x="1936" y="387"/>
                    <a:pt x="2157" y="604"/>
                  </a:cubicBezTo>
                  <a:cubicBezTo>
                    <a:pt x="2847" y="1294"/>
                    <a:pt x="2354" y="2465"/>
                    <a:pt x="1393" y="2465"/>
                  </a:cubicBezTo>
                  <a:cubicBezTo>
                    <a:pt x="789" y="2465"/>
                    <a:pt x="296" y="1984"/>
                    <a:pt x="296" y="1393"/>
                  </a:cubicBezTo>
                  <a:cubicBezTo>
                    <a:pt x="296" y="730"/>
                    <a:pt x="838" y="290"/>
                    <a:pt x="1402" y="290"/>
                  </a:cubicBezTo>
                  <a:close/>
                  <a:moveTo>
                    <a:pt x="1380" y="0"/>
                  </a:moveTo>
                  <a:cubicBezTo>
                    <a:pt x="617" y="0"/>
                    <a:pt x="1" y="641"/>
                    <a:pt x="25" y="1405"/>
                  </a:cubicBezTo>
                  <a:cubicBezTo>
                    <a:pt x="25" y="2452"/>
                    <a:pt x="1220" y="3561"/>
                    <a:pt x="1368" y="3697"/>
                  </a:cubicBezTo>
                  <a:lnTo>
                    <a:pt x="1405" y="3697"/>
                  </a:lnTo>
                  <a:cubicBezTo>
                    <a:pt x="1565" y="3549"/>
                    <a:pt x="2748" y="2502"/>
                    <a:pt x="2748" y="1405"/>
                  </a:cubicBezTo>
                  <a:cubicBezTo>
                    <a:pt x="2773" y="641"/>
                    <a:pt x="2157" y="0"/>
                    <a:pt x="13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71"/>
            <p:cNvSpPr/>
            <p:nvPr/>
          </p:nvSpPr>
          <p:spPr>
            <a:xfrm>
              <a:off x="3864295" y="2571750"/>
              <a:ext cx="326100" cy="326100"/>
            </a:xfrm>
            <a:prstGeom prst="donut">
              <a:avLst>
                <a:gd name="adj" fmla="val 2500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3" name="Google Shape;1523;p71"/>
          <p:cNvGrpSpPr/>
          <p:nvPr/>
        </p:nvGrpSpPr>
        <p:grpSpPr>
          <a:xfrm>
            <a:off x="2672413" y="1687995"/>
            <a:ext cx="574550" cy="883745"/>
            <a:chOff x="3365973" y="803668"/>
            <a:chExt cx="1361492" cy="2094182"/>
          </a:xfrm>
        </p:grpSpPr>
        <p:sp>
          <p:nvSpPr>
            <p:cNvPr id="1524" name="Google Shape;1524;p71"/>
            <p:cNvSpPr/>
            <p:nvPr/>
          </p:nvSpPr>
          <p:spPr>
            <a:xfrm>
              <a:off x="3365973" y="803668"/>
              <a:ext cx="1361492" cy="1768081"/>
            </a:xfrm>
            <a:custGeom>
              <a:avLst/>
              <a:gdLst/>
              <a:ahLst/>
              <a:cxnLst/>
              <a:rect l="l" t="t" r="r" b="b"/>
              <a:pathLst>
                <a:path w="2847" h="3697" extrusionOk="0">
                  <a:moveTo>
                    <a:pt x="1402" y="290"/>
                  </a:moveTo>
                  <a:cubicBezTo>
                    <a:pt x="1667" y="290"/>
                    <a:pt x="1936" y="387"/>
                    <a:pt x="2157" y="604"/>
                  </a:cubicBezTo>
                  <a:cubicBezTo>
                    <a:pt x="2847" y="1294"/>
                    <a:pt x="2354" y="2465"/>
                    <a:pt x="1393" y="2465"/>
                  </a:cubicBezTo>
                  <a:cubicBezTo>
                    <a:pt x="789" y="2465"/>
                    <a:pt x="296" y="1984"/>
                    <a:pt x="296" y="1393"/>
                  </a:cubicBezTo>
                  <a:cubicBezTo>
                    <a:pt x="296" y="730"/>
                    <a:pt x="838" y="290"/>
                    <a:pt x="1402" y="290"/>
                  </a:cubicBezTo>
                  <a:close/>
                  <a:moveTo>
                    <a:pt x="1380" y="0"/>
                  </a:moveTo>
                  <a:cubicBezTo>
                    <a:pt x="617" y="0"/>
                    <a:pt x="1" y="641"/>
                    <a:pt x="25" y="1405"/>
                  </a:cubicBezTo>
                  <a:cubicBezTo>
                    <a:pt x="25" y="2452"/>
                    <a:pt x="1220" y="3561"/>
                    <a:pt x="1368" y="3697"/>
                  </a:cubicBezTo>
                  <a:lnTo>
                    <a:pt x="1405" y="3697"/>
                  </a:lnTo>
                  <a:cubicBezTo>
                    <a:pt x="1565" y="3549"/>
                    <a:pt x="2748" y="2502"/>
                    <a:pt x="2748" y="1405"/>
                  </a:cubicBezTo>
                  <a:cubicBezTo>
                    <a:pt x="2773" y="641"/>
                    <a:pt x="2157" y="0"/>
                    <a:pt x="13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71"/>
            <p:cNvSpPr/>
            <p:nvPr/>
          </p:nvSpPr>
          <p:spPr>
            <a:xfrm>
              <a:off x="3864295" y="2571750"/>
              <a:ext cx="326100" cy="326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6" name="Google Shape;1526;p71"/>
          <p:cNvGrpSpPr/>
          <p:nvPr/>
        </p:nvGrpSpPr>
        <p:grpSpPr>
          <a:xfrm>
            <a:off x="5886513" y="1521577"/>
            <a:ext cx="677070" cy="1050163"/>
            <a:chOff x="3365973" y="803668"/>
            <a:chExt cx="1361492" cy="2094182"/>
          </a:xfrm>
          <a:solidFill>
            <a:schemeClr val="tx2">
              <a:lumMod val="50000"/>
            </a:schemeClr>
          </a:solidFill>
        </p:grpSpPr>
        <p:sp>
          <p:nvSpPr>
            <p:cNvPr id="1527" name="Google Shape;1527;p71"/>
            <p:cNvSpPr/>
            <p:nvPr/>
          </p:nvSpPr>
          <p:spPr>
            <a:xfrm>
              <a:off x="3365973" y="803668"/>
              <a:ext cx="1361492" cy="1768081"/>
            </a:xfrm>
            <a:custGeom>
              <a:avLst/>
              <a:gdLst/>
              <a:ahLst/>
              <a:cxnLst/>
              <a:rect l="l" t="t" r="r" b="b"/>
              <a:pathLst>
                <a:path w="2847" h="3697" extrusionOk="0">
                  <a:moveTo>
                    <a:pt x="1402" y="290"/>
                  </a:moveTo>
                  <a:cubicBezTo>
                    <a:pt x="1667" y="290"/>
                    <a:pt x="1936" y="387"/>
                    <a:pt x="2157" y="604"/>
                  </a:cubicBezTo>
                  <a:cubicBezTo>
                    <a:pt x="2847" y="1294"/>
                    <a:pt x="2354" y="2465"/>
                    <a:pt x="1393" y="2465"/>
                  </a:cubicBezTo>
                  <a:cubicBezTo>
                    <a:pt x="789" y="2465"/>
                    <a:pt x="296" y="1984"/>
                    <a:pt x="296" y="1393"/>
                  </a:cubicBezTo>
                  <a:cubicBezTo>
                    <a:pt x="296" y="730"/>
                    <a:pt x="838" y="290"/>
                    <a:pt x="1402" y="290"/>
                  </a:cubicBezTo>
                  <a:close/>
                  <a:moveTo>
                    <a:pt x="1380" y="0"/>
                  </a:moveTo>
                  <a:cubicBezTo>
                    <a:pt x="617" y="0"/>
                    <a:pt x="1" y="641"/>
                    <a:pt x="25" y="1405"/>
                  </a:cubicBezTo>
                  <a:cubicBezTo>
                    <a:pt x="25" y="2452"/>
                    <a:pt x="1220" y="3561"/>
                    <a:pt x="1368" y="3697"/>
                  </a:cubicBezTo>
                  <a:lnTo>
                    <a:pt x="1405" y="3697"/>
                  </a:lnTo>
                  <a:cubicBezTo>
                    <a:pt x="1565" y="3549"/>
                    <a:pt x="2748" y="2502"/>
                    <a:pt x="2748" y="1405"/>
                  </a:cubicBezTo>
                  <a:cubicBezTo>
                    <a:pt x="2773" y="641"/>
                    <a:pt x="2157" y="0"/>
                    <a:pt x="13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71"/>
            <p:cNvSpPr/>
            <p:nvPr/>
          </p:nvSpPr>
          <p:spPr>
            <a:xfrm>
              <a:off x="3864295" y="2571750"/>
              <a:ext cx="326100" cy="326100"/>
            </a:xfrm>
            <a:prstGeom prst="donut">
              <a:avLst>
                <a:gd name="adj" fmla="val 2500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9" name="Google Shape;1529;p71"/>
          <p:cNvGrpSpPr/>
          <p:nvPr/>
        </p:nvGrpSpPr>
        <p:grpSpPr>
          <a:xfrm>
            <a:off x="7493563" y="1469051"/>
            <a:ext cx="720088" cy="1102689"/>
            <a:chOff x="3365973" y="803668"/>
            <a:chExt cx="1361492" cy="2094182"/>
          </a:xfrm>
          <a:solidFill>
            <a:schemeClr val="bg2">
              <a:lumMod val="10000"/>
            </a:schemeClr>
          </a:solidFill>
        </p:grpSpPr>
        <p:sp>
          <p:nvSpPr>
            <p:cNvPr id="1530" name="Google Shape;1530;p71"/>
            <p:cNvSpPr/>
            <p:nvPr/>
          </p:nvSpPr>
          <p:spPr>
            <a:xfrm>
              <a:off x="3365973" y="803668"/>
              <a:ext cx="1361492" cy="1768081"/>
            </a:xfrm>
            <a:custGeom>
              <a:avLst/>
              <a:gdLst/>
              <a:ahLst/>
              <a:cxnLst/>
              <a:rect l="l" t="t" r="r" b="b"/>
              <a:pathLst>
                <a:path w="2847" h="3697" extrusionOk="0">
                  <a:moveTo>
                    <a:pt x="1402" y="290"/>
                  </a:moveTo>
                  <a:cubicBezTo>
                    <a:pt x="1667" y="290"/>
                    <a:pt x="1936" y="387"/>
                    <a:pt x="2157" y="604"/>
                  </a:cubicBezTo>
                  <a:cubicBezTo>
                    <a:pt x="2847" y="1294"/>
                    <a:pt x="2354" y="2465"/>
                    <a:pt x="1393" y="2465"/>
                  </a:cubicBezTo>
                  <a:cubicBezTo>
                    <a:pt x="789" y="2465"/>
                    <a:pt x="296" y="1984"/>
                    <a:pt x="296" y="1393"/>
                  </a:cubicBezTo>
                  <a:cubicBezTo>
                    <a:pt x="296" y="730"/>
                    <a:pt x="838" y="290"/>
                    <a:pt x="1402" y="290"/>
                  </a:cubicBezTo>
                  <a:close/>
                  <a:moveTo>
                    <a:pt x="1380" y="0"/>
                  </a:moveTo>
                  <a:cubicBezTo>
                    <a:pt x="617" y="0"/>
                    <a:pt x="1" y="641"/>
                    <a:pt x="25" y="1405"/>
                  </a:cubicBezTo>
                  <a:cubicBezTo>
                    <a:pt x="25" y="2452"/>
                    <a:pt x="1220" y="3561"/>
                    <a:pt x="1368" y="3697"/>
                  </a:cubicBezTo>
                  <a:lnTo>
                    <a:pt x="1405" y="3697"/>
                  </a:lnTo>
                  <a:cubicBezTo>
                    <a:pt x="1565" y="3549"/>
                    <a:pt x="2748" y="2502"/>
                    <a:pt x="2748" y="1405"/>
                  </a:cubicBezTo>
                  <a:cubicBezTo>
                    <a:pt x="2773" y="641"/>
                    <a:pt x="2157" y="0"/>
                    <a:pt x="13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71"/>
            <p:cNvSpPr/>
            <p:nvPr/>
          </p:nvSpPr>
          <p:spPr>
            <a:xfrm>
              <a:off x="3864295" y="2571750"/>
              <a:ext cx="326100" cy="326100"/>
            </a:xfrm>
            <a:prstGeom prst="donut">
              <a:avLst>
                <a:gd name="adj" fmla="val 2500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4" name="Google Shape;1554;p71"/>
          <p:cNvSpPr txBox="1"/>
          <p:nvPr/>
        </p:nvSpPr>
        <p:spPr>
          <a:xfrm>
            <a:off x="2206100" y="2857319"/>
            <a:ext cx="15177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Extraer</a:t>
            </a:r>
            <a:endParaRPr sz="18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55" name="Google Shape;1555;p71"/>
          <p:cNvSpPr txBox="1"/>
          <p:nvPr/>
        </p:nvSpPr>
        <p:spPr>
          <a:xfrm>
            <a:off x="2206100" y="3344738"/>
            <a:ext cx="1517700" cy="8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Extraer y explotar los recursos naturales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6" name="Google Shape;1556;p71"/>
          <p:cNvSpPr txBox="1"/>
          <p:nvPr/>
        </p:nvSpPr>
        <p:spPr>
          <a:xfrm>
            <a:off x="3813150" y="2857319"/>
            <a:ext cx="15177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Producir</a:t>
            </a:r>
            <a:endParaRPr sz="18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57" name="Google Shape;1557;p71"/>
          <p:cNvSpPr txBox="1"/>
          <p:nvPr/>
        </p:nvSpPr>
        <p:spPr>
          <a:xfrm>
            <a:off x="3813150" y="3344738"/>
            <a:ext cx="1517700" cy="8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Transformar materia prima en bienes y servicios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8" name="Google Shape;1558;p71"/>
          <p:cNvSpPr txBox="1"/>
          <p:nvPr/>
        </p:nvSpPr>
        <p:spPr>
          <a:xfrm>
            <a:off x="5420200" y="2857319"/>
            <a:ext cx="15177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Consumir</a:t>
            </a:r>
            <a:endParaRPr sz="18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59" name="Google Shape;1559;p71"/>
          <p:cNvSpPr txBox="1"/>
          <p:nvPr/>
        </p:nvSpPr>
        <p:spPr>
          <a:xfrm>
            <a:off x="5420200" y="3344738"/>
            <a:ext cx="1517700" cy="8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Uso de los productos para satisfacer una necesidad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0" name="Google Shape;1560;p71"/>
          <p:cNvSpPr txBox="1"/>
          <p:nvPr/>
        </p:nvSpPr>
        <p:spPr>
          <a:xfrm>
            <a:off x="7027250" y="2857319"/>
            <a:ext cx="15177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Desechar</a:t>
            </a:r>
            <a:endParaRPr sz="18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61" name="Google Shape;1561;p71"/>
          <p:cNvSpPr txBox="1"/>
          <p:nvPr/>
        </p:nvSpPr>
        <p:spPr>
          <a:xfrm>
            <a:off x="6948450" y="3336603"/>
            <a:ext cx="1677525" cy="8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Deshacerse o eliminar los restos del producto. S</a:t>
            </a:r>
            <a:r>
              <a:rPr lang="es-ES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 importar su impacto en el ambiente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566" name="Google Shape;1566;p71"/>
          <p:cNvGrpSpPr/>
          <p:nvPr/>
        </p:nvGrpSpPr>
        <p:grpSpPr>
          <a:xfrm flipH="1">
            <a:off x="2832635" y="3298774"/>
            <a:ext cx="264654" cy="45951"/>
            <a:chOff x="6146875" y="1767300"/>
            <a:chExt cx="331025" cy="57475"/>
          </a:xfrm>
        </p:grpSpPr>
        <p:sp>
          <p:nvSpPr>
            <p:cNvPr id="1567" name="Google Shape;1567;p71"/>
            <p:cNvSpPr/>
            <p:nvPr/>
          </p:nvSpPr>
          <p:spPr>
            <a:xfrm>
              <a:off x="6277250" y="1767300"/>
              <a:ext cx="74150" cy="57475"/>
            </a:xfrm>
            <a:custGeom>
              <a:avLst/>
              <a:gdLst/>
              <a:ahLst/>
              <a:cxnLst/>
              <a:rect l="l" t="t" r="r" b="b"/>
              <a:pathLst>
                <a:path w="2966" h="2299" extrusionOk="0">
                  <a:moveTo>
                    <a:pt x="1477" y="1"/>
                  </a:moveTo>
                  <a:cubicBezTo>
                    <a:pt x="1" y="1"/>
                    <a:pt x="1" y="2299"/>
                    <a:pt x="1477" y="2299"/>
                  </a:cubicBezTo>
                  <a:cubicBezTo>
                    <a:pt x="2966" y="2299"/>
                    <a:pt x="2966" y="1"/>
                    <a:pt x="1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71"/>
            <p:cNvSpPr/>
            <p:nvPr/>
          </p:nvSpPr>
          <p:spPr>
            <a:xfrm>
              <a:off x="6146875" y="1767300"/>
              <a:ext cx="74150" cy="57475"/>
            </a:xfrm>
            <a:custGeom>
              <a:avLst/>
              <a:gdLst/>
              <a:ahLst/>
              <a:cxnLst/>
              <a:rect l="l" t="t" r="r" b="b"/>
              <a:pathLst>
                <a:path w="2966" h="2299" extrusionOk="0">
                  <a:moveTo>
                    <a:pt x="1477" y="1"/>
                  </a:moveTo>
                  <a:cubicBezTo>
                    <a:pt x="1" y="1"/>
                    <a:pt x="1" y="2299"/>
                    <a:pt x="1477" y="2299"/>
                  </a:cubicBezTo>
                  <a:cubicBezTo>
                    <a:pt x="2966" y="2299"/>
                    <a:pt x="2966" y="1"/>
                    <a:pt x="1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71"/>
            <p:cNvSpPr/>
            <p:nvPr/>
          </p:nvSpPr>
          <p:spPr>
            <a:xfrm>
              <a:off x="6403775" y="1767300"/>
              <a:ext cx="74125" cy="57475"/>
            </a:xfrm>
            <a:custGeom>
              <a:avLst/>
              <a:gdLst/>
              <a:ahLst/>
              <a:cxnLst/>
              <a:rect l="l" t="t" r="r" b="b"/>
              <a:pathLst>
                <a:path w="2965" h="2299" extrusionOk="0">
                  <a:moveTo>
                    <a:pt x="1488" y="1"/>
                  </a:moveTo>
                  <a:cubicBezTo>
                    <a:pt x="0" y="1"/>
                    <a:pt x="0" y="2299"/>
                    <a:pt x="1488" y="2299"/>
                  </a:cubicBezTo>
                  <a:cubicBezTo>
                    <a:pt x="2965" y="2299"/>
                    <a:pt x="2965" y="1"/>
                    <a:pt x="14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0" name="Google Shape;1570;p71"/>
          <p:cNvGrpSpPr/>
          <p:nvPr/>
        </p:nvGrpSpPr>
        <p:grpSpPr>
          <a:xfrm flipH="1">
            <a:off x="4439685" y="3298774"/>
            <a:ext cx="264654" cy="45951"/>
            <a:chOff x="6146875" y="1767300"/>
            <a:chExt cx="331025" cy="57475"/>
          </a:xfrm>
        </p:grpSpPr>
        <p:sp>
          <p:nvSpPr>
            <p:cNvPr id="1571" name="Google Shape;1571;p71"/>
            <p:cNvSpPr/>
            <p:nvPr/>
          </p:nvSpPr>
          <p:spPr>
            <a:xfrm>
              <a:off x="6277250" y="1767300"/>
              <a:ext cx="74150" cy="57475"/>
            </a:xfrm>
            <a:custGeom>
              <a:avLst/>
              <a:gdLst/>
              <a:ahLst/>
              <a:cxnLst/>
              <a:rect l="l" t="t" r="r" b="b"/>
              <a:pathLst>
                <a:path w="2966" h="2299" extrusionOk="0">
                  <a:moveTo>
                    <a:pt x="1477" y="1"/>
                  </a:moveTo>
                  <a:cubicBezTo>
                    <a:pt x="1" y="1"/>
                    <a:pt x="1" y="2299"/>
                    <a:pt x="1477" y="2299"/>
                  </a:cubicBezTo>
                  <a:cubicBezTo>
                    <a:pt x="2966" y="2299"/>
                    <a:pt x="2966" y="1"/>
                    <a:pt x="1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71"/>
            <p:cNvSpPr/>
            <p:nvPr/>
          </p:nvSpPr>
          <p:spPr>
            <a:xfrm>
              <a:off x="6146875" y="1767300"/>
              <a:ext cx="74150" cy="57475"/>
            </a:xfrm>
            <a:custGeom>
              <a:avLst/>
              <a:gdLst/>
              <a:ahLst/>
              <a:cxnLst/>
              <a:rect l="l" t="t" r="r" b="b"/>
              <a:pathLst>
                <a:path w="2966" h="2299" extrusionOk="0">
                  <a:moveTo>
                    <a:pt x="1477" y="1"/>
                  </a:moveTo>
                  <a:cubicBezTo>
                    <a:pt x="1" y="1"/>
                    <a:pt x="1" y="2299"/>
                    <a:pt x="1477" y="2299"/>
                  </a:cubicBezTo>
                  <a:cubicBezTo>
                    <a:pt x="2966" y="2299"/>
                    <a:pt x="2966" y="1"/>
                    <a:pt x="1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71"/>
            <p:cNvSpPr/>
            <p:nvPr/>
          </p:nvSpPr>
          <p:spPr>
            <a:xfrm>
              <a:off x="6403775" y="1767300"/>
              <a:ext cx="74125" cy="57475"/>
            </a:xfrm>
            <a:custGeom>
              <a:avLst/>
              <a:gdLst/>
              <a:ahLst/>
              <a:cxnLst/>
              <a:rect l="l" t="t" r="r" b="b"/>
              <a:pathLst>
                <a:path w="2965" h="2299" extrusionOk="0">
                  <a:moveTo>
                    <a:pt x="1488" y="1"/>
                  </a:moveTo>
                  <a:cubicBezTo>
                    <a:pt x="0" y="1"/>
                    <a:pt x="0" y="2299"/>
                    <a:pt x="1488" y="2299"/>
                  </a:cubicBezTo>
                  <a:cubicBezTo>
                    <a:pt x="2965" y="2299"/>
                    <a:pt x="2965" y="1"/>
                    <a:pt x="14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4" name="Google Shape;1574;p71"/>
          <p:cNvGrpSpPr/>
          <p:nvPr/>
        </p:nvGrpSpPr>
        <p:grpSpPr>
          <a:xfrm flipH="1">
            <a:off x="6046735" y="3298774"/>
            <a:ext cx="264654" cy="45951"/>
            <a:chOff x="6146875" y="1767300"/>
            <a:chExt cx="331025" cy="57475"/>
          </a:xfrm>
        </p:grpSpPr>
        <p:sp>
          <p:nvSpPr>
            <p:cNvPr id="1575" name="Google Shape;1575;p71"/>
            <p:cNvSpPr/>
            <p:nvPr/>
          </p:nvSpPr>
          <p:spPr>
            <a:xfrm>
              <a:off x="6277250" y="1767300"/>
              <a:ext cx="74150" cy="57475"/>
            </a:xfrm>
            <a:custGeom>
              <a:avLst/>
              <a:gdLst/>
              <a:ahLst/>
              <a:cxnLst/>
              <a:rect l="l" t="t" r="r" b="b"/>
              <a:pathLst>
                <a:path w="2966" h="2299" extrusionOk="0">
                  <a:moveTo>
                    <a:pt x="1477" y="1"/>
                  </a:moveTo>
                  <a:cubicBezTo>
                    <a:pt x="1" y="1"/>
                    <a:pt x="1" y="2299"/>
                    <a:pt x="1477" y="2299"/>
                  </a:cubicBezTo>
                  <a:cubicBezTo>
                    <a:pt x="2966" y="2299"/>
                    <a:pt x="2966" y="1"/>
                    <a:pt x="1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71"/>
            <p:cNvSpPr/>
            <p:nvPr/>
          </p:nvSpPr>
          <p:spPr>
            <a:xfrm>
              <a:off x="6146875" y="1767300"/>
              <a:ext cx="74150" cy="57475"/>
            </a:xfrm>
            <a:custGeom>
              <a:avLst/>
              <a:gdLst/>
              <a:ahLst/>
              <a:cxnLst/>
              <a:rect l="l" t="t" r="r" b="b"/>
              <a:pathLst>
                <a:path w="2966" h="2299" extrusionOk="0">
                  <a:moveTo>
                    <a:pt x="1477" y="1"/>
                  </a:moveTo>
                  <a:cubicBezTo>
                    <a:pt x="1" y="1"/>
                    <a:pt x="1" y="2299"/>
                    <a:pt x="1477" y="2299"/>
                  </a:cubicBezTo>
                  <a:cubicBezTo>
                    <a:pt x="2966" y="2299"/>
                    <a:pt x="2966" y="1"/>
                    <a:pt x="1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71"/>
            <p:cNvSpPr/>
            <p:nvPr/>
          </p:nvSpPr>
          <p:spPr>
            <a:xfrm>
              <a:off x="6403775" y="1767300"/>
              <a:ext cx="74125" cy="57475"/>
            </a:xfrm>
            <a:custGeom>
              <a:avLst/>
              <a:gdLst/>
              <a:ahLst/>
              <a:cxnLst/>
              <a:rect l="l" t="t" r="r" b="b"/>
              <a:pathLst>
                <a:path w="2965" h="2299" extrusionOk="0">
                  <a:moveTo>
                    <a:pt x="1488" y="1"/>
                  </a:moveTo>
                  <a:cubicBezTo>
                    <a:pt x="0" y="1"/>
                    <a:pt x="0" y="2299"/>
                    <a:pt x="1488" y="2299"/>
                  </a:cubicBezTo>
                  <a:cubicBezTo>
                    <a:pt x="2965" y="2299"/>
                    <a:pt x="2965" y="1"/>
                    <a:pt x="14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8" name="Google Shape;1578;p71"/>
          <p:cNvGrpSpPr/>
          <p:nvPr/>
        </p:nvGrpSpPr>
        <p:grpSpPr>
          <a:xfrm flipH="1">
            <a:off x="7653785" y="3298774"/>
            <a:ext cx="264654" cy="45951"/>
            <a:chOff x="6146875" y="1767300"/>
            <a:chExt cx="331025" cy="57475"/>
          </a:xfrm>
        </p:grpSpPr>
        <p:sp>
          <p:nvSpPr>
            <p:cNvPr id="1579" name="Google Shape;1579;p71"/>
            <p:cNvSpPr/>
            <p:nvPr/>
          </p:nvSpPr>
          <p:spPr>
            <a:xfrm>
              <a:off x="6277250" y="1767300"/>
              <a:ext cx="74150" cy="57475"/>
            </a:xfrm>
            <a:custGeom>
              <a:avLst/>
              <a:gdLst/>
              <a:ahLst/>
              <a:cxnLst/>
              <a:rect l="l" t="t" r="r" b="b"/>
              <a:pathLst>
                <a:path w="2966" h="2299" extrusionOk="0">
                  <a:moveTo>
                    <a:pt x="1477" y="1"/>
                  </a:moveTo>
                  <a:cubicBezTo>
                    <a:pt x="1" y="1"/>
                    <a:pt x="1" y="2299"/>
                    <a:pt x="1477" y="2299"/>
                  </a:cubicBezTo>
                  <a:cubicBezTo>
                    <a:pt x="2966" y="2299"/>
                    <a:pt x="2966" y="1"/>
                    <a:pt x="1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71"/>
            <p:cNvSpPr/>
            <p:nvPr/>
          </p:nvSpPr>
          <p:spPr>
            <a:xfrm>
              <a:off x="6146875" y="1767300"/>
              <a:ext cx="74150" cy="57475"/>
            </a:xfrm>
            <a:custGeom>
              <a:avLst/>
              <a:gdLst/>
              <a:ahLst/>
              <a:cxnLst/>
              <a:rect l="l" t="t" r="r" b="b"/>
              <a:pathLst>
                <a:path w="2966" h="2299" extrusionOk="0">
                  <a:moveTo>
                    <a:pt x="1477" y="1"/>
                  </a:moveTo>
                  <a:cubicBezTo>
                    <a:pt x="1" y="1"/>
                    <a:pt x="1" y="2299"/>
                    <a:pt x="1477" y="2299"/>
                  </a:cubicBezTo>
                  <a:cubicBezTo>
                    <a:pt x="2966" y="2299"/>
                    <a:pt x="2966" y="1"/>
                    <a:pt x="1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71"/>
            <p:cNvSpPr/>
            <p:nvPr/>
          </p:nvSpPr>
          <p:spPr>
            <a:xfrm>
              <a:off x="6403775" y="1767300"/>
              <a:ext cx="74125" cy="57475"/>
            </a:xfrm>
            <a:custGeom>
              <a:avLst/>
              <a:gdLst/>
              <a:ahLst/>
              <a:cxnLst/>
              <a:rect l="l" t="t" r="r" b="b"/>
              <a:pathLst>
                <a:path w="2965" h="2299" extrusionOk="0">
                  <a:moveTo>
                    <a:pt x="1488" y="1"/>
                  </a:moveTo>
                  <a:cubicBezTo>
                    <a:pt x="0" y="1"/>
                    <a:pt x="0" y="2299"/>
                    <a:pt x="1488" y="2299"/>
                  </a:cubicBezTo>
                  <a:cubicBezTo>
                    <a:pt x="2965" y="2299"/>
                    <a:pt x="2965" y="1"/>
                    <a:pt x="14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859;p53">
            <a:extLst>
              <a:ext uri="{FF2B5EF4-FFF2-40B4-BE49-F238E27FC236}">
                <a16:creationId xmlns:a16="http://schemas.microsoft.com/office/drawing/2014/main" id="{6111DB95-6C8B-A4C6-E26D-79E61DADE978}"/>
              </a:ext>
            </a:extLst>
          </p:cNvPr>
          <p:cNvSpPr txBox="1">
            <a:spLocks/>
          </p:cNvSpPr>
          <p:nvPr/>
        </p:nvSpPr>
        <p:spPr>
          <a:xfrm>
            <a:off x="259026" y="891662"/>
            <a:ext cx="2569231" cy="527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l"/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Economía Lineal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80F3536-46CE-6648-58FB-D32043C25A6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691201" y="1735185"/>
            <a:ext cx="486600" cy="409768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1C48D23-65AB-3005-650D-A87B047CB40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259652" y="1730864"/>
            <a:ext cx="499937" cy="414089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5C27E5A-6F34-4C00-89B7-2C7D68F4BE7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56757" y="1560156"/>
            <a:ext cx="490246" cy="500904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0DA8E9D4-5854-4191-E31B-C0E615FE6A7D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639259" y="1530303"/>
            <a:ext cx="429244" cy="539621"/>
          </a:xfrm>
          <a:prstGeom prst="rect">
            <a:avLst/>
          </a:prstGeom>
        </p:spPr>
      </p:pic>
      <p:sp>
        <p:nvSpPr>
          <p:cNvPr id="32" name="Google Shape;1361;p65">
            <a:extLst>
              <a:ext uri="{FF2B5EF4-FFF2-40B4-BE49-F238E27FC236}">
                <a16:creationId xmlns:a16="http://schemas.microsoft.com/office/drawing/2014/main" id="{5E30D04B-EF49-A63B-BDA3-28ABB70E5F4A}"/>
              </a:ext>
            </a:extLst>
          </p:cNvPr>
          <p:cNvSpPr/>
          <p:nvPr/>
        </p:nvSpPr>
        <p:spPr>
          <a:xfrm>
            <a:off x="169040" y="1530303"/>
            <a:ext cx="2025875" cy="3613197"/>
          </a:xfrm>
          <a:prstGeom prst="round2SameRect">
            <a:avLst>
              <a:gd name="adj1" fmla="val 7284"/>
              <a:gd name="adj2" fmla="val 0"/>
            </a:avLst>
          </a:prstGeom>
          <a:solidFill>
            <a:srgbClr val="CAF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" name="Google Shape;2302;p89">
            <a:extLst>
              <a:ext uri="{FF2B5EF4-FFF2-40B4-BE49-F238E27FC236}">
                <a16:creationId xmlns:a16="http://schemas.microsoft.com/office/drawing/2014/main" id="{A805AE2E-4172-4AB1-F421-2B28F52C5688}"/>
              </a:ext>
            </a:extLst>
          </p:cNvPr>
          <p:cNvGrpSpPr/>
          <p:nvPr/>
        </p:nvGrpSpPr>
        <p:grpSpPr>
          <a:xfrm flipH="1">
            <a:off x="2005056" y="1353857"/>
            <a:ext cx="446222" cy="77476"/>
            <a:chOff x="6146875" y="1767300"/>
            <a:chExt cx="331025" cy="57475"/>
          </a:xfrm>
        </p:grpSpPr>
        <p:sp>
          <p:nvSpPr>
            <p:cNvPr id="28" name="Google Shape;2303;p89">
              <a:extLst>
                <a:ext uri="{FF2B5EF4-FFF2-40B4-BE49-F238E27FC236}">
                  <a16:creationId xmlns:a16="http://schemas.microsoft.com/office/drawing/2014/main" id="{75640FE0-7B23-55FA-BE6C-4A11380F2889}"/>
                </a:ext>
              </a:extLst>
            </p:cNvPr>
            <p:cNvSpPr/>
            <p:nvPr/>
          </p:nvSpPr>
          <p:spPr>
            <a:xfrm>
              <a:off x="6277250" y="1767300"/>
              <a:ext cx="74150" cy="57475"/>
            </a:xfrm>
            <a:custGeom>
              <a:avLst/>
              <a:gdLst/>
              <a:ahLst/>
              <a:cxnLst/>
              <a:rect l="l" t="t" r="r" b="b"/>
              <a:pathLst>
                <a:path w="2966" h="2299" extrusionOk="0">
                  <a:moveTo>
                    <a:pt x="1477" y="1"/>
                  </a:moveTo>
                  <a:cubicBezTo>
                    <a:pt x="1" y="1"/>
                    <a:pt x="1" y="2299"/>
                    <a:pt x="1477" y="2299"/>
                  </a:cubicBezTo>
                  <a:cubicBezTo>
                    <a:pt x="2966" y="2299"/>
                    <a:pt x="2966" y="1"/>
                    <a:pt x="1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304;p89">
              <a:extLst>
                <a:ext uri="{FF2B5EF4-FFF2-40B4-BE49-F238E27FC236}">
                  <a16:creationId xmlns:a16="http://schemas.microsoft.com/office/drawing/2014/main" id="{C9C46951-E02C-9A92-1E11-56D5284231D2}"/>
                </a:ext>
              </a:extLst>
            </p:cNvPr>
            <p:cNvSpPr/>
            <p:nvPr/>
          </p:nvSpPr>
          <p:spPr>
            <a:xfrm>
              <a:off x="6146875" y="1767300"/>
              <a:ext cx="74150" cy="57475"/>
            </a:xfrm>
            <a:custGeom>
              <a:avLst/>
              <a:gdLst/>
              <a:ahLst/>
              <a:cxnLst/>
              <a:rect l="l" t="t" r="r" b="b"/>
              <a:pathLst>
                <a:path w="2966" h="2299" extrusionOk="0">
                  <a:moveTo>
                    <a:pt x="1477" y="1"/>
                  </a:moveTo>
                  <a:cubicBezTo>
                    <a:pt x="1" y="1"/>
                    <a:pt x="1" y="2299"/>
                    <a:pt x="1477" y="2299"/>
                  </a:cubicBezTo>
                  <a:cubicBezTo>
                    <a:pt x="2966" y="2299"/>
                    <a:pt x="2966" y="1"/>
                    <a:pt x="1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305;p89">
              <a:extLst>
                <a:ext uri="{FF2B5EF4-FFF2-40B4-BE49-F238E27FC236}">
                  <a16:creationId xmlns:a16="http://schemas.microsoft.com/office/drawing/2014/main" id="{67DAD20E-8C89-6461-6DE4-C0280AE7538D}"/>
                </a:ext>
              </a:extLst>
            </p:cNvPr>
            <p:cNvSpPr/>
            <p:nvPr/>
          </p:nvSpPr>
          <p:spPr>
            <a:xfrm>
              <a:off x="6403775" y="1767300"/>
              <a:ext cx="74125" cy="57475"/>
            </a:xfrm>
            <a:custGeom>
              <a:avLst/>
              <a:gdLst/>
              <a:ahLst/>
              <a:cxnLst/>
              <a:rect l="l" t="t" r="r" b="b"/>
              <a:pathLst>
                <a:path w="2965" h="2299" extrusionOk="0">
                  <a:moveTo>
                    <a:pt x="1488" y="1"/>
                  </a:moveTo>
                  <a:cubicBezTo>
                    <a:pt x="0" y="1"/>
                    <a:pt x="0" y="2299"/>
                    <a:pt x="1488" y="2299"/>
                  </a:cubicBezTo>
                  <a:cubicBezTo>
                    <a:pt x="2965" y="2299"/>
                    <a:pt x="2965" y="1"/>
                    <a:pt x="14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850;p52">
            <a:extLst>
              <a:ext uri="{FF2B5EF4-FFF2-40B4-BE49-F238E27FC236}">
                <a16:creationId xmlns:a16="http://schemas.microsoft.com/office/drawing/2014/main" id="{1EEBE67B-402C-23B7-D607-FCB4DC3C3C28}"/>
              </a:ext>
            </a:extLst>
          </p:cNvPr>
          <p:cNvSpPr txBox="1">
            <a:spLocks/>
          </p:cNvSpPr>
          <p:nvPr/>
        </p:nvSpPr>
        <p:spPr>
          <a:xfrm>
            <a:off x="259026" y="1687995"/>
            <a:ext cx="1943396" cy="3124129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es-ES" sz="1200" dirty="0"/>
              <a:t>Es el modelo económico tradicional donde se </a:t>
            </a:r>
            <a:r>
              <a:rPr lang="es-ES" sz="1200" b="1" dirty="0"/>
              <a:t>extraen</a:t>
            </a:r>
            <a:r>
              <a:rPr lang="es-ES" sz="1200" dirty="0"/>
              <a:t> las materias primas, se </a:t>
            </a:r>
            <a:r>
              <a:rPr lang="es-ES" sz="1200" b="1" dirty="0"/>
              <a:t>fabrican</a:t>
            </a:r>
            <a:r>
              <a:rPr lang="es-ES" sz="1200" dirty="0"/>
              <a:t> los productos, se </a:t>
            </a:r>
            <a:r>
              <a:rPr lang="es-ES" sz="1200" b="1" dirty="0"/>
              <a:t>consumen</a:t>
            </a:r>
            <a:r>
              <a:rPr lang="es-ES" sz="1200" dirty="0"/>
              <a:t> y posteriormente se </a:t>
            </a:r>
            <a:r>
              <a:rPr lang="es-ES" sz="1200" b="1" dirty="0"/>
              <a:t>desechan</a:t>
            </a:r>
            <a:r>
              <a:rPr lang="es-ES" sz="1200" dirty="0"/>
              <a:t>, sin tener en cuenta la huella ambiental ni sus consecuencias.</a:t>
            </a:r>
          </a:p>
          <a:p>
            <a:pPr>
              <a:buSzPts val="1100"/>
            </a:pPr>
            <a:endParaRPr lang="es-ES" sz="1200" dirty="0"/>
          </a:p>
          <a:p>
            <a:pPr>
              <a:buSzPts val="1100"/>
            </a:pPr>
            <a:r>
              <a:rPr lang="es-ES" sz="1200" dirty="0"/>
              <a:t>Prioriza el </a:t>
            </a:r>
            <a:r>
              <a:rPr lang="es-ES" sz="1200" b="1" dirty="0"/>
              <a:t>beneficio económico</a:t>
            </a:r>
            <a:r>
              <a:rPr lang="es-ES" sz="1200" dirty="0"/>
              <a:t> y el bajo coste de producción, obviando por completo</a:t>
            </a:r>
            <a:br>
              <a:rPr lang="es-ES" sz="1200" dirty="0"/>
            </a:br>
            <a:r>
              <a:rPr lang="es-ES" sz="1200" dirty="0"/>
              <a:t>la sostenibilidad.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6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3000"/>
                                        <p:tgtEl>
                                          <p:spTgt spid="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5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000"/>
                            </p:stCondLst>
                            <p:childTnLst>
                              <p:par>
                                <p:cTn id="36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500"/>
                            </p:stCondLst>
                            <p:childTnLst>
                              <p:par>
                                <p:cTn id="57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5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5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950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0"/>
                            </p:stCondLst>
                            <p:childTnLst>
                              <p:par>
                                <p:cTn id="7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5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5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1000"/>
                            </p:stCondLst>
                            <p:childTnLst>
                              <p:par>
                                <p:cTn id="9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1500"/>
                            </p:stCondLst>
                            <p:childTnLst>
                              <p:par>
                                <p:cTn id="9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" grpId="0"/>
      <p:bldP spid="1554" grpId="0"/>
      <p:bldP spid="1555" grpId="0"/>
      <p:bldP spid="1556" grpId="0"/>
      <p:bldP spid="1557" grpId="0"/>
      <p:bldP spid="1558" grpId="0"/>
      <p:bldP spid="1559" grpId="0"/>
      <p:bldP spid="1560" grpId="0"/>
      <p:bldP spid="1561" grpId="0"/>
      <p:bldP spid="2" grpId="0"/>
      <p:bldP spid="32" grpId="0" animBg="1"/>
      <p:bldP spid="5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6" name="Google Shape;3436;p103"/>
          <p:cNvSpPr/>
          <p:nvPr/>
        </p:nvSpPr>
        <p:spPr>
          <a:xfrm rot="5400000">
            <a:off x="2036757" y="-1040227"/>
            <a:ext cx="385345" cy="4447200"/>
          </a:xfrm>
          <a:prstGeom prst="round2SameRect">
            <a:avLst>
              <a:gd name="adj1" fmla="val 1515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9" name="Google Shape;3439;p103"/>
          <p:cNvSpPr txBox="1">
            <a:spLocks noGrp="1"/>
          </p:cNvSpPr>
          <p:nvPr>
            <p:ph type="title" idx="8"/>
          </p:nvPr>
        </p:nvSpPr>
        <p:spPr>
          <a:xfrm>
            <a:off x="720000" y="117107"/>
            <a:ext cx="7704000" cy="5724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Procesos reales basados en Economía Lineal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40" name="Google Shape;3440;p103"/>
          <p:cNvSpPr txBox="1">
            <a:spLocks noGrp="1"/>
          </p:cNvSpPr>
          <p:nvPr>
            <p:ph type="title"/>
          </p:nvPr>
        </p:nvSpPr>
        <p:spPr>
          <a:xfrm>
            <a:off x="-13309" y="986668"/>
            <a:ext cx="908058" cy="461700"/>
          </a:xfrm>
          <a:prstGeom prst="rect">
            <a:avLst/>
          </a:prstGeom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SHEIN</a:t>
            </a:r>
            <a:endParaRPr dirty="0"/>
          </a:p>
        </p:txBody>
      </p:sp>
      <p:sp>
        <p:nvSpPr>
          <p:cNvPr id="3441" name="Google Shape;3441;p103"/>
          <p:cNvSpPr txBox="1">
            <a:spLocks noGrp="1"/>
          </p:cNvSpPr>
          <p:nvPr>
            <p:ph type="subTitle" idx="1"/>
          </p:nvPr>
        </p:nvSpPr>
        <p:spPr>
          <a:xfrm>
            <a:off x="-27999" y="1349048"/>
            <a:ext cx="4074771" cy="7908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Creador de la “</a:t>
            </a:r>
            <a:r>
              <a:rPr lang="en" sz="1200" b="1" dirty="0"/>
              <a:t>moda ultrarrápida</a:t>
            </a:r>
            <a:r>
              <a:rPr lang="en" sz="1200" dirty="0"/>
              <a:t>” y de baja calidad.</a:t>
            </a:r>
            <a:br>
              <a:rPr lang="en" sz="1200" dirty="0"/>
            </a:br>
            <a:r>
              <a:rPr lang="en" sz="1200" dirty="0"/>
              <a:t>Su modelo de negocio de </a:t>
            </a:r>
            <a:r>
              <a:rPr lang="en" sz="1200" b="1" dirty="0"/>
              <a:t>usar y tirar</a:t>
            </a:r>
            <a:r>
              <a:rPr lang="en" sz="1200" dirty="0"/>
              <a:t> las prendas es una práctica muy perjudicial para el entorno</a:t>
            </a:r>
            <a:endParaRPr sz="1200" dirty="0"/>
          </a:p>
        </p:txBody>
      </p:sp>
      <p:sp>
        <p:nvSpPr>
          <p:cNvPr id="4" name="Google Shape;3441;p103">
            <a:extLst>
              <a:ext uri="{FF2B5EF4-FFF2-40B4-BE49-F238E27FC236}">
                <a16:creationId xmlns:a16="http://schemas.microsoft.com/office/drawing/2014/main" id="{F900E7D1-6690-5785-9B01-BCBD1E387025}"/>
              </a:ext>
            </a:extLst>
          </p:cNvPr>
          <p:cNvSpPr txBox="1">
            <a:spLocks/>
          </p:cNvSpPr>
          <p:nvPr/>
        </p:nvSpPr>
        <p:spPr>
          <a:xfrm>
            <a:off x="416758" y="2452686"/>
            <a:ext cx="4074771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es-ES" sz="1200" dirty="0"/>
              <a:t>Empresa de carbón. Sus emisiones de </a:t>
            </a:r>
            <a:r>
              <a:rPr lang="es-ES" sz="1200" b="1" dirty="0"/>
              <a:t>CO2 </a:t>
            </a:r>
            <a:r>
              <a:rPr lang="es-ES" sz="1200" dirty="0"/>
              <a:t>superan las </a:t>
            </a:r>
            <a:r>
              <a:rPr lang="es-ES" sz="1200" b="1" dirty="0"/>
              <a:t>2 millones de toneladas</a:t>
            </a:r>
            <a:r>
              <a:rPr lang="es-ES" sz="1200" dirty="0"/>
              <a:t>. Financia campañas de </a:t>
            </a:r>
            <a:r>
              <a:rPr lang="es-ES" sz="1200" b="1" dirty="0"/>
              <a:t>desinformación</a:t>
            </a:r>
            <a:r>
              <a:rPr lang="es-ES" sz="1200" dirty="0"/>
              <a:t> sobre el cambio climático </a:t>
            </a:r>
          </a:p>
        </p:txBody>
      </p:sp>
      <p:sp>
        <p:nvSpPr>
          <p:cNvPr id="5" name="Google Shape;3441;p103">
            <a:extLst>
              <a:ext uri="{FF2B5EF4-FFF2-40B4-BE49-F238E27FC236}">
                <a16:creationId xmlns:a16="http://schemas.microsoft.com/office/drawing/2014/main" id="{35BD7996-7963-7124-69A9-B92E6515F07A}"/>
              </a:ext>
            </a:extLst>
          </p:cNvPr>
          <p:cNvSpPr txBox="1">
            <a:spLocks/>
          </p:cNvSpPr>
          <p:nvPr/>
        </p:nvSpPr>
        <p:spPr>
          <a:xfrm>
            <a:off x="0" y="3573338"/>
            <a:ext cx="4074771" cy="1083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 algn="l"/>
            <a:r>
              <a:rPr lang="es-ES" sz="1200" dirty="0"/>
              <a:t>Con la explotación de petróleo y gas han generado un impacto </a:t>
            </a:r>
            <a:r>
              <a:rPr lang="es-ES" sz="1200" b="1" dirty="0"/>
              <a:t>negativo</a:t>
            </a:r>
            <a:r>
              <a:rPr lang="es-ES" sz="1200" dirty="0"/>
              <a:t> en la </a:t>
            </a:r>
            <a:r>
              <a:rPr lang="es-ES" sz="1200" b="1" dirty="0"/>
              <a:t>calidad del aire </a:t>
            </a:r>
            <a:r>
              <a:rPr lang="es-ES" sz="1200" dirty="0"/>
              <a:t>y la salud  pública. Responsable del </a:t>
            </a:r>
            <a:r>
              <a:rPr lang="es-ES" sz="1200" b="1" dirty="0"/>
              <a:t>derrame</a:t>
            </a:r>
            <a:r>
              <a:rPr lang="es-ES" sz="1200" dirty="0"/>
              <a:t> del</a:t>
            </a:r>
            <a:br>
              <a:rPr lang="es-ES" sz="1200" dirty="0"/>
            </a:br>
            <a:r>
              <a:rPr lang="es-ES" sz="1200" b="1" dirty="0" err="1"/>
              <a:t>Deepwater</a:t>
            </a:r>
            <a:r>
              <a:rPr lang="es-ES" sz="1200" b="1" dirty="0"/>
              <a:t> </a:t>
            </a:r>
            <a:r>
              <a:rPr lang="es-ES" sz="1200" b="1" dirty="0" err="1"/>
              <a:t>Horizon</a:t>
            </a:r>
            <a:r>
              <a:rPr lang="es-ES" sz="1200" b="1" dirty="0"/>
              <a:t> </a:t>
            </a:r>
            <a:r>
              <a:rPr lang="es-ES" sz="1200" dirty="0"/>
              <a:t>en 2010 que duró </a:t>
            </a:r>
            <a:r>
              <a:rPr lang="es-ES" sz="1200" b="1" dirty="0"/>
              <a:t>87 días</a:t>
            </a:r>
            <a:r>
              <a:rPr lang="es-ES" sz="1200" dirty="0"/>
              <a:t>,</a:t>
            </a:r>
            <a:br>
              <a:rPr lang="es-ES" sz="1200" dirty="0"/>
            </a:br>
            <a:r>
              <a:rPr lang="es-ES" sz="1200" dirty="0"/>
              <a:t>mató a 11 personas y millones de criaturas marinas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90A9AF7-2046-52D6-1E20-0165D63AD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72" y="689507"/>
            <a:ext cx="4453993" cy="4453993"/>
          </a:xfrm>
          <a:prstGeom prst="rect">
            <a:avLst/>
          </a:prstGeom>
        </p:spPr>
      </p:pic>
      <p:sp>
        <p:nvSpPr>
          <p:cNvPr id="16" name="Google Shape;3436;p103">
            <a:extLst>
              <a:ext uri="{FF2B5EF4-FFF2-40B4-BE49-F238E27FC236}">
                <a16:creationId xmlns:a16="http://schemas.microsoft.com/office/drawing/2014/main" id="{2316B811-3F43-967F-E88F-E88DEBAC40EB}"/>
              </a:ext>
            </a:extLst>
          </p:cNvPr>
          <p:cNvSpPr/>
          <p:nvPr/>
        </p:nvSpPr>
        <p:spPr>
          <a:xfrm rot="5400000">
            <a:off x="2030926" y="82981"/>
            <a:ext cx="385345" cy="4447200"/>
          </a:xfrm>
          <a:prstGeom prst="round2SameRect">
            <a:avLst>
              <a:gd name="adj1" fmla="val 15150"/>
              <a:gd name="adj2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2" name="Google Shape;3442;p103"/>
          <p:cNvSpPr txBox="1">
            <a:spLocks noGrp="1"/>
          </p:cNvSpPr>
          <p:nvPr>
            <p:ph type="title" idx="2"/>
          </p:nvPr>
        </p:nvSpPr>
        <p:spPr>
          <a:xfrm>
            <a:off x="2198200" y="2078916"/>
            <a:ext cx="2246400" cy="461700"/>
          </a:xfrm>
          <a:prstGeom prst="rect">
            <a:avLst/>
          </a:prstGeom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algn="r"/>
            <a:r>
              <a:rPr lang="es-ES" dirty="0"/>
              <a:t>PEABODY ENERGY</a:t>
            </a:r>
          </a:p>
        </p:txBody>
      </p:sp>
      <p:sp>
        <p:nvSpPr>
          <p:cNvPr id="17" name="Google Shape;3436;p103">
            <a:extLst>
              <a:ext uri="{FF2B5EF4-FFF2-40B4-BE49-F238E27FC236}">
                <a16:creationId xmlns:a16="http://schemas.microsoft.com/office/drawing/2014/main" id="{A1BFE4FB-8D24-76C5-BB64-DE5AFBA263BA}"/>
              </a:ext>
            </a:extLst>
          </p:cNvPr>
          <p:cNvSpPr/>
          <p:nvPr/>
        </p:nvSpPr>
        <p:spPr>
          <a:xfrm rot="5400000">
            <a:off x="2030927" y="1237310"/>
            <a:ext cx="385345" cy="4447200"/>
          </a:xfrm>
          <a:prstGeom prst="round2SameRect">
            <a:avLst>
              <a:gd name="adj1" fmla="val 15150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4" name="Google Shape;3444;p103"/>
          <p:cNvSpPr txBox="1">
            <a:spLocks noGrp="1"/>
          </p:cNvSpPr>
          <p:nvPr>
            <p:ph type="title" idx="4"/>
          </p:nvPr>
        </p:nvSpPr>
        <p:spPr>
          <a:xfrm>
            <a:off x="-25400" y="3230060"/>
            <a:ext cx="607337" cy="461700"/>
          </a:xfrm>
          <a:prstGeom prst="rect">
            <a:avLst/>
          </a:prstGeom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BP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6" grpId="0" animBg="1"/>
      <p:bldP spid="3439" grpId="0"/>
      <p:bldP spid="3440" grpId="0"/>
      <p:bldP spid="3441" grpId="0" build="p"/>
      <p:bldP spid="4" grpId="0"/>
      <p:bldP spid="5" grpId="0"/>
      <p:bldP spid="16" grpId="0" animBg="1"/>
      <p:bldP spid="3442" grpId="0"/>
      <p:bldP spid="17" grpId="0" animBg="1"/>
      <p:bldP spid="34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4324;p114">
            <a:extLst>
              <a:ext uri="{FF2B5EF4-FFF2-40B4-BE49-F238E27FC236}">
                <a16:creationId xmlns:a16="http://schemas.microsoft.com/office/drawing/2014/main" id="{799F0986-C146-E55E-75E1-6FACE0CF4AD7}"/>
              </a:ext>
            </a:extLst>
          </p:cNvPr>
          <p:cNvGrpSpPr/>
          <p:nvPr/>
        </p:nvGrpSpPr>
        <p:grpSpPr>
          <a:xfrm>
            <a:off x="-66123" y="2888489"/>
            <a:ext cx="3124724" cy="2329247"/>
            <a:chOff x="2318050" y="2618500"/>
            <a:chExt cx="1886100" cy="1556775"/>
          </a:xfrm>
        </p:grpSpPr>
        <p:sp>
          <p:nvSpPr>
            <p:cNvPr id="19" name="Google Shape;4325;p114">
              <a:extLst>
                <a:ext uri="{FF2B5EF4-FFF2-40B4-BE49-F238E27FC236}">
                  <a16:creationId xmlns:a16="http://schemas.microsoft.com/office/drawing/2014/main" id="{867ACCF8-E0F3-E045-F4F4-E5107BC60CDA}"/>
                </a:ext>
              </a:extLst>
            </p:cNvPr>
            <p:cNvSpPr/>
            <p:nvPr/>
          </p:nvSpPr>
          <p:spPr>
            <a:xfrm>
              <a:off x="3681500" y="3773025"/>
              <a:ext cx="241925" cy="205600"/>
            </a:xfrm>
            <a:custGeom>
              <a:avLst/>
              <a:gdLst/>
              <a:ahLst/>
              <a:cxnLst/>
              <a:rect l="l" t="t" r="r" b="b"/>
              <a:pathLst>
                <a:path w="9677" h="8224" extrusionOk="0">
                  <a:moveTo>
                    <a:pt x="0" y="0"/>
                  </a:moveTo>
                  <a:cubicBezTo>
                    <a:pt x="1432" y="1711"/>
                    <a:pt x="2690" y="8224"/>
                    <a:pt x="9476" y="8224"/>
                  </a:cubicBezTo>
                  <a:cubicBezTo>
                    <a:pt x="9542" y="8224"/>
                    <a:pt x="9609" y="8223"/>
                    <a:pt x="9677" y="8222"/>
                  </a:cubicBezTo>
                  <a:cubicBezTo>
                    <a:pt x="7374" y="112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437C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4326;p114">
              <a:extLst>
                <a:ext uri="{FF2B5EF4-FFF2-40B4-BE49-F238E27FC236}">
                  <a16:creationId xmlns:a16="http://schemas.microsoft.com/office/drawing/2014/main" id="{ABE7D8E1-0715-0786-433E-5D2FCD8D3CB6}"/>
                </a:ext>
              </a:extLst>
            </p:cNvPr>
            <p:cNvSpPr/>
            <p:nvPr/>
          </p:nvSpPr>
          <p:spPr>
            <a:xfrm>
              <a:off x="3681500" y="3773025"/>
              <a:ext cx="241925" cy="205550"/>
            </a:xfrm>
            <a:custGeom>
              <a:avLst/>
              <a:gdLst/>
              <a:ahLst/>
              <a:cxnLst/>
              <a:rect l="l" t="t" r="r" b="b"/>
              <a:pathLst>
                <a:path w="9677" h="8222" fill="none" extrusionOk="0">
                  <a:moveTo>
                    <a:pt x="0" y="0"/>
                  </a:moveTo>
                  <a:cubicBezTo>
                    <a:pt x="0" y="0"/>
                    <a:pt x="7119" y="4528"/>
                    <a:pt x="9677" y="8222"/>
                  </a:cubicBezTo>
                </a:path>
              </a:pathLst>
            </a:custGeom>
            <a:noFill/>
            <a:ln w="400" cap="flat" cmpd="sng">
              <a:solidFill>
                <a:srgbClr val="204800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327;p114">
              <a:extLst>
                <a:ext uri="{FF2B5EF4-FFF2-40B4-BE49-F238E27FC236}">
                  <a16:creationId xmlns:a16="http://schemas.microsoft.com/office/drawing/2014/main" id="{2E930D28-96E5-00F7-ACE1-2DF64FD29F43}"/>
                </a:ext>
              </a:extLst>
            </p:cNvPr>
            <p:cNvSpPr/>
            <p:nvPr/>
          </p:nvSpPr>
          <p:spPr>
            <a:xfrm>
              <a:off x="3731450" y="3849900"/>
              <a:ext cx="56325" cy="13900"/>
            </a:xfrm>
            <a:custGeom>
              <a:avLst/>
              <a:gdLst/>
              <a:ahLst/>
              <a:cxnLst/>
              <a:rect l="l" t="t" r="r" b="b"/>
              <a:pathLst>
                <a:path w="2253" h="556" fill="none" extrusionOk="0">
                  <a:moveTo>
                    <a:pt x="2252" y="1"/>
                  </a:moveTo>
                  <a:cubicBezTo>
                    <a:pt x="2252" y="1"/>
                    <a:pt x="867" y="10"/>
                    <a:pt x="0" y="556"/>
                  </a:cubicBezTo>
                </a:path>
              </a:pathLst>
            </a:custGeom>
            <a:noFill/>
            <a:ln w="400" cap="flat" cmpd="sng">
              <a:solidFill>
                <a:srgbClr val="204800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328;p114">
              <a:extLst>
                <a:ext uri="{FF2B5EF4-FFF2-40B4-BE49-F238E27FC236}">
                  <a16:creationId xmlns:a16="http://schemas.microsoft.com/office/drawing/2014/main" id="{48C20B9B-BC34-06B2-5DDB-6E5C462B712E}"/>
                </a:ext>
              </a:extLst>
            </p:cNvPr>
            <p:cNvSpPr/>
            <p:nvPr/>
          </p:nvSpPr>
          <p:spPr>
            <a:xfrm>
              <a:off x="3786575" y="3905275"/>
              <a:ext cx="79725" cy="27100"/>
            </a:xfrm>
            <a:custGeom>
              <a:avLst/>
              <a:gdLst/>
              <a:ahLst/>
              <a:cxnLst/>
              <a:rect l="l" t="t" r="r" b="b"/>
              <a:pathLst>
                <a:path w="3189" h="1084" fill="none" extrusionOk="0">
                  <a:moveTo>
                    <a:pt x="3189" y="375"/>
                  </a:moveTo>
                  <a:cubicBezTo>
                    <a:pt x="3189" y="375"/>
                    <a:pt x="1527" y="1"/>
                    <a:pt x="1" y="1083"/>
                  </a:cubicBezTo>
                </a:path>
              </a:pathLst>
            </a:custGeom>
            <a:noFill/>
            <a:ln w="400" cap="flat" cmpd="sng">
              <a:solidFill>
                <a:srgbClr val="204800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329;p114">
              <a:extLst>
                <a:ext uri="{FF2B5EF4-FFF2-40B4-BE49-F238E27FC236}">
                  <a16:creationId xmlns:a16="http://schemas.microsoft.com/office/drawing/2014/main" id="{50AAE50C-A891-7915-DDA2-7B4110B40B58}"/>
                </a:ext>
              </a:extLst>
            </p:cNvPr>
            <p:cNvSpPr/>
            <p:nvPr/>
          </p:nvSpPr>
          <p:spPr>
            <a:xfrm>
              <a:off x="3816150" y="3837725"/>
              <a:ext cx="8350" cy="38925"/>
            </a:xfrm>
            <a:custGeom>
              <a:avLst/>
              <a:gdLst/>
              <a:ahLst/>
              <a:cxnLst/>
              <a:rect l="l" t="t" r="r" b="b"/>
              <a:pathLst>
                <a:path w="334" h="1557" fill="none" extrusionOk="0">
                  <a:moveTo>
                    <a:pt x="283" y="1556"/>
                  </a:moveTo>
                  <a:cubicBezTo>
                    <a:pt x="283" y="1556"/>
                    <a:pt x="0" y="736"/>
                    <a:pt x="333" y="0"/>
                  </a:cubicBezTo>
                </a:path>
              </a:pathLst>
            </a:custGeom>
            <a:noFill/>
            <a:ln w="925" cap="flat" cmpd="sng">
              <a:solidFill>
                <a:srgbClr val="3C3049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330;p114">
              <a:extLst>
                <a:ext uri="{FF2B5EF4-FFF2-40B4-BE49-F238E27FC236}">
                  <a16:creationId xmlns:a16="http://schemas.microsoft.com/office/drawing/2014/main" id="{8C2F3E5D-4C0B-AC33-1F3C-F7AD583BD59C}"/>
                </a:ext>
              </a:extLst>
            </p:cNvPr>
            <p:cNvSpPr/>
            <p:nvPr/>
          </p:nvSpPr>
          <p:spPr>
            <a:xfrm>
              <a:off x="3743175" y="3792600"/>
              <a:ext cx="9625" cy="29525"/>
            </a:xfrm>
            <a:custGeom>
              <a:avLst/>
              <a:gdLst/>
              <a:ahLst/>
              <a:cxnLst/>
              <a:rect l="l" t="t" r="r" b="b"/>
              <a:pathLst>
                <a:path w="385" h="1181" fill="none" extrusionOk="0">
                  <a:moveTo>
                    <a:pt x="384" y="1181"/>
                  </a:moveTo>
                  <a:cubicBezTo>
                    <a:pt x="384" y="1181"/>
                    <a:pt x="1" y="378"/>
                    <a:pt x="118" y="1"/>
                  </a:cubicBezTo>
                </a:path>
              </a:pathLst>
            </a:custGeom>
            <a:noFill/>
            <a:ln w="400" cap="flat" cmpd="sng">
              <a:solidFill>
                <a:srgbClr val="204800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331;p114">
              <a:extLst>
                <a:ext uri="{FF2B5EF4-FFF2-40B4-BE49-F238E27FC236}">
                  <a16:creationId xmlns:a16="http://schemas.microsoft.com/office/drawing/2014/main" id="{7308A03C-2D39-8271-A397-0EBD2CB148AE}"/>
                </a:ext>
              </a:extLst>
            </p:cNvPr>
            <p:cNvSpPr/>
            <p:nvPr/>
          </p:nvSpPr>
          <p:spPr>
            <a:xfrm>
              <a:off x="3806475" y="3831750"/>
              <a:ext cx="59675" cy="8425"/>
            </a:xfrm>
            <a:custGeom>
              <a:avLst/>
              <a:gdLst/>
              <a:ahLst/>
              <a:cxnLst/>
              <a:rect l="l" t="t" r="r" b="b"/>
              <a:pathLst>
                <a:path w="2387" h="337" fill="none" extrusionOk="0">
                  <a:moveTo>
                    <a:pt x="2387" y="336"/>
                  </a:moveTo>
                  <a:cubicBezTo>
                    <a:pt x="2387" y="336"/>
                    <a:pt x="976" y="0"/>
                    <a:pt x="1" y="311"/>
                  </a:cubicBezTo>
                </a:path>
              </a:pathLst>
            </a:custGeom>
            <a:noFill/>
            <a:ln w="600" cap="flat" cmpd="sng">
              <a:solidFill>
                <a:srgbClr val="0E5952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332;p114">
              <a:extLst>
                <a:ext uri="{FF2B5EF4-FFF2-40B4-BE49-F238E27FC236}">
                  <a16:creationId xmlns:a16="http://schemas.microsoft.com/office/drawing/2014/main" id="{C422DB27-14B4-9004-52C8-1D80A1AB8F56}"/>
                </a:ext>
              </a:extLst>
            </p:cNvPr>
            <p:cNvSpPr/>
            <p:nvPr/>
          </p:nvSpPr>
          <p:spPr>
            <a:xfrm>
              <a:off x="2378525" y="2751175"/>
              <a:ext cx="384025" cy="131425"/>
            </a:xfrm>
            <a:custGeom>
              <a:avLst/>
              <a:gdLst/>
              <a:ahLst/>
              <a:cxnLst/>
              <a:rect l="l" t="t" r="r" b="b"/>
              <a:pathLst>
                <a:path w="15361" h="5257" extrusionOk="0">
                  <a:moveTo>
                    <a:pt x="9982" y="0"/>
                  </a:moveTo>
                  <a:cubicBezTo>
                    <a:pt x="8698" y="0"/>
                    <a:pt x="7843" y="1357"/>
                    <a:pt x="7594" y="2214"/>
                  </a:cubicBezTo>
                  <a:cubicBezTo>
                    <a:pt x="7291" y="1889"/>
                    <a:pt x="7074" y="1780"/>
                    <a:pt x="6920" y="1780"/>
                  </a:cubicBezTo>
                  <a:cubicBezTo>
                    <a:pt x="6648" y="1780"/>
                    <a:pt x="6570" y="2121"/>
                    <a:pt x="6551" y="2214"/>
                  </a:cubicBezTo>
                  <a:cubicBezTo>
                    <a:pt x="5928" y="1534"/>
                    <a:pt x="5200" y="1297"/>
                    <a:pt x="4559" y="1297"/>
                  </a:cubicBezTo>
                  <a:cubicBezTo>
                    <a:pt x="3888" y="1297"/>
                    <a:pt x="3311" y="1555"/>
                    <a:pt x="3044" y="1837"/>
                  </a:cubicBezTo>
                  <a:cubicBezTo>
                    <a:pt x="2522" y="2387"/>
                    <a:pt x="2638" y="3691"/>
                    <a:pt x="2638" y="3691"/>
                  </a:cubicBezTo>
                  <a:cubicBezTo>
                    <a:pt x="2638" y="3691"/>
                    <a:pt x="1866" y="3361"/>
                    <a:pt x="1214" y="3361"/>
                  </a:cubicBezTo>
                  <a:cubicBezTo>
                    <a:pt x="864" y="3361"/>
                    <a:pt x="549" y="3456"/>
                    <a:pt x="407" y="3750"/>
                  </a:cubicBezTo>
                  <a:cubicBezTo>
                    <a:pt x="1" y="4589"/>
                    <a:pt x="725" y="4880"/>
                    <a:pt x="725" y="4880"/>
                  </a:cubicBezTo>
                  <a:cubicBezTo>
                    <a:pt x="725" y="4880"/>
                    <a:pt x="663" y="4868"/>
                    <a:pt x="575" y="4868"/>
                  </a:cubicBezTo>
                  <a:cubicBezTo>
                    <a:pt x="389" y="4868"/>
                    <a:pt x="89" y="4922"/>
                    <a:pt x="30" y="5256"/>
                  </a:cubicBezTo>
                  <a:lnTo>
                    <a:pt x="15361" y="5256"/>
                  </a:lnTo>
                  <a:cubicBezTo>
                    <a:pt x="15361" y="5256"/>
                    <a:pt x="15307" y="4587"/>
                    <a:pt x="14223" y="4587"/>
                  </a:cubicBezTo>
                  <a:cubicBezTo>
                    <a:pt x="14179" y="4587"/>
                    <a:pt x="14133" y="4588"/>
                    <a:pt x="14086" y="4590"/>
                  </a:cubicBezTo>
                  <a:cubicBezTo>
                    <a:pt x="14046" y="3784"/>
                    <a:pt x="13261" y="3192"/>
                    <a:pt x="12417" y="3192"/>
                  </a:cubicBezTo>
                  <a:cubicBezTo>
                    <a:pt x="12015" y="3192"/>
                    <a:pt x="11601" y="3326"/>
                    <a:pt x="11246" y="3633"/>
                  </a:cubicBezTo>
                  <a:cubicBezTo>
                    <a:pt x="12058" y="1633"/>
                    <a:pt x="11564" y="157"/>
                    <a:pt x="10174" y="10"/>
                  </a:cubicBezTo>
                  <a:cubicBezTo>
                    <a:pt x="10109" y="4"/>
                    <a:pt x="10045" y="0"/>
                    <a:pt x="99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4333;p114">
              <a:extLst>
                <a:ext uri="{FF2B5EF4-FFF2-40B4-BE49-F238E27FC236}">
                  <a16:creationId xmlns:a16="http://schemas.microsoft.com/office/drawing/2014/main" id="{92948953-A70C-728B-4D98-BAA232EEFF6A}"/>
                </a:ext>
              </a:extLst>
            </p:cNvPr>
            <p:cNvSpPr/>
            <p:nvPr/>
          </p:nvSpPr>
          <p:spPr>
            <a:xfrm>
              <a:off x="3438050" y="3073950"/>
              <a:ext cx="384025" cy="131400"/>
            </a:xfrm>
            <a:custGeom>
              <a:avLst/>
              <a:gdLst/>
              <a:ahLst/>
              <a:cxnLst/>
              <a:rect l="l" t="t" r="r" b="b"/>
              <a:pathLst>
                <a:path w="15361" h="5256" extrusionOk="0">
                  <a:moveTo>
                    <a:pt x="9981" y="1"/>
                  </a:moveTo>
                  <a:cubicBezTo>
                    <a:pt x="8697" y="1"/>
                    <a:pt x="7842" y="1357"/>
                    <a:pt x="7594" y="2213"/>
                  </a:cubicBezTo>
                  <a:cubicBezTo>
                    <a:pt x="7290" y="1889"/>
                    <a:pt x="7074" y="1780"/>
                    <a:pt x="6920" y="1780"/>
                  </a:cubicBezTo>
                  <a:cubicBezTo>
                    <a:pt x="6647" y="1780"/>
                    <a:pt x="6569" y="2121"/>
                    <a:pt x="6550" y="2213"/>
                  </a:cubicBezTo>
                  <a:cubicBezTo>
                    <a:pt x="5927" y="1533"/>
                    <a:pt x="5200" y="1296"/>
                    <a:pt x="4558" y="1296"/>
                  </a:cubicBezTo>
                  <a:cubicBezTo>
                    <a:pt x="3887" y="1296"/>
                    <a:pt x="3310" y="1555"/>
                    <a:pt x="3044" y="1837"/>
                  </a:cubicBezTo>
                  <a:cubicBezTo>
                    <a:pt x="2521" y="2388"/>
                    <a:pt x="2638" y="3692"/>
                    <a:pt x="2638" y="3692"/>
                  </a:cubicBezTo>
                  <a:cubicBezTo>
                    <a:pt x="2638" y="3692"/>
                    <a:pt x="1865" y="3360"/>
                    <a:pt x="1213" y="3360"/>
                  </a:cubicBezTo>
                  <a:cubicBezTo>
                    <a:pt x="863" y="3360"/>
                    <a:pt x="548" y="3456"/>
                    <a:pt x="406" y="3750"/>
                  </a:cubicBezTo>
                  <a:cubicBezTo>
                    <a:pt x="0" y="4590"/>
                    <a:pt x="725" y="4880"/>
                    <a:pt x="725" y="4880"/>
                  </a:cubicBezTo>
                  <a:cubicBezTo>
                    <a:pt x="725" y="4880"/>
                    <a:pt x="663" y="4868"/>
                    <a:pt x="576" y="4868"/>
                  </a:cubicBezTo>
                  <a:cubicBezTo>
                    <a:pt x="389" y="4868"/>
                    <a:pt x="89" y="4921"/>
                    <a:pt x="29" y="5256"/>
                  </a:cubicBezTo>
                  <a:lnTo>
                    <a:pt x="15361" y="5256"/>
                  </a:lnTo>
                  <a:cubicBezTo>
                    <a:pt x="15361" y="5256"/>
                    <a:pt x="15307" y="4587"/>
                    <a:pt x="14221" y="4587"/>
                  </a:cubicBezTo>
                  <a:cubicBezTo>
                    <a:pt x="14178" y="4587"/>
                    <a:pt x="14133" y="4588"/>
                    <a:pt x="14086" y="4590"/>
                  </a:cubicBezTo>
                  <a:cubicBezTo>
                    <a:pt x="14046" y="3784"/>
                    <a:pt x="13261" y="3192"/>
                    <a:pt x="12416" y="3192"/>
                  </a:cubicBezTo>
                  <a:cubicBezTo>
                    <a:pt x="12015" y="3192"/>
                    <a:pt x="11600" y="3325"/>
                    <a:pt x="11246" y="3633"/>
                  </a:cubicBezTo>
                  <a:cubicBezTo>
                    <a:pt x="12057" y="1633"/>
                    <a:pt x="11563" y="156"/>
                    <a:pt x="10173" y="11"/>
                  </a:cubicBezTo>
                  <a:cubicBezTo>
                    <a:pt x="10108" y="4"/>
                    <a:pt x="10044" y="1"/>
                    <a:pt x="99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334;p114">
              <a:extLst>
                <a:ext uri="{FF2B5EF4-FFF2-40B4-BE49-F238E27FC236}">
                  <a16:creationId xmlns:a16="http://schemas.microsoft.com/office/drawing/2014/main" id="{0389809A-E1D9-B553-1027-637A29D1A513}"/>
                </a:ext>
              </a:extLst>
            </p:cNvPr>
            <p:cNvSpPr/>
            <p:nvPr/>
          </p:nvSpPr>
          <p:spPr>
            <a:xfrm>
              <a:off x="2318050" y="3606375"/>
              <a:ext cx="927300" cy="568875"/>
            </a:xfrm>
            <a:custGeom>
              <a:avLst/>
              <a:gdLst/>
              <a:ahLst/>
              <a:cxnLst/>
              <a:rect l="l" t="t" r="r" b="b"/>
              <a:pathLst>
                <a:path w="37092" h="22755" extrusionOk="0">
                  <a:moveTo>
                    <a:pt x="14478" y="1"/>
                  </a:moveTo>
                  <a:cubicBezTo>
                    <a:pt x="14289" y="1"/>
                    <a:pt x="14099" y="4"/>
                    <a:pt x="13907" y="9"/>
                  </a:cubicBezTo>
                  <a:cubicBezTo>
                    <a:pt x="1" y="399"/>
                    <a:pt x="22411" y="10976"/>
                    <a:pt x="22411" y="10976"/>
                  </a:cubicBezTo>
                  <a:cubicBezTo>
                    <a:pt x="22411" y="10976"/>
                    <a:pt x="12322" y="13337"/>
                    <a:pt x="8348" y="16080"/>
                  </a:cubicBezTo>
                  <a:cubicBezTo>
                    <a:pt x="4376" y="18822"/>
                    <a:pt x="22958" y="22755"/>
                    <a:pt x="31856" y="22755"/>
                  </a:cubicBezTo>
                  <a:cubicBezTo>
                    <a:pt x="37091" y="17519"/>
                    <a:pt x="35684" y="13622"/>
                    <a:pt x="35684" y="13622"/>
                  </a:cubicBezTo>
                  <a:cubicBezTo>
                    <a:pt x="35684" y="13622"/>
                    <a:pt x="28028" y="1"/>
                    <a:pt x="144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335;p114">
              <a:extLst>
                <a:ext uri="{FF2B5EF4-FFF2-40B4-BE49-F238E27FC236}">
                  <a16:creationId xmlns:a16="http://schemas.microsoft.com/office/drawing/2014/main" id="{E804041A-3945-8D47-99CF-5B4D9E3BF9AE}"/>
                </a:ext>
              </a:extLst>
            </p:cNvPr>
            <p:cNvSpPr/>
            <p:nvPr/>
          </p:nvSpPr>
          <p:spPr>
            <a:xfrm>
              <a:off x="2613675" y="3653775"/>
              <a:ext cx="513000" cy="179550"/>
            </a:xfrm>
            <a:custGeom>
              <a:avLst/>
              <a:gdLst/>
              <a:ahLst/>
              <a:cxnLst/>
              <a:rect l="l" t="t" r="r" b="b"/>
              <a:pathLst>
                <a:path w="20520" h="7182" fill="none" extrusionOk="0">
                  <a:moveTo>
                    <a:pt x="1" y="1"/>
                  </a:moveTo>
                  <a:cubicBezTo>
                    <a:pt x="1" y="1"/>
                    <a:pt x="13558" y="2445"/>
                    <a:pt x="20519" y="7182"/>
                  </a:cubicBezTo>
                </a:path>
              </a:pathLst>
            </a:custGeom>
            <a:noFill/>
            <a:ln w="7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336;p114">
              <a:extLst>
                <a:ext uri="{FF2B5EF4-FFF2-40B4-BE49-F238E27FC236}">
                  <a16:creationId xmlns:a16="http://schemas.microsoft.com/office/drawing/2014/main" id="{16EB07F3-0968-1AD0-F33F-12418BF24C5A}"/>
                </a:ext>
              </a:extLst>
            </p:cNvPr>
            <p:cNvSpPr/>
            <p:nvPr/>
          </p:nvSpPr>
          <p:spPr>
            <a:xfrm>
              <a:off x="2576425" y="3939150"/>
              <a:ext cx="643950" cy="97350"/>
            </a:xfrm>
            <a:custGeom>
              <a:avLst/>
              <a:gdLst/>
              <a:ahLst/>
              <a:cxnLst/>
              <a:rect l="l" t="t" r="r" b="b"/>
              <a:pathLst>
                <a:path w="25758" h="3894" fill="none" extrusionOk="0">
                  <a:moveTo>
                    <a:pt x="1" y="3545"/>
                  </a:moveTo>
                  <a:cubicBezTo>
                    <a:pt x="1" y="3545"/>
                    <a:pt x="17579" y="0"/>
                    <a:pt x="25757" y="3894"/>
                  </a:cubicBezTo>
                </a:path>
              </a:pathLst>
            </a:custGeom>
            <a:noFill/>
            <a:ln w="7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337;p114">
              <a:extLst>
                <a:ext uri="{FF2B5EF4-FFF2-40B4-BE49-F238E27FC236}">
                  <a16:creationId xmlns:a16="http://schemas.microsoft.com/office/drawing/2014/main" id="{B0A3C209-9708-9AF1-C5EB-3F2267B91C14}"/>
                </a:ext>
              </a:extLst>
            </p:cNvPr>
            <p:cNvSpPr/>
            <p:nvPr/>
          </p:nvSpPr>
          <p:spPr>
            <a:xfrm>
              <a:off x="2815425" y="3598000"/>
              <a:ext cx="387350" cy="575475"/>
            </a:xfrm>
            <a:custGeom>
              <a:avLst/>
              <a:gdLst/>
              <a:ahLst/>
              <a:cxnLst/>
              <a:rect l="l" t="t" r="r" b="b"/>
              <a:pathLst>
                <a:path w="15494" h="23019" extrusionOk="0">
                  <a:moveTo>
                    <a:pt x="8130" y="0"/>
                  </a:moveTo>
                  <a:cubicBezTo>
                    <a:pt x="7522" y="0"/>
                    <a:pt x="6952" y="264"/>
                    <a:pt x="6457" y="894"/>
                  </a:cubicBezTo>
                  <a:cubicBezTo>
                    <a:pt x="3387" y="4796"/>
                    <a:pt x="13037" y="13660"/>
                    <a:pt x="13037" y="13660"/>
                  </a:cubicBezTo>
                  <a:cubicBezTo>
                    <a:pt x="13037" y="13660"/>
                    <a:pt x="2149" y="14852"/>
                    <a:pt x="1075" y="17688"/>
                  </a:cubicBezTo>
                  <a:cubicBezTo>
                    <a:pt x="1" y="20524"/>
                    <a:pt x="9088" y="23019"/>
                    <a:pt x="14726" y="23019"/>
                  </a:cubicBezTo>
                  <a:cubicBezTo>
                    <a:pt x="14726" y="16054"/>
                    <a:pt x="15494" y="7142"/>
                    <a:pt x="15494" y="7142"/>
                  </a:cubicBezTo>
                  <a:cubicBezTo>
                    <a:pt x="15494" y="7142"/>
                    <a:pt x="11295" y="0"/>
                    <a:pt x="81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338;p114">
              <a:extLst>
                <a:ext uri="{FF2B5EF4-FFF2-40B4-BE49-F238E27FC236}">
                  <a16:creationId xmlns:a16="http://schemas.microsoft.com/office/drawing/2014/main" id="{6F68CD93-12E0-48E7-B0FE-DE7F2383D837}"/>
                </a:ext>
              </a:extLst>
            </p:cNvPr>
            <p:cNvSpPr/>
            <p:nvPr/>
          </p:nvSpPr>
          <p:spPr>
            <a:xfrm>
              <a:off x="2996475" y="3653775"/>
              <a:ext cx="159350" cy="172900"/>
            </a:xfrm>
            <a:custGeom>
              <a:avLst/>
              <a:gdLst/>
              <a:ahLst/>
              <a:cxnLst/>
              <a:rect l="l" t="t" r="r" b="b"/>
              <a:pathLst>
                <a:path w="6374" h="6916" fill="none" extrusionOk="0">
                  <a:moveTo>
                    <a:pt x="1" y="1"/>
                  </a:moveTo>
                  <a:cubicBezTo>
                    <a:pt x="1" y="1"/>
                    <a:pt x="4202" y="2106"/>
                    <a:pt x="6373" y="6916"/>
                  </a:cubicBezTo>
                </a:path>
              </a:pathLst>
            </a:custGeom>
            <a:noFill/>
            <a:ln w="7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339;p114">
              <a:extLst>
                <a:ext uri="{FF2B5EF4-FFF2-40B4-BE49-F238E27FC236}">
                  <a16:creationId xmlns:a16="http://schemas.microsoft.com/office/drawing/2014/main" id="{8F3FCD65-7214-8AEA-8922-D0A913F88FED}"/>
                </a:ext>
              </a:extLst>
            </p:cNvPr>
            <p:cNvSpPr/>
            <p:nvPr/>
          </p:nvSpPr>
          <p:spPr>
            <a:xfrm>
              <a:off x="2929550" y="4019025"/>
              <a:ext cx="232500" cy="32100"/>
            </a:xfrm>
            <a:custGeom>
              <a:avLst/>
              <a:gdLst/>
              <a:ahLst/>
              <a:cxnLst/>
              <a:rect l="l" t="t" r="r" b="b"/>
              <a:pathLst>
                <a:path w="9300" h="1284" fill="none" extrusionOk="0">
                  <a:moveTo>
                    <a:pt x="0" y="1283"/>
                  </a:moveTo>
                  <a:cubicBezTo>
                    <a:pt x="0" y="1283"/>
                    <a:pt x="4327" y="1"/>
                    <a:pt x="9300" y="1219"/>
                  </a:cubicBezTo>
                </a:path>
              </a:pathLst>
            </a:custGeom>
            <a:noFill/>
            <a:ln w="7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340;p114">
              <a:extLst>
                <a:ext uri="{FF2B5EF4-FFF2-40B4-BE49-F238E27FC236}">
                  <a16:creationId xmlns:a16="http://schemas.microsoft.com/office/drawing/2014/main" id="{83742DA9-347D-525A-572E-47062DF0DBCF}"/>
                </a:ext>
              </a:extLst>
            </p:cNvPr>
            <p:cNvSpPr/>
            <p:nvPr/>
          </p:nvSpPr>
          <p:spPr>
            <a:xfrm>
              <a:off x="3722700" y="3263500"/>
              <a:ext cx="60900" cy="67575"/>
            </a:xfrm>
            <a:custGeom>
              <a:avLst/>
              <a:gdLst/>
              <a:ahLst/>
              <a:cxnLst/>
              <a:rect l="l" t="t" r="r" b="b"/>
              <a:pathLst>
                <a:path w="2436" h="2703" extrusionOk="0">
                  <a:moveTo>
                    <a:pt x="991" y="0"/>
                  </a:moveTo>
                  <a:cubicBezTo>
                    <a:pt x="1" y="0"/>
                    <a:pt x="189" y="1783"/>
                    <a:pt x="1683" y="2702"/>
                  </a:cubicBezTo>
                  <a:cubicBezTo>
                    <a:pt x="1683" y="2702"/>
                    <a:pt x="2435" y="298"/>
                    <a:pt x="1208" y="26"/>
                  </a:cubicBezTo>
                  <a:cubicBezTo>
                    <a:pt x="1130" y="8"/>
                    <a:pt x="1058" y="0"/>
                    <a:pt x="9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4341;p114">
              <a:extLst>
                <a:ext uri="{FF2B5EF4-FFF2-40B4-BE49-F238E27FC236}">
                  <a16:creationId xmlns:a16="http://schemas.microsoft.com/office/drawing/2014/main" id="{FCEF8E4C-7089-642B-0597-4B515E4E1DB9}"/>
                </a:ext>
              </a:extLst>
            </p:cNvPr>
            <p:cNvSpPr/>
            <p:nvPr/>
          </p:nvSpPr>
          <p:spPr>
            <a:xfrm>
              <a:off x="3672125" y="3374150"/>
              <a:ext cx="64775" cy="68650"/>
            </a:xfrm>
            <a:custGeom>
              <a:avLst/>
              <a:gdLst/>
              <a:ahLst/>
              <a:cxnLst/>
              <a:rect l="l" t="t" r="r" b="b"/>
              <a:pathLst>
                <a:path w="2591" h="2746" extrusionOk="0">
                  <a:moveTo>
                    <a:pt x="1227" y="1"/>
                  </a:moveTo>
                  <a:cubicBezTo>
                    <a:pt x="541" y="1"/>
                    <a:pt x="0" y="1371"/>
                    <a:pt x="622" y="2746"/>
                  </a:cubicBezTo>
                  <a:cubicBezTo>
                    <a:pt x="622" y="2746"/>
                    <a:pt x="2591" y="1163"/>
                    <a:pt x="1729" y="254"/>
                  </a:cubicBezTo>
                  <a:cubicBezTo>
                    <a:pt x="1562" y="79"/>
                    <a:pt x="1390" y="1"/>
                    <a:pt x="12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4342;p114">
              <a:extLst>
                <a:ext uri="{FF2B5EF4-FFF2-40B4-BE49-F238E27FC236}">
                  <a16:creationId xmlns:a16="http://schemas.microsoft.com/office/drawing/2014/main" id="{B24FE319-6F7E-1115-82D8-CCDE5B3CAC35}"/>
                </a:ext>
              </a:extLst>
            </p:cNvPr>
            <p:cNvSpPr/>
            <p:nvPr/>
          </p:nvSpPr>
          <p:spPr>
            <a:xfrm>
              <a:off x="3788225" y="3295250"/>
              <a:ext cx="64775" cy="68625"/>
            </a:xfrm>
            <a:custGeom>
              <a:avLst/>
              <a:gdLst/>
              <a:ahLst/>
              <a:cxnLst/>
              <a:rect l="l" t="t" r="r" b="b"/>
              <a:pathLst>
                <a:path w="2591" h="2745" extrusionOk="0">
                  <a:moveTo>
                    <a:pt x="1226" y="1"/>
                  </a:moveTo>
                  <a:cubicBezTo>
                    <a:pt x="541" y="1"/>
                    <a:pt x="1" y="1371"/>
                    <a:pt x="621" y="2745"/>
                  </a:cubicBezTo>
                  <a:cubicBezTo>
                    <a:pt x="621" y="2745"/>
                    <a:pt x="2591" y="1162"/>
                    <a:pt x="1728" y="254"/>
                  </a:cubicBezTo>
                  <a:cubicBezTo>
                    <a:pt x="1562" y="79"/>
                    <a:pt x="1390" y="1"/>
                    <a:pt x="12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4343;p114">
              <a:extLst>
                <a:ext uri="{FF2B5EF4-FFF2-40B4-BE49-F238E27FC236}">
                  <a16:creationId xmlns:a16="http://schemas.microsoft.com/office/drawing/2014/main" id="{B89F0A22-CC4C-8CD1-4769-D98750911C16}"/>
                </a:ext>
              </a:extLst>
            </p:cNvPr>
            <p:cNvSpPr/>
            <p:nvPr/>
          </p:nvSpPr>
          <p:spPr>
            <a:xfrm>
              <a:off x="3685825" y="3489325"/>
              <a:ext cx="73000" cy="37225"/>
            </a:xfrm>
            <a:custGeom>
              <a:avLst/>
              <a:gdLst/>
              <a:ahLst/>
              <a:cxnLst/>
              <a:rect l="l" t="t" r="r" b="b"/>
              <a:pathLst>
                <a:path w="2920" h="1489" extrusionOk="0">
                  <a:moveTo>
                    <a:pt x="1983" y="1"/>
                  </a:moveTo>
                  <a:cubicBezTo>
                    <a:pt x="1392" y="1"/>
                    <a:pt x="588" y="349"/>
                    <a:pt x="1" y="1108"/>
                  </a:cubicBezTo>
                  <a:cubicBezTo>
                    <a:pt x="1" y="1108"/>
                    <a:pt x="900" y="1488"/>
                    <a:pt x="1676" y="1488"/>
                  </a:cubicBezTo>
                  <a:cubicBezTo>
                    <a:pt x="2146" y="1488"/>
                    <a:pt x="2571" y="1349"/>
                    <a:pt x="2723" y="900"/>
                  </a:cubicBezTo>
                  <a:cubicBezTo>
                    <a:pt x="2920" y="319"/>
                    <a:pt x="2549" y="1"/>
                    <a:pt x="19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344;p114">
              <a:extLst>
                <a:ext uri="{FF2B5EF4-FFF2-40B4-BE49-F238E27FC236}">
                  <a16:creationId xmlns:a16="http://schemas.microsoft.com/office/drawing/2014/main" id="{FF936101-9326-DA72-04D8-5A742D48ABF3}"/>
                </a:ext>
              </a:extLst>
            </p:cNvPr>
            <p:cNvSpPr/>
            <p:nvPr/>
          </p:nvSpPr>
          <p:spPr>
            <a:xfrm>
              <a:off x="3595500" y="3311800"/>
              <a:ext cx="191950" cy="281850"/>
            </a:xfrm>
            <a:custGeom>
              <a:avLst/>
              <a:gdLst/>
              <a:ahLst/>
              <a:cxnLst/>
              <a:rect l="l" t="t" r="r" b="b"/>
              <a:pathLst>
                <a:path w="7678" h="11274" fill="none" extrusionOk="0">
                  <a:moveTo>
                    <a:pt x="243" y="11273"/>
                  </a:moveTo>
                  <a:cubicBezTo>
                    <a:pt x="243" y="11273"/>
                    <a:pt x="1" y="8402"/>
                    <a:pt x="3840" y="6675"/>
                  </a:cubicBezTo>
                  <a:cubicBezTo>
                    <a:pt x="7678" y="4948"/>
                    <a:pt x="6786" y="864"/>
                    <a:pt x="6544" y="0"/>
                  </a:cubicBezTo>
                </a:path>
              </a:pathLst>
            </a:custGeom>
            <a:noFill/>
            <a:ln w="1425" cap="rnd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4345;p114">
              <a:extLst>
                <a:ext uri="{FF2B5EF4-FFF2-40B4-BE49-F238E27FC236}">
                  <a16:creationId xmlns:a16="http://schemas.microsoft.com/office/drawing/2014/main" id="{3AD3E53E-CF5E-1820-FA7B-B63A57CF04FB}"/>
                </a:ext>
              </a:extLst>
            </p:cNvPr>
            <p:cNvSpPr/>
            <p:nvPr/>
          </p:nvSpPr>
          <p:spPr>
            <a:xfrm>
              <a:off x="3761200" y="3342100"/>
              <a:ext cx="48525" cy="60300"/>
            </a:xfrm>
            <a:custGeom>
              <a:avLst/>
              <a:gdLst/>
              <a:ahLst/>
              <a:cxnLst/>
              <a:rect l="l" t="t" r="r" b="b"/>
              <a:pathLst>
                <a:path w="1941" h="2412" fill="none" extrusionOk="0">
                  <a:moveTo>
                    <a:pt x="0" y="2411"/>
                  </a:moveTo>
                  <a:cubicBezTo>
                    <a:pt x="0" y="2411"/>
                    <a:pt x="1527" y="1429"/>
                    <a:pt x="1941" y="1"/>
                  </a:cubicBezTo>
                </a:path>
              </a:pathLst>
            </a:custGeom>
            <a:noFill/>
            <a:ln w="1425" cap="rnd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346;p114">
              <a:extLst>
                <a:ext uri="{FF2B5EF4-FFF2-40B4-BE49-F238E27FC236}">
                  <a16:creationId xmlns:a16="http://schemas.microsoft.com/office/drawing/2014/main" id="{EA087FCE-0400-4D70-1D09-44DED16217EF}"/>
                </a:ext>
              </a:extLst>
            </p:cNvPr>
            <p:cNvSpPr/>
            <p:nvPr/>
          </p:nvSpPr>
          <p:spPr>
            <a:xfrm>
              <a:off x="3677500" y="3413050"/>
              <a:ext cx="18700" cy="65625"/>
            </a:xfrm>
            <a:custGeom>
              <a:avLst/>
              <a:gdLst/>
              <a:ahLst/>
              <a:cxnLst/>
              <a:rect l="l" t="t" r="r" b="b"/>
              <a:pathLst>
                <a:path w="748" h="2625" fill="none" extrusionOk="0">
                  <a:moveTo>
                    <a:pt x="560" y="2625"/>
                  </a:moveTo>
                  <a:cubicBezTo>
                    <a:pt x="560" y="2625"/>
                    <a:pt x="1" y="1246"/>
                    <a:pt x="748" y="1"/>
                  </a:cubicBezTo>
                </a:path>
              </a:pathLst>
            </a:custGeom>
            <a:noFill/>
            <a:ln w="1425" cap="rnd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347;p114">
              <a:extLst>
                <a:ext uri="{FF2B5EF4-FFF2-40B4-BE49-F238E27FC236}">
                  <a16:creationId xmlns:a16="http://schemas.microsoft.com/office/drawing/2014/main" id="{FB5988BD-88C7-23D0-D9DC-48B4F2A06539}"/>
                </a:ext>
              </a:extLst>
            </p:cNvPr>
            <p:cNvSpPr/>
            <p:nvPr/>
          </p:nvSpPr>
          <p:spPr>
            <a:xfrm>
              <a:off x="3636575" y="3506450"/>
              <a:ext cx="82775" cy="22700"/>
            </a:xfrm>
            <a:custGeom>
              <a:avLst/>
              <a:gdLst/>
              <a:ahLst/>
              <a:cxnLst/>
              <a:rect l="l" t="t" r="r" b="b"/>
              <a:pathLst>
                <a:path w="3311" h="908" fill="none" extrusionOk="0">
                  <a:moveTo>
                    <a:pt x="0" y="352"/>
                  </a:moveTo>
                  <a:cubicBezTo>
                    <a:pt x="0" y="352"/>
                    <a:pt x="1483" y="908"/>
                    <a:pt x="3311" y="0"/>
                  </a:cubicBezTo>
                </a:path>
              </a:pathLst>
            </a:custGeom>
            <a:noFill/>
            <a:ln w="1425" cap="rnd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348;p114">
              <a:extLst>
                <a:ext uri="{FF2B5EF4-FFF2-40B4-BE49-F238E27FC236}">
                  <a16:creationId xmlns:a16="http://schemas.microsoft.com/office/drawing/2014/main" id="{6959B9D1-56FF-EB55-FAD4-F3C012459C10}"/>
                </a:ext>
              </a:extLst>
            </p:cNvPr>
            <p:cNvSpPr/>
            <p:nvPr/>
          </p:nvSpPr>
          <p:spPr>
            <a:xfrm>
              <a:off x="2532125" y="3738425"/>
              <a:ext cx="64725" cy="69300"/>
            </a:xfrm>
            <a:custGeom>
              <a:avLst/>
              <a:gdLst/>
              <a:ahLst/>
              <a:cxnLst/>
              <a:rect l="l" t="t" r="r" b="b"/>
              <a:pathLst>
                <a:path w="2589" h="2772" extrusionOk="0">
                  <a:moveTo>
                    <a:pt x="1407" y="1"/>
                  </a:moveTo>
                  <a:cubicBezTo>
                    <a:pt x="1251" y="1"/>
                    <a:pt x="1084" y="71"/>
                    <a:pt x="917" y="228"/>
                  </a:cubicBezTo>
                  <a:cubicBezTo>
                    <a:pt x="1" y="1086"/>
                    <a:pt x="1875" y="2771"/>
                    <a:pt x="1875" y="2771"/>
                  </a:cubicBezTo>
                  <a:cubicBezTo>
                    <a:pt x="2588" y="1416"/>
                    <a:pt x="2108" y="1"/>
                    <a:pt x="14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49;p114">
              <a:extLst>
                <a:ext uri="{FF2B5EF4-FFF2-40B4-BE49-F238E27FC236}">
                  <a16:creationId xmlns:a16="http://schemas.microsoft.com/office/drawing/2014/main" id="{EF1E8040-D75B-E47F-B58D-81599A15D691}"/>
                </a:ext>
              </a:extLst>
            </p:cNvPr>
            <p:cNvSpPr/>
            <p:nvPr/>
          </p:nvSpPr>
          <p:spPr>
            <a:xfrm>
              <a:off x="2639775" y="3811300"/>
              <a:ext cx="62550" cy="53200"/>
            </a:xfrm>
            <a:custGeom>
              <a:avLst/>
              <a:gdLst/>
              <a:ahLst/>
              <a:cxnLst/>
              <a:rect l="l" t="t" r="r" b="b"/>
              <a:pathLst>
                <a:path w="2502" h="2128" extrusionOk="0">
                  <a:moveTo>
                    <a:pt x="870" y="0"/>
                  </a:moveTo>
                  <a:cubicBezTo>
                    <a:pt x="592" y="0"/>
                    <a:pt x="365" y="171"/>
                    <a:pt x="279" y="550"/>
                  </a:cubicBezTo>
                  <a:cubicBezTo>
                    <a:pt x="0" y="1770"/>
                    <a:pt x="2501" y="2128"/>
                    <a:pt x="2501" y="2128"/>
                  </a:cubicBezTo>
                  <a:cubicBezTo>
                    <a:pt x="2359" y="846"/>
                    <a:pt x="1488" y="0"/>
                    <a:pt x="8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350;p114">
              <a:extLst>
                <a:ext uri="{FF2B5EF4-FFF2-40B4-BE49-F238E27FC236}">
                  <a16:creationId xmlns:a16="http://schemas.microsoft.com/office/drawing/2014/main" id="{0245D6D5-CDD0-4912-1B46-1DD3314EB1E7}"/>
                </a:ext>
              </a:extLst>
            </p:cNvPr>
            <p:cNvSpPr/>
            <p:nvPr/>
          </p:nvSpPr>
          <p:spPr>
            <a:xfrm>
              <a:off x="2499650" y="3802675"/>
              <a:ext cx="62550" cy="53200"/>
            </a:xfrm>
            <a:custGeom>
              <a:avLst/>
              <a:gdLst/>
              <a:ahLst/>
              <a:cxnLst/>
              <a:rect l="l" t="t" r="r" b="b"/>
              <a:pathLst>
                <a:path w="2502" h="2128" extrusionOk="0">
                  <a:moveTo>
                    <a:pt x="870" y="0"/>
                  </a:moveTo>
                  <a:cubicBezTo>
                    <a:pt x="592" y="0"/>
                    <a:pt x="365" y="171"/>
                    <a:pt x="279" y="550"/>
                  </a:cubicBezTo>
                  <a:cubicBezTo>
                    <a:pt x="0" y="1769"/>
                    <a:pt x="2502" y="2127"/>
                    <a:pt x="2502" y="2127"/>
                  </a:cubicBezTo>
                  <a:cubicBezTo>
                    <a:pt x="2359" y="845"/>
                    <a:pt x="1488" y="0"/>
                    <a:pt x="8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351;p114">
              <a:extLst>
                <a:ext uri="{FF2B5EF4-FFF2-40B4-BE49-F238E27FC236}">
                  <a16:creationId xmlns:a16="http://schemas.microsoft.com/office/drawing/2014/main" id="{D9858207-A85B-490C-0F46-1E626C152A3E}"/>
                </a:ext>
              </a:extLst>
            </p:cNvPr>
            <p:cNvSpPr/>
            <p:nvPr/>
          </p:nvSpPr>
          <p:spPr>
            <a:xfrm>
              <a:off x="2662050" y="3921900"/>
              <a:ext cx="79725" cy="40625"/>
            </a:xfrm>
            <a:custGeom>
              <a:avLst/>
              <a:gdLst/>
              <a:ahLst/>
              <a:cxnLst/>
              <a:rect l="l" t="t" r="r" b="b"/>
              <a:pathLst>
                <a:path w="3189" h="1625" extrusionOk="0">
                  <a:moveTo>
                    <a:pt x="2061" y="0"/>
                  </a:moveTo>
                  <a:cubicBezTo>
                    <a:pt x="833" y="0"/>
                    <a:pt x="1" y="796"/>
                    <a:pt x="741" y="1431"/>
                  </a:cubicBezTo>
                  <a:cubicBezTo>
                    <a:pt x="901" y="1568"/>
                    <a:pt x="1076" y="1625"/>
                    <a:pt x="1257" y="1625"/>
                  </a:cubicBezTo>
                  <a:cubicBezTo>
                    <a:pt x="2153" y="1625"/>
                    <a:pt x="3189" y="220"/>
                    <a:pt x="3189" y="220"/>
                  </a:cubicBezTo>
                  <a:cubicBezTo>
                    <a:pt x="2799" y="66"/>
                    <a:pt x="2413" y="0"/>
                    <a:pt x="20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352;p114">
              <a:extLst>
                <a:ext uri="{FF2B5EF4-FFF2-40B4-BE49-F238E27FC236}">
                  <a16:creationId xmlns:a16="http://schemas.microsoft.com/office/drawing/2014/main" id="{3B41279B-5406-FC78-EDE9-86C80776406F}"/>
                </a:ext>
              </a:extLst>
            </p:cNvPr>
            <p:cNvSpPr/>
            <p:nvPr/>
          </p:nvSpPr>
          <p:spPr>
            <a:xfrm>
              <a:off x="2574075" y="3788250"/>
              <a:ext cx="279250" cy="162075"/>
            </a:xfrm>
            <a:custGeom>
              <a:avLst/>
              <a:gdLst/>
              <a:ahLst/>
              <a:cxnLst/>
              <a:rect l="l" t="t" r="r" b="b"/>
              <a:pathLst>
                <a:path w="11170" h="6483" fill="none" extrusionOk="0">
                  <a:moveTo>
                    <a:pt x="11169" y="6483"/>
                  </a:moveTo>
                  <a:cubicBezTo>
                    <a:pt x="11169" y="6483"/>
                    <a:pt x="9912" y="3890"/>
                    <a:pt x="5731" y="4362"/>
                  </a:cubicBezTo>
                  <a:cubicBezTo>
                    <a:pt x="1549" y="4835"/>
                    <a:pt x="232" y="867"/>
                    <a:pt x="0" y="1"/>
                  </a:cubicBezTo>
                </a:path>
              </a:pathLst>
            </a:custGeom>
            <a:noFill/>
            <a:ln w="1425" cap="rnd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353;p114">
              <a:extLst>
                <a:ext uri="{FF2B5EF4-FFF2-40B4-BE49-F238E27FC236}">
                  <a16:creationId xmlns:a16="http://schemas.microsoft.com/office/drawing/2014/main" id="{D6D67374-5F4C-029E-D036-2225B0E07C97}"/>
                </a:ext>
              </a:extLst>
            </p:cNvPr>
            <p:cNvSpPr/>
            <p:nvPr/>
          </p:nvSpPr>
          <p:spPr>
            <a:xfrm>
              <a:off x="2545950" y="3840175"/>
              <a:ext cx="72525" cy="27075"/>
            </a:xfrm>
            <a:custGeom>
              <a:avLst/>
              <a:gdLst/>
              <a:ahLst/>
              <a:cxnLst/>
              <a:rect l="l" t="t" r="r" b="b"/>
              <a:pathLst>
                <a:path w="2901" h="1083" fill="none" extrusionOk="0">
                  <a:moveTo>
                    <a:pt x="2900" y="1083"/>
                  </a:moveTo>
                  <a:cubicBezTo>
                    <a:pt x="2900" y="1083"/>
                    <a:pt x="1086" y="1017"/>
                    <a:pt x="0" y="0"/>
                  </a:cubicBezTo>
                </a:path>
              </a:pathLst>
            </a:custGeom>
            <a:noFill/>
            <a:ln w="1425" cap="rnd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354;p114">
              <a:extLst>
                <a:ext uri="{FF2B5EF4-FFF2-40B4-BE49-F238E27FC236}">
                  <a16:creationId xmlns:a16="http://schemas.microsoft.com/office/drawing/2014/main" id="{6550F4F0-C5B9-7B60-FCD4-A357A2BB0862}"/>
                </a:ext>
              </a:extLst>
            </p:cNvPr>
            <p:cNvSpPr/>
            <p:nvPr/>
          </p:nvSpPr>
          <p:spPr>
            <a:xfrm>
              <a:off x="2679800" y="3843300"/>
              <a:ext cx="37525" cy="54025"/>
            </a:xfrm>
            <a:custGeom>
              <a:avLst/>
              <a:gdLst/>
              <a:ahLst/>
              <a:cxnLst/>
              <a:rect l="l" t="t" r="r" b="b"/>
              <a:pathLst>
                <a:path w="1501" h="2161" fill="none" extrusionOk="0">
                  <a:moveTo>
                    <a:pt x="1500" y="2160"/>
                  </a:moveTo>
                  <a:cubicBezTo>
                    <a:pt x="1500" y="2160"/>
                    <a:pt x="1279" y="689"/>
                    <a:pt x="0" y="0"/>
                  </a:cubicBezTo>
                </a:path>
              </a:pathLst>
            </a:custGeom>
            <a:noFill/>
            <a:ln w="1425" cap="rnd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355;p114">
              <a:extLst>
                <a:ext uri="{FF2B5EF4-FFF2-40B4-BE49-F238E27FC236}">
                  <a16:creationId xmlns:a16="http://schemas.microsoft.com/office/drawing/2014/main" id="{AC68C70F-4D30-15F7-2380-11B25D40BA5F}"/>
                </a:ext>
              </a:extLst>
            </p:cNvPr>
            <p:cNvSpPr/>
            <p:nvPr/>
          </p:nvSpPr>
          <p:spPr>
            <a:xfrm>
              <a:off x="2707525" y="3900725"/>
              <a:ext cx="75700" cy="34675"/>
            </a:xfrm>
            <a:custGeom>
              <a:avLst/>
              <a:gdLst/>
              <a:ahLst/>
              <a:cxnLst/>
              <a:rect l="l" t="t" r="r" b="b"/>
              <a:pathLst>
                <a:path w="3028" h="1387" fill="none" extrusionOk="0">
                  <a:moveTo>
                    <a:pt x="3028" y="0"/>
                  </a:moveTo>
                  <a:cubicBezTo>
                    <a:pt x="3028" y="0"/>
                    <a:pt x="2036" y="1234"/>
                    <a:pt x="1" y="1387"/>
                  </a:cubicBezTo>
                </a:path>
              </a:pathLst>
            </a:custGeom>
            <a:noFill/>
            <a:ln w="1425" cap="rnd" cmpd="sng">
              <a:solidFill>
                <a:srgbClr val="003F44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4356;p114">
              <a:extLst>
                <a:ext uri="{FF2B5EF4-FFF2-40B4-BE49-F238E27FC236}">
                  <a16:creationId xmlns:a16="http://schemas.microsoft.com/office/drawing/2014/main" id="{6F89D630-0DD4-04EC-948B-E5423C963581}"/>
                </a:ext>
              </a:extLst>
            </p:cNvPr>
            <p:cNvSpPr/>
            <p:nvPr/>
          </p:nvSpPr>
          <p:spPr>
            <a:xfrm>
              <a:off x="3211000" y="3136650"/>
              <a:ext cx="75200" cy="20500"/>
            </a:xfrm>
            <a:custGeom>
              <a:avLst/>
              <a:gdLst/>
              <a:ahLst/>
              <a:cxnLst/>
              <a:rect l="l" t="t" r="r" b="b"/>
              <a:pathLst>
                <a:path w="3008" h="820" extrusionOk="0">
                  <a:moveTo>
                    <a:pt x="1785" y="0"/>
                  </a:moveTo>
                  <a:cubicBezTo>
                    <a:pt x="955" y="0"/>
                    <a:pt x="1" y="302"/>
                    <a:pt x="1" y="302"/>
                  </a:cubicBezTo>
                  <a:lnTo>
                    <a:pt x="1987" y="820"/>
                  </a:lnTo>
                  <a:cubicBezTo>
                    <a:pt x="1987" y="820"/>
                    <a:pt x="3007" y="131"/>
                    <a:pt x="2125" y="20"/>
                  </a:cubicBezTo>
                  <a:cubicBezTo>
                    <a:pt x="2016" y="6"/>
                    <a:pt x="1902" y="0"/>
                    <a:pt x="1785" y="0"/>
                  </a:cubicBezTo>
                  <a:close/>
                </a:path>
              </a:pathLst>
            </a:custGeom>
            <a:solidFill>
              <a:srgbClr val="C672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4357;p114">
              <a:extLst>
                <a:ext uri="{FF2B5EF4-FFF2-40B4-BE49-F238E27FC236}">
                  <a16:creationId xmlns:a16="http://schemas.microsoft.com/office/drawing/2014/main" id="{83533C70-4ADD-FF3A-A9BB-D4B868670130}"/>
                </a:ext>
              </a:extLst>
            </p:cNvPr>
            <p:cNvSpPr/>
            <p:nvPr/>
          </p:nvSpPr>
          <p:spPr>
            <a:xfrm>
              <a:off x="3166600" y="3037500"/>
              <a:ext cx="221800" cy="326650"/>
            </a:xfrm>
            <a:custGeom>
              <a:avLst/>
              <a:gdLst/>
              <a:ahLst/>
              <a:cxnLst/>
              <a:rect l="l" t="t" r="r" b="b"/>
              <a:pathLst>
                <a:path w="8872" h="13066" extrusionOk="0">
                  <a:moveTo>
                    <a:pt x="6924" y="1"/>
                  </a:moveTo>
                  <a:lnTo>
                    <a:pt x="4545" y="1475"/>
                  </a:lnTo>
                  <a:cubicBezTo>
                    <a:pt x="4355" y="1593"/>
                    <a:pt x="4205" y="1763"/>
                    <a:pt x="4112" y="1965"/>
                  </a:cubicBezTo>
                  <a:lnTo>
                    <a:pt x="2717" y="4986"/>
                  </a:lnTo>
                  <a:cubicBezTo>
                    <a:pt x="2662" y="5104"/>
                    <a:pt x="2638" y="5234"/>
                    <a:pt x="2634" y="5364"/>
                  </a:cubicBezTo>
                  <a:cubicBezTo>
                    <a:pt x="2630" y="5502"/>
                    <a:pt x="2584" y="5704"/>
                    <a:pt x="2386" y="5877"/>
                  </a:cubicBezTo>
                  <a:cubicBezTo>
                    <a:pt x="2293" y="5956"/>
                    <a:pt x="2221" y="6059"/>
                    <a:pt x="2170" y="6172"/>
                  </a:cubicBezTo>
                  <a:lnTo>
                    <a:pt x="161" y="10523"/>
                  </a:lnTo>
                  <a:cubicBezTo>
                    <a:pt x="0" y="10870"/>
                    <a:pt x="153" y="11282"/>
                    <a:pt x="500" y="11444"/>
                  </a:cubicBezTo>
                  <a:lnTo>
                    <a:pt x="2186" y="12223"/>
                  </a:lnTo>
                  <a:lnTo>
                    <a:pt x="3872" y="13001"/>
                  </a:lnTo>
                  <a:cubicBezTo>
                    <a:pt x="3966" y="13045"/>
                    <a:pt x="4065" y="13065"/>
                    <a:pt x="4162" y="13065"/>
                  </a:cubicBezTo>
                  <a:cubicBezTo>
                    <a:pt x="4425" y="13065"/>
                    <a:pt x="4676" y="12915"/>
                    <a:pt x="4794" y="12662"/>
                  </a:cubicBezTo>
                  <a:lnTo>
                    <a:pt x="6801" y="8311"/>
                  </a:lnTo>
                  <a:cubicBezTo>
                    <a:pt x="6853" y="8199"/>
                    <a:pt x="6886" y="8078"/>
                    <a:pt x="6886" y="7955"/>
                  </a:cubicBezTo>
                  <a:cubicBezTo>
                    <a:pt x="6887" y="7692"/>
                    <a:pt x="7011" y="7527"/>
                    <a:pt x="7115" y="7435"/>
                  </a:cubicBezTo>
                  <a:cubicBezTo>
                    <a:pt x="7216" y="7347"/>
                    <a:pt x="7296" y="7244"/>
                    <a:pt x="7352" y="7125"/>
                  </a:cubicBezTo>
                  <a:lnTo>
                    <a:pt x="8747" y="4104"/>
                  </a:lnTo>
                  <a:cubicBezTo>
                    <a:pt x="8839" y="3902"/>
                    <a:pt x="8871" y="3676"/>
                    <a:pt x="8837" y="3458"/>
                  </a:cubicBezTo>
                  <a:lnTo>
                    <a:pt x="8417" y="689"/>
                  </a:lnTo>
                  <a:lnTo>
                    <a:pt x="7670" y="345"/>
                  </a:lnTo>
                  <a:lnTo>
                    <a:pt x="69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358;p114">
              <a:extLst>
                <a:ext uri="{FF2B5EF4-FFF2-40B4-BE49-F238E27FC236}">
                  <a16:creationId xmlns:a16="http://schemas.microsoft.com/office/drawing/2014/main" id="{BABA1243-D8B2-E02B-3B84-5DD94FE4F137}"/>
                </a:ext>
              </a:extLst>
            </p:cNvPr>
            <p:cNvSpPr/>
            <p:nvPr/>
          </p:nvSpPr>
          <p:spPr>
            <a:xfrm>
              <a:off x="3234675" y="3090300"/>
              <a:ext cx="148825" cy="124875"/>
            </a:xfrm>
            <a:custGeom>
              <a:avLst/>
              <a:gdLst/>
              <a:ahLst/>
              <a:cxnLst/>
              <a:rect l="l" t="t" r="r" b="b"/>
              <a:pathLst>
                <a:path w="5953" h="4995" extrusionOk="0">
                  <a:moveTo>
                    <a:pt x="1319" y="0"/>
                  </a:moveTo>
                  <a:lnTo>
                    <a:pt x="0" y="2856"/>
                  </a:lnTo>
                  <a:lnTo>
                    <a:pt x="4634" y="4995"/>
                  </a:lnTo>
                  <a:lnTo>
                    <a:pt x="5953" y="2139"/>
                  </a:lnTo>
                  <a:lnTo>
                    <a:pt x="131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359;p114">
              <a:extLst>
                <a:ext uri="{FF2B5EF4-FFF2-40B4-BE49-F238E27FC236}">
                  <a16:creationId xmlns:a16="http://schemas.microsoft.com/office/drawing/2014/main" id="{1DDD5E12-7DB1-5B41-312F-C6025E9C97DD}"/>
                </a:ext>
              </a:extLst>
            </p:cNvPr>
            <p:cNvSpPr/>
            <p:nvPr/>
          </p:nvSpPr>
          <p:spPr>
            <a:xfrm>
              <a:off x="3171850" y="3057575"/>
              <a:ext cx="153550" cy="260475"/>
            </a:xfrm>
            <a:custGeom>
              <a:avLst/>
              <a:gdLst/>
              <a:ahLst/>
              <a:cxnLst/>
              <a:rect l="l" t="t" r="r" b="b"/>
              <a:pathLst>
                <a:path w="6142" h="10419" extrusionOk="0">
                  <a:moveTo>
                    <a:pt x="6142" y="1"/>
                  </a:moveTo>
                  <a:cubicBezTo>
                    <a:pt x="5640" y="177"/>
                    <a:pt x="5163" y="533"/>
                    <a:pt x="4785" y="878"/>
                  </a:cubicBezTo>
                  <a:cubicBezTo>
                    <a:pt x="4311" y="1310"/>
                    <a:pt x="3935" y="1837"/>
                    <a:pt x="3667" y="2419"/>
                  </a:cubicBezTo>
                  <a:lnTo>
                    <a:pt x="2761" y="4382"/>
                  </a:lnTo>
                  <a:cubicBezTo>
                    <a:pt x="2734" y="4440"/>
                    <a:pt x="2725" y="4503"/>
                    <a:pt x="2738" y="4565"/>
                  </a:cubicBezTo>
                  <a:cubicBezTo>
                    <a:pt x="2801" y="4856"/>
                    <a:pt x="2467" y="5208"/>
                    <a:pt x="2350" y="5321"/>
                  </a:cubicBezTo>
                  <a:cubicBezTo>
                    <a:pt x="2323" y="5347"/>
                    <a:pt x="2301" y="5378"/>
                    <a:pt x="2286" y="5413"/>
                  </a:cubicBezTo>
                  <a:lnTo>
                    <a:pt x="199" y="9935"/>
                  </a:lnTo>
                  <a:cubicBezTo>
                    <a:pt x="1" y="10363"/>
                    <a:pt x="496" y="10419"/>
                    <a:pt x="496" y="10419"/>
                  </a:cubicBezTo>
                  <a:lnTo>
                    <a:pt x="2714" y="5614"/>
                  </a:lnTo>
                  <a:cubicBezTo>
                    <a:pt x="2753" y="5533"/>
                    <a:pt x="2806" y="5464"/>
                    <a:pt x="2874" y="5409"/>
                  </a:cubicBezTo>
                  <a:cubicBezTo>
                    <a:pt x="3082" y="5238"/>
                    <a:pt x="3139" y="4898"/>
                    <a:pt x="3155" y="4738"/>
                  </a:cubicBezTo>
                  <a:cubicBezTo>
                    <a:pt x="3161" y="4673"/>
                    <a:pt x="3177" y="4610"/>
                    <a:pt x="3204" y="4552"/>
                  </a:cubicBezTo>
                  <a:lnTo>
                    <a:pt x="4144" y="2516"/>
                  </a:lnTo>
                  <a:cubicBezTo>
                    <a:pt x="4946" y="776"/>
                    <a:pt x="6141" y="1"/>
                    <a:pt x="6142" y="1"/>
                  </a:cubicBezTo>
                  <a:close/>
                </a:path>
              </a:pathLst>
            </a:custGeom>
            <a:solidFill>
              <a:srgbClr val="000000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360;p114">
              <a:extLst>
                <a:ext uri="{FF2B5EF4-FFF2-40B4-BE49-F238E27FC236}">
                  <a16:creationId xmlns:a16="http://schemas.microsoft.com/office/drawing/2014/main" id="{DB4747E1-770B-E791-E44F-AA7CB616DDF7}"/>
                </a:ext>
              </a:extLst>
            </p:cNvPr>
            <p:cNvSpPr/>
            <p:nvPr/>
          </p:nvSpPr>
          <p:spPr>
            <a:xfrm>
              <a:off x="3275400" y="3082475"/>
              <a:ext cx="108975" cy="54025"/>
            </a:xfrm>
            <a:custGeom>
              <a:avLst/>
              <a:gdLst/>
              <a:ahLst/>
              <a:cxnLst/>
              <a:rect l="l" t="t" r="r" b="b"/>
              <a:pathLst>
                <a:path w="4359" h="2161" extrusionOk="0">
                  <a:moveTo>
                    <a:pt x="180" y="1"/>
                  </a:moveTo>
                  <a:cubicBezTo>
                    <a:pt x="120" y="1"/>
                    <a:pt x="63" y="35"/>
                    <a:pt x="36" y="93"/>
                  </a:cubicBezTo>
                  <a:cubicBezTo>
                    <a:pt x="0" y="171"/>
                    <a:pt x="35" y="265"/>
                    <a:pt x="114" y="301"/>
                  </a:cubicBezTo>
                  <a:lnTo>
                    <a:pt x="4113" y="2147"/>
                  </a:lnTo>
                  <a:cubicBezTo>
                    <a:pt x="4134" y="2156"/>
                    <a:pt x="4157" y="2161"/>
                    <a:pt x="4179" y="2161"/>
                  </a:cubicBezTo>
                  <a:cubicBezTo>
                    <a:pt x="4239" y="2161"/>
                    <a:pt x="4296" y="2127"/>
                    <a:pt x="4322" y="2069"/>
                  </a:cubicBezTo>
                  <a:cubicBezTo>
                    <a:pt x="4359" y="1991"/>
                    <a:pt x="4324" y="1897"/>
                    <a:pt x="4245" y="1861"/>
                  </a:cubicBezTo>
                  <a:lnTo>
                    <a:pt x="246" y="15"/>
                  </a:lnTo>
                  <a:cubicBezTo>
                    <a:pt x="225" y="6"/>
                    <a:pt x="202" y="1"/>
                    <a:pt x="180" y="1"/>
                  </a:cubicBezTo>
                  <a:close/>
                </a:path>
              </a:pathLst>
            </a:custGeom>
            <a:solidFill>
              <a:srgbClr val="FFFFFF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361;p114">
              <a:extLst>
                <a:ext uri="{FF2B5EF4-FFF2-40B4-BE49-F238E27FC236}">
                  <a16:creationId xmlns:a16="http://schemas.microsoft.com/office/drawing/2014/main" id="{22C10F92-8BC4-106E-D77F-B6A2A69C32F6}"/>
                </a:ext>
              </a:extLst>
            </p:cNvPr>
            <p:cNvSpPr/>
            <p:nvPr/>
          </p:nvSpPr>
          <p:spPr>
            <a:xfrm>
              <a:off x="3233425" y="3177625"/>
              <a:ext cx="102925" cy="51725"/>
            </a:xfrm>
            <a:custGeom>
              <a:avLst/>
              <a:gdLst/>
              <a:ahLst/>
              <a:cxnLst/>
              <a:rect l="l" t="t" r="r" b="b"/>
              <a:pathLst>
                <a:path w="4117" h="2069" extrusionOk="0">
                  <a:moveTo>
                    <a:pt x="203" y="1"/>
                  </a:moveTo>
                  <a:cubicBezTo>
                    <a:pt x="136" y="1"/>
                    <a:pt x="72" y="39"/>
                    <a:pt x="42" y="104"/>
                  </a:cubicBezTo>
                  <a:cubicBezTo>
                    <a:pt x="1" y="191"/>
                    <a:pt x="39" y="297"/>
                    <a:pt x="128" y="339"/>
                  </a:cubicBezTo>
                  <a:lnTo>
                    <a:pt x="3841" y="2052"/>
                  </a:lnTo>
                  <a:cubicBezTo>
                    <a:pt x="3865" y="2063"/>
                    <a:pt x="3890" y="2068"/>
                    <a:pt x="3915" y="2068"/>
                  </a:cubicBezTo>
                  <a:cubicBezTo>
                    <a:pt x="3981" y="2068"/>
                    <a:pt x="4045" y="2030"/>
                    <a:pt x="4076" y="1966"/>
                  </a:cubicBezTo>
                  <a:cubicBezTo>
                    <a:pt x="4117" y="1878"/>
                    <a:pt x="4079" y="1773"/>
                    <a:pt x="3989" y="1732"/>
                  </a:cubicBezTo>
                  <a:lnTo>
                    <a:pt x="276" y="17"/>
                  </a:lnTo>
                  <a:cubicBezTo>
                    <a:pt x="253" y="6"/>
                    <a:pt x="228" y="1"/>
                    <a:pt x="203" y="1"/>
                  </a:cubicBezTo>
                  <a:close/>
                </a:path>
              </a:pathLst>
            </a:custGeom>
            <a:solidFill>
              <a:srgbClr val="FFFFFF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362;p114">
              <a:extLst>
                <a:ext uri="{FF2B5EF4-FFF2-40B4-BE49-F238E27FC236}">
                  <a16:creationId xmlns:a16="http://schemas.microsoft.com/office/drawing/2014/main" id="{A29A4D7A-9AF1-DCEB-B865-F1D4C005AC46}"/>
                </a:ext>
              </a:extLst>
            </p:cNvPr>
            <p:cNvSpPr/>
            <p:nvPr/>
          </p:nvSpPr>
          <p:spPr>
            <a:xfrm>
              <a:off x="3334525" y="3037500"/>
              <a:ext cx="43400" cy="23250"/>
            </a:xfrm>
            <a:custGeom>
              <a:avLst/>
              <a:gdLst/>
              <a:ahLst/>
              <a:cxnLst/>
              <a:rect l="l" t="t" r="r" b="b"/>
              <a:pathLst>
                <a:path w="1736" h="930" extrusionOk="0">
                  <a:moveTo>
                    <a:pt x="208" y="1"/>
                  </a:moveTo>
                  <a:lnTo>
                    <a:pt x="1" y="129"/>
                  </a:lnTo>
                  <a:lnTo>
                    <a:pt x="1736" y="930"/>
                  </a:lnTo>
                  <a:lnTo>
                    <a:pt x="1700" y="688"/>
                  </a:lnTo>
                  <a:lnTo>
                    <a:pt x="953" y="345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rgbClr val="000000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363;p114">
              <a:extLst>
                <a:ext uri="{FF2B5EF4-FFF2-40B4-BE49-F238E27FC236}">
                  <a16:creationId xmlns:a16="http://schemas.microsoft.com/office/drawing/2014/main" id="{12A91248-35C6-7F35-E894-FDF4A6E771B2}"/>
                </a:ext>
              </a:extLst>
            </p:cNvPr>
            <p:cNvSpPr/>
            <p:nvPr/>
          </p:nvSpPr>
          <p:spPr>
            <a:xfrm>
              <a:off x="3335225" y="3015000"/>
              <a:ext cx="55225" cy="41550"/>
            </a:xfrm>
            <a:custGeom>
              <a:avLst/>
              <a:gdLst/>
              <a:ahLst/>
              <a:cxnLst/>
              <a:rect l="l" t="t" r="r" b="b"/>
              <a:pathLst>
                <a:path w="2209" h="1662" extrusionOk="0">
                  <a:moveTo>
                    <a:pt x="377" y="1"/>
                  </a:moveTo>
                  <a:lnTo>
                    <a:pt x="0" y="816"/>
                  </a:lnTo>
                  <a:lnTo>
                    <a:pt x="1833" y="1662"/>
                  </a:lnTo>
                  <a:lnTo>
                    <a:pt x="2209" y="846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364;p114">
              <a:extLst>
                <a:ext uri="{FF2B5EF4-FFF2-40B4-BE49-F238E27FC236}">
                  <a16:creationId xmlns:a16="http://schemas.microsoft.com/office/drawing/2014/main" id="{F0E7DEB2-3834-4862-3977-B852F7CFEF79}"/>
                </a:ext>
              </a:extLst>
            </p:cNvPr>
            <p:cNvSpPr/>
            <p:nvPr/>
          </p:nvSpPr>
          <p:spPr>
            <a:xfrm>
              <a:off x="3371075" y="3031550"/>
              <a:ext cx="19400" cy="25025"/>
            </a:xfrm>
            <a:custGeom>
              <a:avLst/>
              <a:gdLst/>
              <a:ahLst/>
              <a:cxnLst/>
              <a:rect l="l" t="t" r="r" b="b"/>
              <a:pathLst>
                <a:path w="776" h="1001" extrusionOk="0">
                  <a:moveTo>
                    <a:pt x="377" y="1"/>
                  </a:moveTo>
                  <a:lnTo>
                    <a:pt x="1" y="816"/>
                  </a:lnTo>
                  <a:lnTo>
                    <a:pt x="400" y="1001"/>
                  </a:lnTo>
                  <a:lnTo>
                    <a:pt x="776" y="185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FFFFFF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365;p114">
              <a:extLst>
                <a:ext uri="{FF2B5EF4-FFF2-40B4-BE49-F238E27FC236}">
                  <a16:creationId xmlns:a16="http://schemas.microsoft.com/office/drawing/2014/main" id="{83391C96-6D21-180C-3856-34F48890C1FF}"/>
                </a:ext>
              </a:extLst>
            </p:cNvPr>
            <p:cNvSpPr/>
            <p:nvPr/>
          </p:nvSpPr>
          <p:spPr>
            <a:xfrm>
              <a:off x="3335200" y="3015000"/>
              <a:ext cx="22000" cy="26225"/>
            </a:xfrm>
            <a:custGeom>
              <a:avLst/>
              <a:gdLst/>
              <a:ahLst/>
              <a:cxnLst/>
              <a:rect l="l" t="t" r="r" b="b"/>
              <a:pathLst>
                <a:path w="880" h="1049" extrusionOk="0">
                  <a:moveTo>
                    <a:pt x="377" y="1"/>
                  </a:moveTo>
                  <a:lnTo>
                    <a:pt x="0" y="816"/>
                  </a:lnTo>
                  <a:lnTo>
                    <a:pt x="504" y="1048"/>
                  </a:lnTo>
                  <a:lnTo>
                    <a:pt x="880" y="233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000000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366;p114">
              <a:extLst>
                <a:ext uri="{FF2B5EF4-FFF2-40B4-BE49-F238E27FC236}">
                  <a16:creationId xmlns:a16="http://schemas.microsoft.com/office/drawing/2014/main" id="{3C29B323-0CAE-15D5-D731-B3CE29D7B883}"/>
                </a:ext>
              </a:extLst>
            </p:cNvPr>
            <p:cNvSpPr/>
            <p:nvPr/>
          </p:nvSpPr>
          <p:spPr>
            <a:xfrm>
              <a:off x="3202750" y="3191625"/>
              <a:ext cx="88050" cy="39350"/>
            </a:xfrm>
            <a:custGeom>
              <a:avLst/>
              <a:gdLst/>
              <a:ahLst/>
              <a:cxnLst/>
              <a:rect l="l" t="t" r="r" b="b"/>
              <a:pathLst>
                <a:path w="3522" h="1574" extrusionOk="0">
                  <a:moveTo>
                    <a:pt x="3522" y="0"/>
                  </a:moveTo>
                  <a:lnTo>
                    <a:pt x="662" y="138"/>
                  </a:lnTo>
                  <a:lnTo>
                    <a:pt x="241" y="1053"/>
                  </a:lnTo>
                  <a:lnTo>
                    <a:pt x="1" y="1574"/>
                  </a:lnTo>
                  <a:cubicBezTo>
                    <a:pt x="1024" y="1078"/>
                    <a:pt x="1627" y="1077"/>
                    <a:pt x="3028" y="551"/>
                  </a:cubicBezTo>
                  <a:cubicBezTo>
                    <a:pt x="3297" y="440"/>
                    <a:pt x="3522" y="0"/>
                    <a:pt x="3522" y="0"/>
                  </a:cubicBezTo>
                  <a:close/>
                </a:path>
              </a:pathLst>
            </a:custGeom>
            <a:solidFill>
              <a:srgbClr val="2366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367;p114">
              <a:extLst>
                <a:ext uri="{FF2B5EF4-FFF2-40B4-BE49-F238E27FC236}">
                  <a16:creationId xmlns:a16="http://schemas.microsoft.com/office/drawing/2014/main" id="{77B54758-BC90-F9C2-8574-A93ED2E269B0}"/>
                </a:ext>
              </a:extLst>
            </p:cNvPr>
            <p:cNvSpPr/>
            <p:nvPr/>
          </p:nvSpPr>
          <p:spPr>
            <a:xfrm>
              <a:off x="3183500" y="3376325"/>
              <a:ext cx="308200" cy="255850"/>
            </a:xfrm>
            <a:custGeom>
              <a:avLst/>
              <a:gdLst/>
              <a:ahLst/>
              <a:cxnLst/>
              <a:rect l="l" t="t" r="r" b="b"/>
              <a:pathLst>
                <a:path w="12328" h="10234" extrusionOk="0">
                  <a:moveTo>
                    <a:pt x="9327" y="0"/>
                  </a:moveTo>
                  <a:cubicBezTo>
                    <a:pt x="9183" y="0"/>
                    <a:pt x="9038" y="45"/>
                    <a:pt x="8913" y="138"/>
                  </a:cubicBezTo>
                  <a:lnTo>
                    <a:pt x="5067" y="2995"/>
                  </a:lnTo>
                  <a:cubicBezTo>
                    <a:pt x="4968" y="3068"/>
                    <a:pt x="4882" y="3160"/>
                    <a:pt x="4823" y="3267"/>
                  </a:cubicBezTo>
                  <a:cubicBezTo>
                    <a:pt x="4696" y="3496"/>
                    <a:pt x="4506" y="3583"/>
                    <a:pt x="4372" y="3614"/>
                  </a:cubicBezTo>
                  <a:cubicBezTo>
                    <a:pt x="4246" y="3644"/>
                    <a:pt x="4124" y="3696"/>
                    <a:pt x="4019" y="3773"/>
                  </a:cubicBezTo>
                  <a:lnTo>
                    <a:pt x="1348" y="5758"/>
                  </a:lnTo>
                  <a:cubicBezTo>
                    <a:pt x="1169" y="5891"/>
                    <a:pt x="1034" y="6074"/>
                    <a:pt x="958" y="6283"/>
                  </a:cubicBezTo>
                  <a:lnTo>
                    <a:pt x="1" y="8914"/>
                  </a:lnTo>
                  <a:lnTo>
                    <a:pt x="491" y="9574"/>
                  </a:lnTo>
                  <a:lnTo>
                    <a:pt x="980" y="10234"/>
                  </a:lnTo>
                  <a:lnTo>
                    <a:pt x="3776" y="10078"/>
                  </a:lnTo>
                  <a:cubicBezTo>
                    <a:pt x="3999" y="10065"/>
                    <a:pt x="4212" y="9987"/>
                    <a:pt x="4391" y="9855"/>
                  </a:cubicBezTo>
                  <a:lnTo>
                    <a:pt x="7061" y="7872"/>
                  </a:lnTo>
                  <a:cubicBezTo>
                    <a:pt x="7166" y="7793"/>
                    <a:pt x="7251" y="7692"/>
                    <a:pt x="7316" y="7579"/>
                  </a:cubicBezTo>
                  <a:cubicBezTo>
                    <a:pt x="7386" y="7459"/>
                    <a:pt x="7521" y="7304"/>
                    <a:pt x="7779" y="7248"/>
                  </a:cubicBezTo>
                  <a:cubicBezTo>
                    <a:pt x="7898" y="7222"/>
                    <a:pt x="8011" y="7165"/>
                    <a:pt x="8110" y="7092"/>
                  </a:cubicBezTo>
                  <a:lnTo>
                    <a:pt x="11956" y="4234"/>
                  </a:lnTo>
                  <a:cubicBezTo>
                    <a:pt x="12264" y="4006"/>
                    <a:pt x="12328" y="3571"/>
                    <a:pt x="12099" y="3263"/>
                  </a:cubicBezTo>
                  <a:lnTo>
                    <a:pt x="10992" y="1772"/>
                  </a:lnTo>
                  <a:lnTo>
                    <a:pt x="9885" y="280"/>
                  </a:lnTo>
                  <a:cubicBezTo>
                    <a:pt x="9748" y="97"/>
                    <a:pt x="9539" y="0"/>
                    <a:pt x="9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368;p114">
              <a:extLst>
                <a:ext uri="{FF2B5EF4-FFF2-40B4-BE49-F238E27FC236}">
                  <a16:creationId xmlns:a16="http://schemas.microsoft.com/office/drawing/2014/main" id="{5CB84813-3E81-C39C-363E-F901969E188F}"/>
                </a:ext>
              </a:extLst>
            </p:cNvPr>
            <p:cNvSpPr/>
            <p:nvPr/>
          </p:nvSpPr>
          <p:spPr>
            <a:xfrm>
              <a:off x="3220350" y="3471125"/>
              <a:ext cx="139250" cy="149350"/>
            </a:xfrm>
            <a:custGeom>
              <a:avLst/>
              <a:gdLst/>
              <a:ahLst/>
              <a:cxnLst/>
              <a:rect l="l" t="t" r="r" b="b"/>
              <a:pathLst>
                <a:path w="5570" h="5974" extrusionOk="0">
                  <a:moveTo>
                    <a:pt x="2525" y="1"/>
                  </a:moveTo>
                  <a:lnTo>
                    <a:pt x="0" y="1877"/>
                  </a:lnTo>
                  <a:lnTo>
                    <a:pt x="3044" y="5974"/>
                  </a:lnTo>
                  <a:lnTo>
                    <a:pt x="5570" y="4097"/>
                  </a:lnTo>
                  <a:lnTo>
                    <a:pt x="2525" y="1"/>
                  </a:lnTo>
                  <a:close/>
                </a:path>
              </a:pathLst>
            </a:custGeom>
            <a:solidFill>
              <a:srgbClr val="4BA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369;p114">
              <a:extLst>
                <a:ext uri="{FF2B5EF4-FFF2-40B4-BE49-F238E27FC236}">
                  <a16:creationId xmlns:a16="http://schemas.microsoft.com/office/drawing/2014/main" id="{3B61B64B-1FC2-0685-B311-A7738093A0F0}"/>
                </a:ext>
              </a:extLst>
            </p:cNvPr>
            <p:cNvSpPr/>
            <p:nvPr/>
          </p:nvSpPr>
          <p:spPr>
            <a:xfrm>
              <a:off x="3200250" y="3382400"/>
              <a:ext cx="225950" cy="198625"/>
            </a:xfrm>
            <a:custGeom>
              <a:avLst/>
              <a:gdLst/>
              <a:ahLst/>
              <a:cxnLst/>
              <a:rect l="l" t="t" r="r" b="b"/>
              <a:pathLst>
                <a:path w="9038" h="7945" extrusionOk="0">
                  <a:moveTo>
                    <a:pt x="8731" y="1"/>
                  </a:moveTo>
                  <a:cubicBezTo>
                    <a:pt x="8667" y="1"/>
                    <a:pt x="8592" y="26"/>
                    <a:pt x="8505" y="91"/>
                  </a:cubicBezTo>
                  <a:lnTo>
                    <a:pt x="4507" y="3061"/>
                  </a:lnTo>
                  <a:cubicBezTo>
                    <a:pt x="4476" y="3083"/>
                    <a:pt x="4450" y="3112"/>
                    <a:pt x="4431" y="3144"/>
                  </a:cubicBezTo>
                  <a:cubicBezTo>
                    <a:pt x="4345" y="3281"/>
                    <a:pt x="4070" y="3679"/>
                    <a:pt x="3774" y="3679"/>
                  </a:cubicBezTo>
                  <a:cubicBezTo>
                    <a:pt x="3773" y="3679"/>
                    <a:pt x="3772" y="3679"/>
                    <a:pt x="3771" y="3679"/>
                  </a:cubicBezTo>
                  <a:cubicBezTo>
                    <a:pt x="3708" y="3679"/>
                    <a:pt x="3646" y="3700"/>
                    <a:pt x="3596" y="3739"/>
                  </a:cubicBezTo>
                  <a:lnTo>
                    <a:pt x="1861" y="5027"/>
                  </a:lnTo>
                  <a:cubicBezTo>
                    <a:pt x="1346" y="5409"/>
                    <a:pt x="908" y="5886"/>
                    <a:pt x="582" y="6438"/>
                  </a:cubicBezTo>
                  <a:cubicBezTo>
                    <a:pt x="321" y="6878"/>
                    <a:pt x="71" y="7418"/>
                    <a:pt x="1" y="7944"/>
                  </a:cubicBezTo>
                  <a:cubicBezTo>
                    <a:pt x="1" y="7944"/>
                    <a:pt x="515" y="6614"/>
                    <a:pt x="2052" y="5474"/>
                  </a:cubicBezTo>
                  <a:lnTo>
                    <a:pt x="3852" y="4136"/>
                  </a:lnTo>
                  <a:cubicBezTo>
                    <a:pt x="3903" y="4097"/>
                    <a:pt x="3962" y="4067"/>
                    <a:pt x="4024" y="4048"/>
                  </a:cubicBezTo>
                  <a:cubicBezTo>
                    <a:pt x="4179" y="4000"/>
                    <a:pt x="4499" y="3876"/>
                    <a:pt x="4623" y="3635"/>
                  </a:cubicBezTo>
                  <a:cubicBezTo>
                    <a:pt x="4663" y="3558"/>
                    <a:pt x="4720" y="3490"/>
                    <a:pt x="4790" y="3438"/>
                  </a:cubicBezTo>
                  <a:lnTo>
                    <a:pt x="9038" y="282"/>
                  </a:lnTo>
                  <a:cubicBezTo>
                    <a:pt x="9038" y="282"/>
                    <a:pt x="8946" y="1"/>
                    <a:pt x="8731" y="1"/>
                  </a:cubicBezTo>
                  <a:close/>
                </a:path>
              </a:pathLst>
            </a:custGeom>
            <a:solidFill>
              <a:srgbClr val="FFFFFF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4370;p114">
              <a:extLst>
                <a:ext uri="{FF2B5EF4-FFF2-40B4-BE49-F238E27FC236}">
                  <a16:creationId xmlns:a16="http://schemas.microsoft.com/office/drawing/2014/main" id="{2D33C8BF-A275-AB00-A450-55AD67561B75}"/>
                </a:ext>
              </a:extLst>
            </p:cNvPr>
            <p:cNvSpPr/>
            <p:nvPr/>
          </p:nvSpPr>
          <p:spPr>
            <a:xfrm>
              <a:off x="3230250" y="3460325"/>
              <a:ext cx="258800" cy="161900"/>
            </a:xfrm>
            <a:custGeom>
              <a:avLst/>
              <a:gdLst/>
              <a:ahLst/>
              <a:cxnLst/>
              <a:rect l="l" t="t" r="r" b="b"/>
              <a:pathLst>
                <a:path w="10352" h="6476" extrusionOk="0">
                  <a:moveTo>
                    <a:pt x="9944" y="1"/>
                  </a:moveTo>
                  <a:lnTo>
                    <a:pt x="5696" y="3157"/>
                  </a:lnTo>
                  <a:cubicBezTo>
                    <a:pt x="5625" y="3208"/>
                    <a:pt x="5544" y="3244"/>
                    <a:pt x="5458" y="3260"/>
                  </a:cubicBezTo>
                  <a:cubicBezTo>
                    <a:pt x="5193" y="3311"/>
                    <a:pt x="4981" y="3581"/>
                    <a:pt x="4891" y="3715"/>
                  </a:cubicBezTo>
                  <a:cubicBezTo>
                    <a:pt x="4855" y="3768"/>
                    <a:pt x="4810" y="3815"/>
                    <a:pt x="4758" y="3853"/>
                  </a:cubicBezTo>
                  <a:lnTo>
                    <a:pt x="2958" y="5191"/>
                  </a:lnTo>
                  <a:cubicBezTo>
                    <a:pt x="1422" y="6331"/>
                    <a:pt x="0" y="6441"/>
                    <a:pt x="0" y="6441"/>
                  </a:cubicBezTo>
                  <a:cubicBezTo>
                    <a:pt x="148" y="6465"/>
                    <a:pt x="302" y="6476"/>
                    <a:pt x="457" y="6476"/>
                  </a:cubicBezTo>
                  <a:cubicBezTo>
                    <a:pt x="850" y="6476"/>
                    <a:pt x="1254" y="6407"/>
                    <a:pt x="1611" y="6320"/>
                  </a:cubicBezTo>
                  <a:cubicBezTo>
                    <a:pt x="2232" y="6168"/>
                    <a:pt x="2815" y="5884"/>
                    <a:pt x="3329" y="5503"/>
                  </a:cubicBezTo>
                  <a:lnTo>
                    <a:pt x="5063" y="4214"/>
                  </a:lnTo>
                  <a:cubicBezTo>
                    <a:pt x="5114" y="4177"/>
                    <a:pt x="5154" y="4124"/>
                    <a:pt x="5172" y="4063"/>
                  </a:cubicBezTo>
                  <a:cubicBezTo>
                    <a:pt x="5255" y="3778"/>
                    <a:pt x="5717" y="3628"/>
                    <a:pt x="5874" y="3586"/>
                  </a:cubicBezTo>
                  <a:cubicBezTo>
                    <a:pt x="5910" y="3578"/>
                    <a:pt x="5944" y="3559"/>
                    <a:pt x="5975" y="3537"/>
                  </a:cubicBezTo>
                  <a:lnTo>
                    <a:pt x="9972" y="567"/>
                  </a:lnTo>
                  <a:cubicBezTo>
                    <a:pt x="10352" y="285"/>
                    <a:pt x="9944" y="1"/>
                    <a:pt x="9944" y="1"/>
                  </a:cubicBezTo>
                  <a:close/>
                </a:path>
              </a:pathLst>
            </a:custGeom>
            <a:solidFill>
              <a:srgbClr val="2366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4371;p114">
              <a:extLst>
                <a:ext uri="{FF2B5EF4-FFF2-40B4-BE49-F238E27FC236}">
                  <a16:creationId xmlns:a16="http://schemas.microsoft.com/office/drawing/2014/main" id="{3B1C4CD7-9686-6C8E-DCC7-ADC6D23AB264}"/>
                </a:ext>
              </a:extLst>
            </p:cNvPr>
            <p:cNvSpPr/>
            <p:nvPr/>
          </p:nvSpPr>
          <p:spPr>
            <a:xfrm>
              <a:off x="3213850" y="3525525"/>
              <a:ext cx="74575" cy="96250"/>
            </a:xfrm>
            <a:custGeom>
              <a:avLst/>
              <a:gdLst/>
              <a:ahLst/>
              <a:cxnLst/>
              <a:rect l="l" t="t" r="r" b="b"/>
              <a:pathLst>
                <a:path w="2983" h="3850" extrusionOk="0">
                  <a:moveTo>
                    <a:pt x="178" y="0"/>
                  </a:moveTo>
                  <a:cubicBezTo>
                    <a:pt x="145" y="0"/>
                    <a:pt x="112" y="10"/>
                    <a:pt x="84" y="31"/>
                  </a:cubicBezTo>
                  <a:cubicBezTo>
                    <a:pt x="14" y="83"/>
                    <a:pt x="0" y="182"/>
                    <a:pt x="52" y="251"/>
                  </a:cubicBezTo>
                  <a:lnTo>
                    <a:pt x="2678" y="3786"/>
                  </a:lnTo>
                  <a:cubicBezTo>
                    <a:pt x="2708" y="3828"/>
                    <a:pt x="2756" y="3850"/>
                    <a:pt x="2804" y="3850"/>
                  </a:cubicBezTo>
                  <a:cubicBezTo>
                    <a:pt x="2837" y="3850"/>
                    <a:pt x="2870" y="3839"/>
                    <a:pt x="2899" y="3818"/>
                  </a:cubicBezTo>
                  <a:cubicBezTo>
                    <a:pt x="2968" y="3767"/>
                    <a:pt x="2982" y="3668"/>
                    <a:pt x="2930" y="3598"/>
                  </a:cubicBezTo>
                  <a:lnTo>
                    <a:pt x="304" y="63"/>
                  </a:lnTo>
                  <a:cubicBezTo>
                    <a:pt x="274" y="22"/>
                    <a:pt x="226" y="0"/>
                    <a:pt x="178" y="0"/>
                  </a:cubicBezTo>
                  <a:close/>
                </a:path>
              </a:pathLst>
            </a:custGeom>
            <a:solidFill>
              <a:srgbClr val="FFF6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4372;p114">
              <a:extLst>
                <a:ext uri="{FF2B5EF4-FFF2-40B4-BE49-F238E27FC236}">
                  <a16:creationId xmlns:a16="http://schemas.microsoft.com/office/drawing/2014/main" id="{0FD89795-58A8-A0B9-5B73-51606420A0A8}"/>
                </a:ext>
              </a:extLst>
            </p:cNvPr>
            <p:cNvSpPr/>
            <p:nvPr/>
          </p:nvSpPr>
          <p:spPr>
            <a:xfrm>
              <a:off x="3300200" y="3467200"/>
              <a:ext cx="70975" cy="90950"/>
            </a:xfrm>
            <a:custGeom>
              <a:avLst/>
              <a:gdLst/>
              <a:ahLst/>
              <a:cxnLst/>
              <a:rect l="l" t="t" r="r" b="b"/>
              <a:pathLst>
                <a:path w="2839" h="3638" extrusionOk="0">
                  <a:moveTo>
                    <a:pt x="199" y="1"/>
                  </a:moveTo>
                  <a:cubicBezTo>
                    <a:pt x="162" y="1"/>
                    <a:pt x="125" y="12"/>
                    <a:pt x="94" y="36"/>
                  </a:cubicBezTo>
                  <a:cubicBezTo>
                    <a:pt x="17" y="94"/>
                    <a:pt x="0" y="205"/>
                    <a:pt x="58" y="284"/>
                  </a:cubicBezTo>
                  <a:lnTo>
                    <a:pt x="2497" y="3567"/>
                  </a:lnTo>
                  <a:cubicBezTo>
                    <a:pt x="2532" y="3613"/>
                    <a:pt x="2585" y="3637"/>
                    <a:pt x="2640" y="3637"/>
                  </a:cubicBezTo>
                  <a:cubicBezTo>
                    <a:pt x="2676" y="3637"/>
                    <a:pt x="2713" y="3626"/>
                    <a:pt x="2745" y="3603"/>
                  </a:cubicBezTo>
                  <a:cubicBezTo>
                    <a:pt x="2822" y="3545"/>
                    <a:pt x="2839" y="3434"/>
                    <a:pt x="2781" y="3355"/>
                  </a:cubicBezTo>
                  <a:lnTo>
                    <a:pt x="342" y="72"/>
                  </a:lnTo>
                  <a:cubicBezTo>
                    <a:pt x="307" y="26"/>
                    <a:pt x="253" y="1"/>
                    <a:pt x="199" y="1"/>
                  </a:cubicBezTo>
                  <a:close/>
                </a:path>
              </a:pathLst>
            </a:custGeom>
            <a:solidFill>
              <a:srgbClr val="FFF6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4373;p114">
              <a:extLst>
                <a:ext uri="{FF2B5EF4-FFF2-40B4-BE49-F238E27FC236}">
                  <a16:creationId xmlns:a16="http://schemas.microsoft.com/office/drawing/2014/main" id="{1DFA4327-5E76-E9A2-07FF-0BC54230E09B}"/>
                </a:ext>
              </a:extLst>
            </p:cNvPr>
            <p:cNvSpPr/>
            <p:nvPr/>
          </p:nvSpPr>
          <p:spPr>
            <a:xfrm>
              <a:off x="3183550" y="3593425"/>
              <a:ext cx="30600" cy="38725"/>
            </a:xfrm>
            <a:custGeom>
              <a:avLst/>
              <a:gdLst/>
              <a:ahLst/>
              <a:cxnLst/>
              <a:rect l="l" t="t" r="r" b="b"/>
              <a:pathLst>
                <a:path w="1224" h="1549" extrusionOk="0">
                  <a:moveTo>
                    <a:pt x="83" y="0"/>
                  </a:moveTo>
                  <a:lnTo>
                    <a:pt x="1" y="230"/>
                  </a:lnTo>
                  <a:lnTo>
                    <a:pt x="491" y="889"/>
                  </a:lnTo>
                  <a:lnTo>
                    <a:pt x="980" y="1549"/>
                  </a:lnTo>
                  <a:lnTo>
                    <a:pt x="1224" y="1534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2366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4374;p114">
              <a:extLst>
                <a:ext uri="{FF2B5EF4-FFF2-40B4-BE49-F238E27FC236}">
                  <a16:creationId xmlns:a16="http://schemas.microsoft.com/office/drawing/2014/main" id="{F8782191-2158-6A39-984B-3A66A3E0427C}"/>
                </a:ext>
              </a:extLst>
            </p:cNvPr>
            <p:cNvSpPr/>
            <p:nvPr/>
          </p:nvSpPr>
          <p:spPr>
            <a:xfrm>
              <a:off x="3162900" y="3595475"/>
              <a:ext cx="48125" cy="53925"/>
            </a:xfrm>
            <a:custGeom>
              <a:avLst/>
              <a:gdLst/>
              <a:ahLst/>
              <a:cxnLst/>
              <a:rect l="l" t="t" r="r" b="b"/>
              <a:pathLst>
                <a:path w="1925" h="2157" extrusionOk="0">
                  <a:moveTo>
                    <a:pt x="722" y="1"/>
                  </a:moveTo>
                  <a:lnTo>
                    <a:pt x="1" y="537"/>
                  </a:lnTo>
                  <a:lnTo>
                    <a:pt x="1204" y="2157"/>
                  </a:lnTo>
                  <a:lnTo>
                    <a:pt x="1925" y="1621"/>
                  </a:lnTo>
                  <a:lnTo>
                    <a:pt x="722" y="1"/>
                  </a:lnTo>
                  <a:close/>
                </a:path>
              </a:pathLst>
            </a:custGeom>
            <a:solidFill>
              <a:srgbClr val="4BA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4375;p114">
              <a:extLst>
                <a:ext uri="{FF2B5EF4-FFF2-40B4-BE49-F238E27FC236}">
                  <a16:creationId xmlns:a16="http://schemas.microsoft.com/office/drawing/2014/main" id="{5AE5C098-64A3-C526-555E-2AC57617BF0D}"/>
                </a:ext>
              </a:extLst>
            </p:cNvPr>
            <p:cNvSpPr/>
            <p:nvPr/>
          </p:nvSpPr>
          <p:spPr>
            <a:xfrm>
              <a:off x="3162900" y="3595475"/>
              <a:ext cx="24600" cy="22250"/>
            </a:xfrm>
            <a:custGeom>
              <a:avLst/>
              <a:gdLst/>
              <a:ahLst/>
              <a:cxnLst/>
              <a:rect l="l" t="t" r="r" b="b"/>
              <a:pathLst>
                <a:path w="984" h="890" extrusionOk="0">
                  <a:moveTo>
                    <a:pt x="722" y="1"/>
                  </a:moveTo>
                  <a:lnTo>
                    <a:pt x="1" y="537"/>
                  </a:lnTo>
                  <a:lnTo>
                    <a:pt x="263" y="889"/>
                  </a:lnTo>
                  <a:lnTo>
                    <a:pt x="984" y="353"/>
                  </a:lnTo>
                  <a:lnTo>
                    <a:pt x="722" y="1"/>
                  </a:lnTo>
                  <a:close/>
                </a:path>
              </a:pathLst>
            </a:custGeom>
            <a:solidFill>
              <a:srgbClr val="FFF6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4376;p114">
              <a:extLst>
                <a:ext uri="{FF2B5EF4-FFF2-40B4-BE49-F238E27FC236}">
                  <a16:creationId xmlns:a16="http://schemas.microsoft.com/office/drawing/2014/main" id="{32E6B4C1-6493-EEC6-7E12-13A7C3EF299D}"/>
                </a:ext>
              </a:extLst>
            </p:cNvPr>
            <p:cNvSpPr/>
            <p:nvPr/>
          </p:nvSpPr>
          <p:spPr>
            <a:xfrm>
              <a:off x="3184750" y="3624900"/>
              <a:ext cx="26300" cy="24525"/>
            </a:xfrm>
            <a:custGeom>
              <a:avLst/>
              <a:gdLst/>
              <a:ahLst/>
              <a:cxnLst/>
              <a:rect l="l" t="t" r="r" b="b"/>
              <a:pathLst>
                <a:path w="1052" h="981" extrusionOk="0">
                  <a:moveTo>
                    <a:pt x="721" y="0"/>
                  </a:moveTo>
                  <a:lnTo>
                    <a:pt x="0" y="535"/>
                  </a:lnTo>
                  <a:lnTo>
                    <a:pt x="330" y="981"/>
                  </a:lnTo>
                  <a:lnTo>
                    <a:pt x="1052" y="444"/>
                  </a:lnTo>
                  <a:lnTo>
                    <a:pt x="721" y="0"/>
                  </a:lnTo>
                  <a:close/>
                </a:path>
              </a:pathLst>
            </a:custGeom>
            <a:solidFill>
              <a:srgbClr val="357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4377;p114">
              <a:extLst>
                <a:ext uri="{FF2B5EF4-FFF2-40B4-BE49-F238E27FC236}">
                  <a16:creationId xmlns:a16="http://schemas.microsoft.com/office/drawing/2014/main" id="{1AE87456-28A8-FBCF-FE5D-53A86929C6EC}"/>
                </a:ext>
              </a:extLst>
            </p:cNvPr>
            <p:cNvSpPr/>
            <p:nvPr/>
          </p:nvSpPr>
          <p:spPr>
            <a:xfrm>
              <a:off x="3532425" y="3525700"/>
              <a:ext cx="671725" cy="649550"/>
            </a:xfrm>
            <a:custGeom>
              <a:avLst/>
              <a:gdLst/>
              <a:ahLst/>
              <a:cxnLst/>
              <a:rect l="l" t="t" r="r" b="b"/>
              <a:pathLst>
                <a:path w="26869" h="25982" extrusionOk="0">
                  <a:moveTo>
                    <a:pt x="9642" y="0"/>
                  </a:moveTo>
                  <a:cubicBezTo>
                    <a:pt x="9539" y="0"/>
                    <a:pt x="9429" y="11"/>
                    <a:pt x="9312" y="33"/>
                  </a:cubicBezTo>
                  <a:cubicBezTo>
                    <a:pt x="6209" y="612"/>
                    <a:pt x="4470" y="7506"/>
                    <a:pt x="4470" y="7506"/>
                  </a:cubicBezTo>
                  <a:cubicBezTo>
                    <a:pt x="4470" y="7506"/>
                    <a:pt x="1" y="19442"/>
                    <a:pt x="4616" y="25982"/>
                  </a:cubicBezTo>
                  <a:cubicBezTo>
                    <a:pt x="26868" y="25982"/>
                    <a:pt x="17963" y="16196"/>
                    <a:pt x="12773" y="16196"/>
                  </a:cubicBezTo>
                  <a:cubicBezTo>
                    <a:pt x="12428" y="16196"/>
                    <a:pt x="12098" y="16240"/>
                    <a:pt x="11796" y="16332"/>
                  </a:cubicBezTo>
                  <a:cubicBezTo>
                    <a:pt x="17162" y="10194"/>
                    <a:pt x="17084" y="7567"/>
                    <a:pt x="15011" y="7567"/>
                  </a:cubicBezTo>
                  <a:cubicBezTo>
                    <a:pt x="13727" y="7567"/>
                    <a:pt x="11678" y="8575"/>
                    <a:pt x="9684" y="10379"/>
                  </a:cubicBezTo>
                  <a:cubicBezTo>
                    <a:pt x="10521" y="6914"/>
                    <a:pt x="12277" y="0"/>
                    <a:pt x="96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4378;p114">
              <a:extLst>
                <a:ext uri="{FF2B5EF4-FFF2-40B4-BE49-F238E27FC236}">
                  <a16:creationId xmlns:a16="http://schemas.microsoft.com/office/drawing/2014/main" id="{33845394-136C-547B-F73C-5D258888C2DD}"/>
                </a:ext>
              </a:extLst>
            </p:cNvPr>
            <p:cNvSpPr/>
            <p:nvPr/>
          </p:nvSpPr>
          <p:spPr>
            <a:xfrm>
              <a:off x="3595575" y="4012050"/>
              <a:ext cx="362100" cy="99175"/>
            </a:xfrm>
            <a:custGeom>
              <a:avLst/>
              <a:gdLst/>
              <a:ahLst/>
              <a:cxnLst/>
              <a:rect l="l" t="t" r="r" b="b"/>
              <a:pathLst>
                <a:path w="14484" h="3967" fill="none" extrusionOk="0">
                  <a:moveTo>
                    <a:pt x="14484" y="1125"/>
                  </a:moveTo>
                  <a:cubicBezTo>
                    <a:pt x="14484" y="1125"/>
                    <a:pt x="8610" y="0"/>
                    <a:pt x="1" y="3967"/>
                  </a:cubicBezTo>
                </a:path>
              </a:pathLst>
            </a:custGeom>
            <a:noFill/>
            <a:ln w="7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4379;p114">
              <a:extLst>
                <a:ext uri="{FF2B5EF4-FFF2-40B4-BE49-F238E27FC236}">
                  <a16:creationId xmlns:a16="http://schemas.microsoft.com/office/drawing/2014/main" id="{89D0EFB6-4BB6-2DA8-7620-86AD9C62B18A}"/>
                </a:ext>
              </a:extLst>
            </p:cNvPr>
            <p:cNvSpPr/>
            <p:nvPr/>
          </p:nvSpPr>
          <p:spPr>
            <a:xfrm>
              <a:off x="3661075" y="3574075"/>
              <a:ext cx="90225" cy="364650"/>
            </a:xfrm>
            <a:custGeom>
              <a:avLst/>
              <a:gdLst/>
              <a:ahLst/>
              <a:cxnLst/>
              <a:rect l="l" t="t" r="r" b="b"/>
              <a:pathLst>
                <a:path w="3609" h="14586" fill="none" extrusionOk="0">
                  <a:moveTo>
                    <a:pt x="3608" y="1"/>
                  </a:moveTo>
                  <a:cubicBezTo>
                    <a:pt x="3608" y="1"/>
                    <a:pt x="1049" y="7193"/>
                    <a:pt x="1" y="14586"/>
                  </a:cubicBezTo>
                </a:path>
              </a:pathLst>
            </a:custGeom>
            <a:noFill/>
            <a:ln w="7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4380;p114">
              <a:extLst>
                <a:ext uri="{FF2B5EF4-FFF2-40B4-BE49-F238E27FC236}">
                  <a16:creationId xmlns:a16="http://schemas.microsoft.com/office/drawing/2014/main" id="{DDFA5A10-27EA-0D21-3911-96C4AD1BBB20}"/>
                </a:ext>
              </a:extLst>
            </p:cNvPr>
            <p:cNvSpPr/>
            <p:nvPr/>
          </p:nvSpPr>
          <p:spPr>
            <a:xfrm>
              <a:off x="3765250" y="3756400"/>
              <a:ext cx="133475" cy="101100"/>
            </a:xfrm>
            <a:custGeom>
              <a:avLst/>
              <a:gdLst/>
              <a:ahLst/>
              <a:cxnLst/>
              <a:rect l="l" t="t" r="r" b="b"/>
              <a:pathLst>
                <a:path w="5339" h="4044" fill="none" extrusionOk="0">
                  <a:moveTo>
                    <a:pt x="5339" y="0"/>
                  </a:moveTo>
                  <a:cubicBezTo>
                    <a:pt x="5339" y="0"/>
                    <a:pt x="2110" y="1597"/>
                    <a:pt x="0" y="4043"/>
                  </a:cubicBezTo>
                </a:path>
              </a:pathLst>
            </a:custGeom>
            <a:noFill/>
            <a:ln w="7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4381;p114">
              <a:extLst>
                <a:ext uri="{FF2B5EF4-FFF2-40B4-BE49-F238E27FC236}">
                  <a16:creationId xmlns:a16="http://schemas.microsoft.com/office/drawing/2014/main" id="{648407CE-1910-D780-5F76-3940A1CF6BE3}"/>
                </a:ext>
              </a:extLst>
            </p:cNvPr>
            <p:cNvSpPr/>
            <p:nvPr/>
          </p:nvSpPr>
          <p:spPr>
            <a:xfrm>
              <a:off x="3592450" y="3598425"/>
              <a:ext cx="464600" cy="476200"/>
            </a:xfrm>
            <a:custGeom>
              <a:avLst/>
              <a:gdLst/>
              <a:ahLst/>
              <a:cxnLst/>
              <a:rect l="l" t="t" r="r" b="b"/>
              <a:pathLst>
                <a:path w="18584" h="19048" extrusionOk="0">
                  <a:moveTo>
                    <a:pt x="11324" y="1"/>
                  </a:moveTo>
                  <a:cubicBezTo>
                    <a:pt x="11193" y="1"/>
                    <a:pt x="11047" y="15"/>
                    <a:pt x="10886" y="44"/>
                  </a:cubicBezTo>
                  <a:cubicBezTo>
                    <a:pt x="6664" y="813"/>
                    <a:pt x="1822" y="13046"/>
                    <a:pt x="1822" y="13046"/>
                  </a:cubicBezTo>
                  <a:cubicBezTo>
                    <a:pt x="1822" y="13046"/>
                    <a:pt x="1822" y="14423"/>
                    <a:pt x="0" y="19048"/>
                  </a:cubicBezTo>
                  <a:cubicBezTo>
                    <a:pt x="9851" y="17339"/>
                    <a:pt x="18583" y="8092"/>
                    <a:pt x="15355" y="7678"/>
                  </a:cubicBezTo>
                  <a:cubicBezTo>
                    <a:pt x="14995" y="7632"/>
                    <a:pt x="14629" y="7611"/>
                    <a:pt x="14263" y="7611"/>
                  </a:cubicBezTo>
                  <a:cubicBezTo>
                    <a:pt x="11343" y="7611"/>
                    <a:pt x="8402" y="8919"/>
                    <a:pt x="8402" y="8919"/>
                  </a:cubicBezTo>
                  <a:cubicBezTo>
                    <a:pt x="8402" y="8919"/>
                    <a:pt x="14602" y="1"/>
                    <a:pt x="1132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4382;p114">
              <a:extLst>
                <a:ext uri="{FF2B5EF4-FFF2-40B4-BE49-F238E27FC236}">
                  <a16:creationId xmlns:a16="http://schemas.microsoft.com/office/drawing/2014/main" id="{A4295F1A-A438-C448-079C-EB32F323719D}"/>
                </a:ext>
              </a:extLst>
            </p:cNvPr>
            <p:cNvSpPr/>
            <p:nvPr/>
          </p:nvSpPr>
          <p:spPr>
            <a:xfrm>
              <a:off x="3637925" y="3636125"/>
              <a:ext cx="226650" cy="428425"/>
            </a:xfrm>
            <a:custGeom>
              <a:avLst/>
              <a:gdLst/>
              <a:ahLst/>
              <a:cxnLst/>
              <a:rect l="l" t="t" r="r" b="b"/>
              <a:pathLst>
                <a:path w="9066" h="17137" fill="none" extrusionOk="0">
                  <a:moveTo>
                    <a:pt x="9066" y="1"/>
                  </a:moveTo>
                  <a:cubicBezTo>
                    <a:pt x="9066" y="1"/>
                    <a:pt x="2485" y="6831"/>
                    <a:pt x="1" y="17136"/>
                  </a:cubicBezTo>
                </a:path>
              </a:pathLst>
            </a:custGeom>
            <a:noFill/>
            <a:ln w="7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4383;p114">
              <a:extLst>
                <a:ext uri="{FF2B5EF4-FFF2-40B4-BE49-F238E27FC236}">
                  <a16:creationId xmlns:a16="http://schemas.microsoft.com/office/drawing/2014/main" id="{30C56910-B7E6-EB03-5E2B-D4FD1336453F}"/>
                </a:ext>
              </a:extLst>
            </p:cNvPr>
            <p:cNvSpPr/>
            <p:nvPr/>
          </p:nvSpPr>
          <p:spPr>
            <a:xfrm>
              <a:off x="3619250" y="3826650"/>
              <a:ext cx="338425" cy="242525"/>
            </a:xfrm>
            <a:custGeom>
              <a:avLst/>
              <a:gdLst/>
              <a:ahLst/>
              <a:cxnLst/>
              <a:rect l="l" t="t" r="r" b="b"/>
              <a:pathLst>
                <a:path w="13537" h="9701" fill="none" extrusionOk="0">
                  <a:moveTo>
                    <a:pt x="13537" y="1"/>
                  </a:moveTo>
                  <a:cubicBezTo>
                    <a:pt x="13537" y="1"/>
                    <a:pt x="5709" y="1939"/>
                    <a:pt x="0" y="9701"/>
                  </a:cubicBezTo>
                </a:path>
              </a:pathLst>
            </a:custGeom>
            <a:noFill/>
            <a:ln w="7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4384;p114">
              <a:extLst>
                <a:ext uri="{FF2B5EF4-FFF2-40B4-BE49-F238E27FC236}">
                  <a16:creationId xmlns:a16="http://schemas.microsoft.com/office/drawing/2014/main" id="{6CCC4FC1-0A36-897C-83FB-DE7F10C0680F}"/>
                </a:ext>
              </a:extLst>
            </p:cNvPr>
            <p:cNvSpPr/>
            <p:nvPr/>
          </p:nvSpPr>
          <p:spPr>
            <a:xfrm>
              <a:off x="3076450" y="3478075"/>
              <a:ext cx="609375" cy="697175"/>
            </a:xfrm>
            <a:custGeom>
              <a:avLst/>
              <a:gdLst/>
              <a:ahLst/>
              <a:cxnLst/>
              <a:rect l="l" t="t" r="r" b="b"/>
              <a:pathLst>
                <a:path w="24375" h="27887" extrusionOk="0">
                  <a:moveTo>
                    <a:pt x="12188" y="0"/>
                  </a:moveTo>
                  <a:lnTo>
                    <a:pt x="1" y="821"/>
                  </a:lnTo>
                  <a:lnTo>
                    <a:pt x="1520" y="27887"/>
                  </a:lnTo>
                  <a:lnTo>
                    <a:pt x="22855" y="27887"/>
                  </a:lnTo>
                  <a:lnTo>
                    <a:pt x="24374" y="821"/>
                  </a:lnTo>
                  <a:lnTo>
                    <a:pt x="1218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4385;p114">
              <a:extLst>
                <a:ext uri="{FF2B5EF4-FFF2-40B4-BE49-F238E27FC236}">
                  <a16:creationId xmlns:a16="http://schemas.microsoft.com/office/drawing/2014/main" id="{600BCB69-C602-C3A6-9E1C-73DE37A55BD5}"/>
                </a:ext>
              </a:extLst>
            </p:cNvPr>
            <p:cNvSpPr/>
            <p:nvPr/>
          </p:nvSpPr>
          <p:spPr>
            <a:xfrm>
              <a:off x="3076450" y="3482075"/>
              <a:ext cx="609375" cy="68925"/>
            </a:xfrm>
            <a:custGeom>
              <a:avLst/>
              <a:gdLst/>
              <a:ahLst/>
              <a:cxnLst/>
              <a:rect l="l" t="t" r="r" b="b"/>
              <a:pathLst>
                <a:path w="24375" h="2757" extrusionOk="0">
                  <a:moveTo>
                    <a:pt x="9824" y="0"/>
                  </a:moveTo>
                  <a:lnTo>
                    <a:pt x="1" y="661"/>
                  </a:lnTo>
                  <a:lnTo>
                    <a:pt x="56" y="1638"/>
                  </a:lnTo>
                  <a:lnTo>
                    <a:pt x="18960" y="1638"/>
                  </a:lnTo>
                  <a:cubicBezTo>
                    <a:pt x="19236" y="2294"/>
                    <a:pt x="19884" y="2756"/>
                    <a:pt x="20639" y="2756"/>
                  </a:cubicBezTo>
                  <a:cubicBezTo>
                    <a:pt x="21395" y="2756"/>
                    <a:pt x="22044" y="2295"/>
                    <a:pt x="22319" y="1638"/>
                  </a:cubicBezTo>
                  <a:lnTo>
                    <a:pt x="24318" y="1638"/>
                  </a:lnTo>
                  <a:lnTo>
                    <a:pt x="24374" y="661"/>
                  </a:lnTo>
                  <a:lnTo>
                    <a:pt x="14551" y="0"/>
                  </a:lnTo>
                  <a:close/>
                </a:path>
              </a:pathLst>
            </a:custGeom>
            <a:solidFill>
              <a:srgbClr val="000000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4386;p114">
              <a:extLst>
                <a:ext uri="{FF2B5EF4-FFF2-40B4-BE49-F238E27FC236}">
                  <a16:creationId xmlns:a16="http://schemas.microsoft.com/office/drawing/2014/main" id="{7C8D500D-42E8-5CA3-B221-5250C4FB4EA0}"/>
                </a:ext>
              </a:extLst>
            </p:cNvPr>
            <p:cNvSpPr/>
            <p:nvPr/>
          </p:nvSpPr>
          <p:spPr>
            <a:xfrm>
              <a:off x="2890950" y="3467525"/>
              <a:ext cx="139200" cy="707725"/>
            </a:xfrm>
            <a:custGeom>
              <a:avLst/>
              <a:gdLst/>
              <a:ahLst/>
              <a:cxnLst/>
              <a:rect l="l" t="t" r="r" b="b"/>
              <a:pathLst>
                <a:path w="5568" h="28309" extrusionOk="0">
                  <a:moveTo>
                    <a:pt x="1" y="1"/>
                  </a:moveTo>
                  <a:lnTo>
                    <a:pt x="1" y="28309"/>
                  </a:lnTo>
                  <a:lnTo>
                    <a:pt x="5392" y="28309"/>
                  </a:lnTo>
                  <a:cubicBezTo>
                    <a:pt x="5567" y="26488"/>
                    <a:pt x="4815" y="978"/>
                    <a:pt x="4815" y="97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4387;p114">
              <a:extLst>
                <a:ext uri="{FF2B5EF4-FFF2-40B4-BE49-F238E27FC236}">
                  <a16:creationId xmlns:a16="http://schemas.microsoft.com/office/drawing/2014/main" id="{B21525AF-ABF6-2A4F-EB75-D583B23A1816}"/>
                </a:ext>
              </a:extLst>
            </p:cNvPr>
            <p:cNvSpPr/>
            <p:nvPr/>
          </p:nvSpPr>
          <p:spPr>
            <a:xfrm>
              <a:off x="2700575" y="3472875"/>
              <a:ext cx="284700" cy="702400"/>
            </a:xfrm>
            <a:custGeom>
              <a:avLst/>
              <a:gdLst/>
              <a:ahLst/>
              <a:cxnLst/>
              <a:rect l="l" t="t" r="r" b="b"/>
              <a:pathLst>
                <a:path w="11388" h="28096" extrusionOk="0">
                  <a:moveTo>
                    <a:pt x="4852" y="0"/>
                  </a:moveTo>
                  <a:cubicBezTo>
                    <a:pt x="2676" y="0"/>
                    <a:pt x="753" y="232"/>
                    <a:pt x="579" y="1030"/>
                  </a:cubicBezTo>
                  <a:cubicBezTo>
                    <a:pt x="165" y="2933"/>
                    <a:pt x="414" y="7734"/>
                    <a:pt x="414" y="7734"/>
                  </a:cubicBezTo>
                  <a:lnTo>
                    <a:pt x="0" y="28096"/>
                  </a:lnTo>
                  <a:lnTo>
                    <a:pt x="8774" y="28096"/>
                  </a:lnTo>
                  <a:lnTo>
                    <a:pt x="9611" y="6823"/>
                  </a:lnTo>
                  <a:cubicBezTo>
                    <a:pt x="11110" y="6243"/>
                    <a:pt x="11387" y="447"/>
                    <a:pt x="11387" y="447"/>
                  </a:cubicBezTo>
                  <a:cubicBezTo>
                    <a:pt x="11387" y="447"/>
                    <a:pt x="7875" y="0"/>
                    <a:pt x="48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4388;p114">
              <a:extLst>
                <a:ext uri="{FF2B5EF4-FFF2-40B4-BE49-F238E27FC236}">
                  <a16:creationId xmlns:a16="http://schemas.microsoft.com/office/drawing/2014/main" id="{0283FAC9-E18D-5A87-B0DA-08596D6C1CEC}"/>
                </a:ext>
              </a:extLst>
            </p:cNvPr>
            <p:cNvSpPr/>
            <p:nvPr/>
          </p:nvSpPr>
          <p:spPr>
            <a:xfrm>
              <a:off x="2940825" y="3481900"/>
              <a:ext cx="44450" cy="161550"/>
            </a:xfrm>
            <a:custGeom>
              <a:avLst/>
              <a:gdLst/>
              <a:ahLst/>
              <a:cxnLst/>
              <a:rect l="l" t="t" r="r" b="b"/>
              <a:pathLst>
                <a:path w="1778" h="6462" extrusionOk="0">
                  <a:moveTo>
                    <a:pt x="1041" y="1"/>
                  </a:moveTo>
                  <a:cubicBezTo>
                    <a:pt x="771" y="253"/>
                    <a:pt x="431" y="605"/>
                    <a:pt x="1" y="1100"/>
                  </a:cubicBezTo>
                  <a:cubicBezTo>
                    <a:pt x="258" y="3270"/>
                    <a:pt x="1" y="6461"/>
                    <a:pt x="1" y="6461"/>
                  </a:cubicBezTo>
                  <a:cubicBezTo>
                    <a:pt x="1500" y="5882"/>
                    <a:pt x="1777" y="86"/>
                    <a:pt x="1777" y="86"/>
                  </a:cubicBezTo>
                  <a:cubicBezTo>
                    <a:pt x="1777" y="86"/>
                    <a:pt x="1501" y="51"/>
                    <a:pt x="10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4389;p114">
              <a:extLst>
                <a:ext uri="{FF2B5EF4-FFF2-40B4-BE49-F238E27FC236}">
                  <a16:creationId xmlns:a16="http://schemas.microsoft.com/office/drawing/2014/main" id="{CB9B4F48-C15C-614B-0A91-741592646DC7}"/>
                </a:ext>
              </a:extLst>
            </p:cNvPr>
            <p:cNvSpPr/>
            <p:nvPr/>
          </p:nvSpPr>
          <p:spPr>
            <a:xfrm>
              <a:off x="2940825" y="3481900"/>
              <a:ext cx="44450" cy="161550"/>
            </a:xfrm>
            <a:custGeom>
              <a:avLst/>
              <a:gdLst/>
              <a:ahLst/>
              <a:cxnLst/>
              <a:rect l="l" t="t" r="r" b="b"/>
              <a:pathLst>
                <a:path w="1778" h="6462" extrusionOk="0">
                  <a:moveTo>
                    <a:pt x="1041" y="1"/>
                  </a:moveTo>
                  <a:cubicBezTo>
                    <a:pt x="771" y="253"/>
                    <a:pt x="431" y="605"/>
                    <a:pt x="1" y="1100"/>
                  </a:cubicBezTo>
                  <a:cubicBezTo>
                    <a:pt x="258" y="3270"/>
                    <a:pt x="1" y="6461"/>
                    <a:pt x="1" y="6461"/>
                  </a:cubicBezTo>
                  <a:cubicBezTo>
                    <a:pt x="1500" y="5882"/>
                    <a:pt x="1777" y="86"/>
                    <a:pt x="1777" y="86"/>
                  </a:cubicBezTo>
                  <a:cubicBezTo>
                    <a:pt x="1777" y="86"/>
                    <a:pt x="1501" y="51"/>
                    <a:pt x="1041" y="1"/>
                  </a:cubicBezTo>
                  <a:close/>
                </a:path>
              </a:pathLst>
            </a:custGeom>
            <a:solidFill>
              <a:schemeClr val="dk1">
                <a:alpha val="315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4390;p114">
              <a:extLst>
                <a:ext uri="{FF2B5EF4-FFF2-40B4-BE49-F238E27FC236}">
                  <a16:creationId xmlns:a16="http://schemas.microsoft.com/office/drawing/2014/main" id="{957E0306-8224-6145-D032-9EC1D5708472}"/>
                </a:ext>
              </a:extLst>
            </p:cNvPr>
            <p:cNvSpPr/>
            <p:nvPr/>
          </p:nvSpPr>
          <p:spPr>
            <a:xfrm>
              <a:off x="3519625" y="2684900"/>
              <a:ext cx="87100" cy="786525"/>
            </a:xfrm>
            <a:custGeom>
              <a:avLst/>
              <a:gdLst/>
              <a:ahLst/>
              <a:cxnLst/>
              <a:rect l="l" t="t" r="r" b="b"/>
              <a:pathLst>
                <a:path w="3484" h="31461" extrusionOk="0">
                  <a:moveTo>
                    <a:pt x="1238" y="0"/>
                  </a:moveTo>
                  <a:lnTo>
                    <a:pt x="0" y="89"/>
                  </a:lnTo>
                  <a:lnTo>
                    <a:pt x="2246" y="31460"/>
                  </a:lnTo>
                  <a:lnTo>
                    <a:pt x="3483" y="31372"/>
                  </a:lnTo>
                  <a:lnTo>
                    <a:pt x="12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4391;p114">
              <a:extLst>
                <a:ext uri="{FF2B5EF4-FFF2-40B4-BE49-F238E27FC236}">
                  <a16:creationId xmlns:a16="http://schemas.microsoft.com/office/drawing/2014/main" id="{3A6FC0E5-E4AD-0239-E888-7CAF13A5E357}"/>
                </a:ext>
              </a:extLst>
            </p:cNvPr>
            <p:cNvSpPr/>
            <p:nvPr/>
          </p:nvSpPr>
          <p:spPr>
            <a:xfrm>
              <a:off x="3458950" y="2687400"/>
              <a:ext cx="117050" cy="788650"/>
            </a:xfrm>
            <a:custGeom>
              <a:avLst/>
              <a:gdLst/>
              <a:ahLst/>
              <a:cxnLst/>
              <a:rect l="l" t="t" r="r" b="b"/>
              <a:pathLst>
                <a:path w="4682" h="31546" extrusionOk="0">
                  <a:moveTo>
                    <a:pt x="2437" y="0"/>
                  </a:moveTo>
                  <a:lnTo>
                    <a:pt x="0" y="174"/>
                  </a:lnTo>
                  <a:lnTo>
                    <a:pt x="2246" y="31546"/>
                  </a:lnTo>
                  <a:lnTo>
                    <a:pt x="4681" y="31371"/>
                  </a:lnTo>
                  <a:lnTo>
                    <a:pt x="24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4392;p114">
              <a:extLst>
                <a:ext uri="{FF2B5EF4-FFF2-40B4-BE49-F238E27FC236}">
                  <a16:creationId xmlns:a16="http://schemas.microsoft.com/office/drawing/2014/main" id="{F75C9E89-35BC-B7A8-CF77-862892F64009}"/>
                </a:ext>
              </a:extLst>
            </p:cNvPr>
            <p:cNvSpPr/>
            <p:nvPr/>
          </p:nvSpPr>
          <p:spPr>
            <a:xfrm>
              <a:off x="3454400" y="2665525"/>
              <a:ext cx="119425" cy="28575"/>
            </a:xfrm>
            <a:custGeom>
              <a:avLst/>
              <a:gdLst/>
              <a:ahLst/>
              <a:cxnLst/>
              <a:rect l="l" t="t" r="r" b="b"/>
              <a:pathLst>
                <a:path w="4777" h="1143" extrusionOk="0">
                  <a:moveTo>
                    <a:pt x="2658" y="1"/>
                  </a:moveTo>
                  <a:cubicBezTo>
                    <a:pt x="1578" y="1"/>
                    <a:pt x="1" y="677"/>
                    <a:pt x="1" y="677"/>
                  </a:cubicBezTo>
                  <a:cubicBezTo>
                    <a:pt x="1" y="677"/>
                    <a:pt x="1025" y="1142"/>
                    <a:pt x="1951" y="1142"/>
                  </a:cubicBezTo>
                  <a:cubicBezTo>
                    <a:pt x="2051" y="1142"/>
                    <a:pt x="2150" y="1137"/>
                    <a:pt x="2247" y="1125"/>
                  </a:cubicBezTo>
                  <a:cubicBezTo>
                    <a:pt x="2521" y="999"/>
                    <a:pt x="2793" y="961"/>
                    <a:pt x="3050" y="961"/>
                  </a:cubicBezTo>
                  <a:cubicBezTo>
                    <a:pt x="3442" y="961"/>
                    <a:pt x="3797" y="1050"/>
                    <a:pt x="4067" y="1050"/>
                  </a:cubicBezTo>
                  <a:cubicBezTo>
                    <a:pt x="4203" y="1050"/>
                    <a:pt x="4317" y="1028"/>
                    <a:pt x="4403" y="961"/>
                  </a:cubicBezTo>
                  <a:cubicBezTo>
                    <a:pt x="4777" y="673"/>
                    <a:pt x="3908" y="90"/>
                    <a:pt x="2831" y="7"/>
                  </a:cubicBezTo>
                  <a:cubicBezTo>
                    <a:pt x="2775" y="3"/>
                    <a:pt x="2718" y="1"/>
                    <a:pt x="2658" y="1"/>
                  </a:cubicBezTo>
                  <a:close/>
                </a:path>
              </a:pathLst>
            </a:custGeom>
            <a:solidFill>
              <a:srgbClr val="C672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4393;p114">
              <a:extLst>
                <a:ext uri="{FF2B5EF4-FFF2-40B4-BE49-F238E27FC236}">
                  <a16:creationId xmlns:a16="http://schemas.microsoft.com/office/drawing/2014/main" id="{327106E3-820E-F9FE-04FE-336CD3F9AA0F}"/>
                </a:ext>
              </a:extLst>
            </p:cNvPr>
            <p:cNvSpPr/>
            <p:nvPr/>
          </p:nvSpPr>
          <p:spPr>
            <a:xfrm>
              <a:off x="3459875" y="2696000"/>
              <a:ext cx="73000" cy="67550"/>
            </a:xfrm>
            <a:custGeom>
              <a:avLst/>
              <a:gdLst/>
              <a:ahLst/>
              <a:cxnLst/>
              <a:rect l="l" t="t" r="r" b="b"/>
              <a:pathLst>
                <a:path w="2920" h="2702" extrusionOk="0">
                  <a:moveTo>
                    <a:pt x="1464" y="0"/>
                  </a:moveTo>
                  <a:cubicBezTo>
                    <a:pt x="508" y="0"/>
                    <a:pt x="1" y="406"/>
                    <a:pt x="1" y="406"/>
                  </a:cubicBezTo>
                  <a:lnTo>
                    <a:pt x="165" y="2702"/>
                  </a:lnTo>
                  <a:cubicBezTo>
                    <a:pt x="165" y="2702"/>
                    <a:pt x="957" y="2099"/>
                    <a:pt x="1579" y="1147"/>
                  </a:cubicBezTo>
                  <a:cubicBezTo>
                    <a:pt x="2323" y="1063"/>
                    <a:pt x="2919" y="282"/>
                    <a:pt x="2919" y="282"/>
                  </a:cubicBezTo>
                  <a:cubicBezTo>
                    <a:pt x="2356" y="74"/>
                    <a:pt x="1870" y="0"/>
                    <a:pt x="1464" y="0"/>
                  </a:cubicBezTo>
                  <a:close/>
                </a:path>
              </a:pathLst>
            </a:custGeom>
            <a:solidFill>
              <a:srgbClr val="000000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4394;p114">
              <a:extLst>
                <a:ext uri="{FF2B5EF4-FFF2-40B4-BE49-F238E27FC236}">
                  <a16:creationId xmlns:a16="http://schemas.microsoft.com/office/drawing/2014/main" id="{FAEB1C7B-53C1-0861-6B4C-46C30FED0F5B}"/>
                </a:ext>
              </a:extLst>
            </p:cNvPr>
            <p:cNvSpPr/>
            <p:nvPr/>
          </p:nvSpPr>
          <p:spPr>
            <a:xfrm>
              <a:off x="3039525" y="2679875"/>
              <a:ext cx="501825" cy="260225"/>
            </a:xfrm>
            <a:custGeom>
              <a:avLst/>
              <a:gdLst/>
              <a:ahLst/>
              <a:cxnLst/>
              <a:rect l="l" t="t" r="r" b="b"/>
              <a:pathLst>
                <a:path w="20073" h="10409" extrusionOk="0">
                  <a:moveTo>
                    <a:pt x="17157" y="0"/>
                  </a:moveTo>
                  <a:cubicBezTo>
                    <a:pt x="16900" y="0"/>
                    <a:pt x="16695" y="32"/>
                    <a:pt x="16596" y="103"/>
                  </a:cubicBezTo>
                  <a:cubicBezTo>
                    <a:pt x="16306" y="309"/>
                    <a:pt x="8319" y="2793"/>
                    <a:pt x="6705" y="3391"/>
                  </a:cubicBezTo>
                  <a:cubicBezTo>
                    <a:pt x="5092" y="3989"/>
                    <a:pt x="0" y="5586"/>
                    <a:pt x="0" y="5586"/>
                  </a:cubicBezTo>
                  <a:lnTo>
                    <a:pt x="953" y="10408"/>
                  </a:lnTo>
                  <a:cubicBezTo>
                    <a:pt x="953" y="10408"/>
                    <a:pt x="11960" y="4779"/>
                    <a:pt x="15893" y="3066"/>
                  </a:cubicBezTo>
                  <a:cubicBezTo>
                    <a:pt x="17631" y="2511"/>
                    <a:pt x="17755" y="1180"/>
                    <a:pt x="17755" y="1180"/>
                  </a:cubicBezTo>
                  <a:cubicBezTo>
                    <a:pt x="17755" y="1180"/>
                    <a:pt x="18185" y="1279"/>
                    <a:pt x="18658" y="1279"/>
                  </a:cubicBezTo>
                  <a:cubicBezTo>
                    <a:pt x="18933" y="1279"/>
                    <a:pt x="19224" y="1245"/>
                    <a:pt x="19452" y="1138"/>
                  </a:cubicBezTo>
                  <a:cubicBezTo>
                    <a:pt x="20073" y="849"/>
                    <a:pt x="19576" y="601"/>
                    <a:pt x="18831" y="310"/>
                  </a:cubicBezTo>
                  <a:cubicBezTo>
                    <a:pt x="18340" y="120"/>
                    <a:pt x="17653" y="0"/>
                    <a:pt x="17157" y="0"/>
                  </a:cubicBezTo>
                  <a:close/>
                </a:path>
              </a:pathLst>
            </a:custGeom>
            <a:solidFill>
              <a:srgbClr val="E28E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4395;p114">
              <a:extLst>
                <a:ext uri="{FF2B5EF4-FFF2-40B4-BE49-F238E27FC236}">
                  <a16:creationId xmlns:a16="http://schemas.microsoft.com/office/drawing/2014/main" id="{87AED9BD-B9FB-339D-A502-1491B181CDD8}"/>
                </a:ext>
              </a:extLst>
            </p:cNvPr>
            <p:cNvSpPr/>
            <p:nvPr/>
          </p:nvSpPr>
          <p:spPr>
            <a:xfrm>
              <a:off x="3231700" y="2802300"/>
              <a:ext cx="84325" cy="52850"/>
            </a:xfrm>
            <a:custGeom>
              <a:avLst/>
              <a:gdLst/>
              <a:ahLst/>
              <a:cxnLst/>
              <a:rect l="l" t="t" r="r" b="b"/>
              <a:pathLst>
                <a:path w="3373" h="2114" extrusionOk="0">
                  <a:moveTo>
                    <a:pt x="2083" y="1"/>
                  </a:moveTo>
                  <a:cubicBezTo>
                    <a:pt x="933" y="1"/>
                    <a:pt x="1" y="934"/>
                    <a:pt x="1" y="2083"/>
                  </a:cubicBezTo>
                  <a:cubicBezTo>
                    <a:pt x="1" y="2094"/>
                    <a:pt x="3" y="2104"/>
                    <a:pt x="3" y="2113"/>
                  </a:cubicBezTo>
                  <a:cubicBezTo>
                    <a:pt x="1118" y="1556"/>
                    <a:pt x="2271" y="986"/>
                    <a:pt x="3372" y="448"/>
                  </a:cubicBezTo>
                  <a:cubicBezTo>
                    <a:pt x="3017" y="169"/>
                    <a:pt x="2570" y="1"/>
                    <a:pt x="2083" y="1"/>
                  </a:cubicBezTo>
                  <a:close/>
                </a:path>
              </a:pathLst>
            </a:custGeom>
            <a:solidFill>
              <a:srgbClr val="C672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4396;p114">
              <a:extLst>
                <a:ext uri="{FF2B5EF4-FFF2-40B4-BE49-F238E27FC236}">
                  <a16:creationId xmlns:a16="http://schemas.microsoft.com/office/drawing/2014/main" id="{7969E42D-DFD3-6B45-4004-BEC4BB6A1751}"/>
                </a:ext>
              </a:extLst>
            </p:cNvPr>
            <p:cNvSpPr/>
            <p:nvPr/>
          </p:nvSpPr>
          <p:spPr>
            <a:xfrm>
              <a:off x="2902900" y="2800575"/>
              <a:ext cx="233600" cy="251750"/>
            </a:xfrm>
            <a:custGeom>
              <a:avLst/>
              <a:gdLst/>
              <a:ahLst/>
              <a:cxnLst/>
              <a:rect l="l" t="t" r="r" b="b"/>
              <a:pathLst>
                <a:path w="9344" h="10070" extrusionOk="0">
                  <a:moveTo>
                    <a:pt x="7688" y="0"/>
                  </a:moveTo>
                  <a:lnTo>
                    <a:pt x="1" y="2152"/>
                  </a:lnTo>
                  <a:lnTo>
                    <a:pt x="3219" y="10070"/>
                  </a:lnTo>
                  <a:lnTo>
                    <a:pt x="8351" y="6435"/>
                  </a:lnTo>
                  <a:cubicBezTo>
                    <a:pt x="9343" y="3241"/>
                    <a:pt x="7688" y="0"/>
                    <a:pt x="7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4397;p114">
              <a:extLst>
                <a:ext uri="{FF2B5EF4-FFF2-40B4-BE49-F238E27FC236}">
                  <a16:creationId xmlns:a16="http://schemas.microsoft.com/office/drawing/2014/main" id="{5B533CA0-ABB0-F71E-DFC0-01C4077FABF7}"/>
                </a:ext>
              </a:extLst>
            </p:cNvPr>
            <p:cNvSpPr/>
            <p:nvPr/>
          </p:nvSpPr>
          <p:spPr>
            <a:xfrm>
              <a:off x="3055975" y="2800550"/>
              <a:ext cx="80575" cy="183775"/>
            </a:xfrm>
            <a:custGeom>
              <a:avLst/>
              <a:gdLst/>
              <a:ahLst/>
              <a:cxnLst/>
              <a:rect l="l" t="t" r="r" b="b"/>
              <a:pathLst>
                <a:path w="3223" h="7351" extrusionOk="0">
                  <a:moveTo>
                    <a:pt x="1565" y="0"/>
                  </a:moveTo>
                  <a:lnTo>
                    <a:pt x="0" y="439"/>
                  </a:lnTo>
                  <a:cubicBezTo>
                    <a:pt x="501" y="1742"/>
                    <a:pt x="1229" y="4267"/>
                    <a:pt x="935" y="7351"/>
                  </a:cubicBezTo>
                  <a:cubicBezTo>
                    <a:pt x="1326" y="7075"/>
                    <a:pt x="1755" y="6771"/>
                    <a:pt x="2228" y="6436"/>
                  </a:cubicBezTo>
                  <a:cubicBezTo>
                    <a:pt x="3222" y="3242"/>
                    <a:pt x="1565" y="0"/>
                    <a:pt x="1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4398;p114">
              <a:extLst>
                <a:ext uri="{FF2B5EF4-FFF2-40B4-BE49-F238E27FC236}">
                  <a16:creationId xmlns:a16="http://schemas.microsoft.com/office/drawing/2014/main" id="{1027C198-BCB9-7E72-3BFF-6FF38BAA8663}"/>
                </a:ext>
              </a:extLst>
            </p:cNvPr>
            <p:cNvSpPr/>
            <p:nvPr/>
          </p:nvSpPr>
          <p:spPr>
            <a:xfrm>
              <a:off x="2650925" y="2854350"/>
              <a:ext cx="378700" cy="669850"/>
            </a:xfrm>
            <a:custGeom>
              <a:avLst/>
              <a:gdLst/>
              <a:ahLst/>
              <a:cxnLst/>
              <a:rect l="l" t="t" r="r" b="b"/>
              <a:pathLst>
                <a:path w="15148" h="26794" extrusionOk="0">
                  <a:moveTo>
                    <a:pt x="11213" y="0"/>
                  </a:moveTo>
                  <a:cubicBezTo>
                    <a:pt x="8028" y="2180"/>
                    <a:pt x="5215" y="3046"/>
                    <a:pt x="5215" y="3046"/>
                  </a:cubicBezTo>
                  <a:cubicBezTo>
                    <a:pt x="5215" y="3046"/>
                    <a:pt x="1" y="5738"/>
                    <a:pt x="166" y="11119"/>
                  </a:cubicBezTo>
                  <a:cubicBezTo>
                    <a:pt x="331" y="16499"/>
                    <a:pt x="1904" y="26431"/>
                    <a:pt x="1904" y="26431"/>
                  </a:cubicBezTo>
                  <a:cubicBezTo>
                    <a:pt x="1904" y="26431"/>
                    <a:pt x="4184" y="26793"/>
                    <a:pt x="7004" y="26793"/>
                  </a:cubicBezTo>
                  <a:cubicBezTo>
                    <a:pt x="9741" y="26793"/>
                    <a:pt x="12987" y="26452"/>
                    <a:pt x="15147" y="25106"/>
                  </a:cubicBezTo>
                  <a:cubicBezTo>
                    <a:pt x="14817" y="14179"/>
                    <a:pt x="13539" y="2588"/>
                    <a:pt x="112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4399;p114">
              <a:extLst>
                <a:ext uri="{FF2B5EF4-FFF2-40B4-BE49-F238E27FC236}">
                  <a16:creationId xmlns:a16="http://schemas.microsoft.com/office/drawing/2014/main" id="{D4130DA9-6EF7-219D-7A4A-203E77530C28}"/>
                </a:ext>
              </a:extLst>
            </p:cNvPr>
            <p:cNvSpPr/>
            <p:nvPr/>
          </p:nvSpPr>
          <p:spPr>
            <a:xfrm>
              <a:off x="3055975" y="3457575"/>
              <a:ext cx="650300" cy="41025"/>
            </a:xfrm>
            <a:custGeom>
              <a:avLst/>
              <a:gdLst/>
              <a:ahLst/>
              <a:cxnLst/>
              <a:rect l="l" t="t" r="r" b="b"/>
              <a:pathLst>
                <a:path w="26012" h="1641" extrusionOk="0">
                  <a:moveTo>
                    <a:pt x="234" y="1"/>
                  </a:moveTo>
                  <a:cubicBezTo>
                    <a:pt x="105" y="1"/>
                    <a:pt x="0" y="106"/>
                    <a:pt x="0" y="236"/>
                  </a:cubicBezTo>
                  <a:lnTo>
                    <a:pt x="0" y="1406"/>
                  </a:lnTo>
                  <a:cubicBezTo>
                    <a:pt x="1" y="1535"/>
                    <a:pt x="105" y="1641"/>
                    <a:pt x="234" y="1641"/>
                  </a:cubicBezTo>
                  <a:lnTo>
                    <a:pt x="25777" y="1641"/>
                  </a:lnTo>
                  <a:cubicBezTo>
                    <a:pt x="25906" y="1641"/>
                    <a:pt x="26011" y="1536"/>
                    <a:pt x="26011" y="1406"/>
                  </a:cubicBezTo>
                  <a:lnTo>
                    <a:pt x="26011" y="236"/>
                  </a:lnTo>
                  <a:cubicBezTo>
                    <a:pt x="26011" y="107"/>
                    <a:pt x="25907" y="1"/>
                    <a:pt x="257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4400;p114">
              <a:extLst>
                <a:ext uri="{FF2B5EF4-FFF2-40B4-BE49-F238E27FC236}">
                  <a16:creationId xmlns:a16="http://schemas.microsoft.com/office/drawing/2014/main" id="{7F910531-6B34-CD75-77A4-416636F3D70C}"/>
                </a:ext>
              </a:extLst>
            </p:cNvPr>
            <p:cNvSpPr/>
            <p:nvPr/>
          </p:nvSpPr>
          <p:spPr>
            <a:xfrm>
              <a:off x="2881125" y="2886575"/>
              <a:ext cx="62250" cy="95175"/>
            </a:xfrm>
            <a:custGeom>
              <a:avLst/>
              <a:gdLst/>
              <a:ahLst/>
              <a:cxnLst/>
              <a:rect l="l" t="t" r="r" b="b"/>
              <a:pathLst>
                <a:path w="2490" h="3807" extrusionOk="0">
                  <a:moveTo>
                    <a:pt x="402" y="0"/>
                  </a:moveTo>
                  <a:lnTo>
                    <a:pt x="402" y="449"/>
                  </a:lnTo>
                  <a:cubicBezTo>
                    <a:pt x="402" y="449"/>
                    <a:pt x="1" y="1635"/>
                    <a:pt x="134" y="3807"/>
                  </a:cubicBezTo>
                  <a:cubicBezTo>
                    <a:pt x="490" y="3600"/>
                    <a:pt x="833" y="3497"/>
                    <a:pt x="1204" y="3497"/>
                  </a:cubicBezTo>
                  <a:cubicBezTo>
                    <a:pt x="1574" y="3497"/>
                    <a:pt x="1973" y="3600"/>
                    <a:pt x="2441" y="3807"/>
                  </a:cubicBezTo>
                  <a:cubicBezTo>
                    <a:pt x="2490" y="1593"/>
                    <a:pt x="980" y="57"/>
                    <a:pt x="980" y="57"/>
                  </a:cubicBezTo>
                  <a:lnTo>
                    <a:pt x="40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4401;p114">
              <a:extLst>
                <a:ext uri="{FF2B5EF4-FFF2-40B4-BE49-F238E27FC236}">
                  <a16:creationId xmlns:a16="http://schemas.microsoft.com/office/drawing/2014/main" id="{F9D65407-F72D-F6A9-2231-43084F3A76C1}"/>
                </a:ext>
              </a:extLst>
            </p:cNvPr>
            <p:cNvSpPr/>
            <p:nvPr/>
          </p:nvSpPr>
          <p:spPr>
            <a:xfrm>
              <a:off x="2784625" y="2619250"/>
              <a:ext cx="204425" cy="231750"/>
            </a:xfrm>
            <a:custGeom>
              <a:avLst/>
              <a:gdLst/>
              <a:ahLst/>
              <a:cxnLst/>
              <a:rect l="l" t="t" r="r" b="b"/>
              <a:pathLst>
                <a:path w="8177" h="9270" extrusionOk="0">
                  <a:moveTo>
                    <a:pt x="4543" y="1"/>
                  </a:moveTo>
                  <a:cubicBezTo>
                    <a:pt x="4142" y="1"/>
                    <a:pt x="3594" y="392"/>
                    <a:pt x="3634" y="1243"/>
                  </a:cubicBezTo>
                  <a:cubicBezTo>
                    <a:pt x="2133" y="1629"/>
                    <a:pt x="1175" y="2560"/>
                    <a:pt x="1175" y="2560"/>
                  </a:cubicBezTo>
                  <a:cubicBezTo>
                    <a:pt x="1175" y="2560"/>
                    <a:pt x="1126" y="2037"/>
                    <a:pt x="913" y="1928"/>
                  </a:cubicBezTo>
                  <a:cubicBezTo>
                    <a:pt x="893" y="1918"/>
                    <a:pt x="875" y="1913"/>
                    <a:pt x="857" y="1913"/>
                  </a:cubicBezTo>
                  <a:cubicBezTo>
                    <a:pt x="686" y="1913"/>
                    <a:pt x="629" y="2365"/>
                    <a:pt x="841" y="2692"/>
                  </a:cubicBezTo>
                  <a:cubicBezTo>
                    <a:pt x="646" y="2600"/>
                    <a:pt x="496" y="2562"/>
                    <a:pt x="388" y="2562"/>
                  </a:cubicBezTo>
                  <a:cubicBezTo>
                    <a:pt x="45" y="2562"/>
                    <a:pt x="114" y="2932"/>
                    <a:pt x="483" y="3105"/>
                  </a:cubicBezTo>
                  <a:cubicBezTo>
                    <a:pt x="63" y="4255"/>
                    <a:pt x="1" y="6714"/>
                    <a:pt x="684" y="7760"/>
                  </a:cubicBezTo>
                  <a:cubicBezTo>
                    <a:pt x="1367" y="8805"/>
                    <a:pt x="2323" y="9269"/>
                    <a:pt x="2323" y="9269"/>
                  </a:cubicBezTo>
                  <a:lnTo>
                    <a:pt x="2788" y="3895"/>
                  </a:lnTo>
                  <a:lnTo>
                    <a:pt x="6759" y="4619"/>
                  </a:lnTo>
                  <a:cubicBezTo>
                    <a:pt x="6759" y="4619"/>
                    <a:pt x="6823" y="4629"/>
                    <a:pt x="6924" y="4629"/>
                  </a:cubicBezTo>
                  <a:cubicBezTo>
                    <a:pt x="7151" y="4629"/>
                    <a:pt x="7561" y="4582"/>
                    <a:pt x="7846" y="4279"/>
                  </a:cubicBezTo>
                  <a:cubicBezTo>
                    <a:pt x="8177" y="3926"/>
                    <a:pt x="8017" y="3465"/>
                    <a:pt x="7627" y="3465"/>
                  </a:cubicBezTo>
                  <a:cubicBezTo>
                    <a:pt x="7532" y="3465"/>
                    <a:pt x="7423" y="3492"/>
                    <a:pt x="7304" y="3555"/>
                  </a:cubicBezTo>
                  <a:cubicBezTo>
                    <a:pt x="7820" y="2842"/>
                    <a:pt x="7767" y="2194"/>
                    <a:pt x="7382" y="2194"/>
                  </a:cubicBezTo>
                  <a:cubicBezTo>
                    <a:pt x="7240" y="2194"/>
                    <a:pt x="7052" y="2282"/>
                    <a:pt x="6831" y="2488"/>
                  </a:cubicBezTo>
                  <a:cubicBezTo>
                    <a:pt x="7545" y="962"/>
                    <a:pt x="7220" y="366"/>
                    <a:pt x="6452" y="111"/>
                  </a:cubicBezTo>
                  <a:cubicBezTo>
                    <a:pt x="6388" y="91"/>
                    <a:pt x="6325" y="81"/>
                    <a:pt x="6262" y="81"/>
                  </a:cubicBezTo>
                  <a:cubicBezTo>
                    <a:pt x="5566" y="81"/>
                    <a:pt x="4943" y="1260"/>
                    <a:pt x="4943" y="1260"/>
                  </a:cubicBezTo>
                  <a:cubicBezTo>
                    <a:pt x="4943" y="1260"/>
                    <a:pt x="5161" y="348"/>
                    <a:pt x="4821" y="85"/>
                  </a:cubicBezTo>
                  <a:cubicBezTo>
                    <a:pt x="4748" y="29"/>
                    <a:pt x="4651" y="1"/>
                    <a:pt x="45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4402;p114">
              <a:extLst>
                <a:ext uri="{FF2B5EF4-FFF2-40B4-BE49-F238E27FC236}">
                  <a16:creationId xmlns:a16="http://schemas.microsoft.com/office/drawing/2014/main" id="{09FE8C7F-F928-3F9C-ECD7-E5336FA39B41}"/>
                </a:ext>
              </a:extLst>
            </p:cNvPr>
            <p:cNvSpPr/>
            <p:nvPr/>
          </p:nvSpPr>
          <p:spPr>
            <a:xfrm>
              <a:off x="2821100" y="2686950"/>
              <a:ext cx="143550" cy="210875"/>
            </a:xfrm>
            <a:custGeom>
              <a:avLst/>
              <a:gdLst/>
              <a:ahLst/>
              <a:cxnLst/>
              <a:rect l="l" t="t" r="r" b="b"/>
              <a:pathLst>
                <a:path w="5742" h="8435" extrusionOk="0">
                  <a:moveTo>
                    <a:pt x="3370" y="1"/>
                  </a:moveTo>
                  <a:cubicBezTo>
                    <a:pt x="1367" y="1"/>
                    <a:pt x="183" y="1334"/>
                    <a:pt x="183" y="1334"/>
                  </a:cubicBezTo>
                  <a:cubicBezTo>
                    <a:pt x="183" y="1334"/>
                    <a:pt x="252" y="2076"/>
                    <a:pt x="138" y="3523"/>
                  </a:cubicBezTo>
                  <a:cubicBezTo>
                    <a:pt x="22" y="4970"/>
                    <a:pt x="0" y="6826"/>
                    <a:pt x="2253" y="7856"/>
                  </a:cubicBezTo>
                  <a:cubicBezTo>
                    <a:pt x="3158" y="8269"/>
                    <a:pt x="3739" y="8434"/>
                    <a:pt x="4108" y="8434"/>
                  </a:cubicBezTo>
                  <a:cubicBezTo>
                    <a:pt x="4659" y="8434"/>
                    <a:pt x="4739" y="8067"/>
                    <a:pt x="4721" y="7604"/>
                  </a:cubicBezTo>
                  <a:cubicBezTo>
                    <a:pt x="4690" y="6829"/>
                    <a:pt x="4751" y="5162"/>
                    <a:pt x="5269" y="3522"/>
                  </a:cubicBezTo>
                  <a:cubicBezTo>
                    <a:pt x="5741" y="2036"/>
                    <a:pt x="5423" y="1133"/>
                    <a:pt x="5087" y="644"/>
                  </a:cubicBezTo>
                  <a:cubicBezTo>
                    <a:pt x="4871" y="331"/>
                    <a:pt x="4529" y="131"/>
                    <a:pt x="4154" y="68"/>
                  </a:cubicBezTo>
                  <a:cubicBezTo>
                    <a:pt x="3881" y="21"/>
                    <a:pt x="3619" y="1"/>
                    <a:pt x="3370" y="1"/>
                  </a:cubicBezTo>
                  <a:close/>
                </a:path>
              </a:pathLst>
            </a:custGeom>
            <a:solidFill>
              <a:srgbClr val="E28E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4403;p114">
              <a:extLst>
                <a:ext uri="{FF2B5EF4-FFF2-40B4-BE49-F238E27FC236}">
                  <a16:creationId xmlns:a16="http://schemas.microsoft.com/office/drawing/2014/main" id="{B86978F9-4CA4-23D5-DC66-DB882814A4C0}"/>
                </a:ext>
              </a:extLst>
            </p:cNvPr>
            <p:cNvSpPr/>
            <p:nvPr/>
          </p:nvSpPr>
          <p:spPr>
            <a:xfrm>
              <a:off x="2855450" y="2720650"/>
              <a:ext cx="56125" cy="19425"/>
            </a:xfrm>
            <a:custGeom>
              <a:avLst/>
              <a:gdLst/>
              <a:ahLst/>
              <a:cxnLst/>
              <a:rect l="l" t="t" r="r" b="b"/>
              <a:pathLst>
                <a:path w="2245" h="777" extrusionOk="0">
                  <a:moveTo>
                    <a:pt x="1353" y="0"/>
                  </a:moveTo>
                  <a:cubicBezTo>
                    <a:pt x="1274" y="0"/>
                    <a:pt x="1197" y="8"/>
                    <a:pt x="1127" y="23"/>
                  </a:cubicBezTo>
                  <a:cubicBezTo>
                    <a:pt x="697" y="117"/>
                    <a:pt x="1" y="679"/>
                    <a:pt x="420" y="777"/>
                  </a:cubicBezTo>
                  <a:cubicBezTo>
                    <a:pt x="688" y="575"/>
                    <a:pt x="997" y="511"/>
                    <a:pt x="1279" y="511"/>
                  </a:cubicBezTo>
                  <a:cubicBezTo>
                    <a:pt x="1764" y="511"/>
                    <a:pt x="2173" y="698"/>
                    <a:pt x="2173" y="698"/>
                  </a:cubicBezTo>
                  <a:cubicBezTo>
                    <a:pt x="2244" y="208"/>
                    <a:pt x="1764" y="0"/>
                    <a:pt x="13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4404;p114">
              <a:extLst>
                <a:ext uri="{FF2B5EF4-FFF2-40B4-BE49-F238E27FC236}">
                  <a16:creationId xmlns:a16="http://schemas.microsoft.com/office/drawing/2014/main" id="{FFCF5D1E-8CDE-DD8A-6D13-B87606BBD1E2}"/>
                </a:ext>
              </a:extLst>
            </p:cNvPr>
            <p:cNvSpPr/>
            <p:nvPr/>
          </p:nvSpPr>
          <p:spPr>
            <a:xfrm>
              <a:off x="2808350" y="2778925"/>
              <a:ext cx="90875" cy="205275"/>
            </a:xfrm>
            <a:custGeom>
              <a:avLst/>
              <a:gdLst/>
              <a:ahLst/>
              <a:cxnLst/>
              <a:rect l="l" t="t" r="r" b="b"/>
              <a:pathLst>
                <a:path w="3635" h="8211" extrusionOk="0">
                  <a:moveTo>
                    <a:pt x="602" y="0"/>
                  </a:moveTo>
                  <a:lnTo>
                    <a:pt x="0" y="6389"/>
                  </a:lnTo>
                  <a:lnTo>
                    <a:pt x="3045" y="8211"/>
                  </a:lnTo>
                  <a:lnTo>
                    <a:pt x="3634" y="5813"/>
                  </a:lnTo>
                  <a:lnTo>
                    <a:pt x="3453" y="3856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E28E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4405;p114">
              <a:extLst>
                <a:ext uri="{FF2B5EF4-FFF2-40B4-BE49-F238E27FC236}">
                  <a16:creationId xmlns:a16="http://schemas.microsoft.com/office/drawing/2014/main" id="{6642EFCF-C4AD-3C18-44E2-79DEF0AFF95C}"/>
                </a:ext>
              </a:extLst>
            </p:cNvPr>
            <p:cNvSpPr/>
            <p:nvPr/>
          </p:nvSpPr>
          <p:spPr>
            <a:xfrm>
              <a:off x="2827150" y="2827600"/>
              <a:ext cx="71275" cy="87900"/>
            </a:xfrm>
            <a:custGeom>
              <a:avLst/>
              <a:gdLst/>
              <a:ahLst/>
              <a:cxnLst/>
              <a:rect l="l" t="t" r="r" b="b"/>
              <a:pathLst>
                <a:path w="2851" h="3516" extrusionOk="0">
                  <a:moveTo>
                    <a:pt x="1" y="0"/>
                  </a:moveTo>
                  <a:cubicBezTo>
                    <a:pt x="1" y="0"/>
                    <a:pt x="529" y="2622"/>
                    <a:pt x="2851" y="3516"/>
                  </a:cubicBezTo>
                  <a:lnTo>
                    <a:pt x="2701" y="1911"/>
                  </a:lnTo>
                  <a:lnTo>
                    <a:pt x="2255" y="13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804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4406;p114">
              <a:extLst>
                <a:ext uri="{FF2B5EF4-FFF2-40B4-BE49-F238E27FC236}">
                  <a16:creationId xmlns:a16="http://schemas.microsoft.com/office/drawing/2014/main" id="{E07BC97C-EC79-6FF8-67E6-ACD7978CEB47}"/>
                </a:ext>
              </a:extLst>
            </p:cNvPr>
            <p:cNvSpPr/>
            <p:nvPr/>
          </p:nvSpPr>
          <p:spPr>
            <a:xfrm>
              <a:off x="2940875" y="2737750"/>
              <a:ext cx="18000" cy="13575"/>
            </a:xfrm>
            <a:custGeom>
              <a:avLst/>
              <a:gdLst/>
              <a:ahLst/>
              <a:cxnLst/>
              <a:rect l="l" t="t" r="r" b="b"/>
              <a:pathLst>
                <a:path w="720" h="543" extrusionOk="0">
                  <a:moveTo>
                    <a:pt x="526" y="0"/>
                  </a:moveTo>
                  <a:cubicBezTo>
                    <a:pt x="305" y="0"/>
                    <a:pt x="102" y="95"/>
                    <a:pt x="1" y="348"/>
                  </a:cubicBezTo>
                  <a:cubicBezTo>
                    <a:pt x="1" y="348"/>
                    <a:pt x="331" y="381"/>
                    <a:pt x="688" y="542"/>
                  </a:cubicBezTo>
                  <a:cubicBezTo>
                    <a:pt x="710" y="357"/>
                    <a:pt x="719" y="183"/>
                    <a:pt x="715" y="21"/>
                  </a:cubicBezTo>
                  <a:cubicBezTo>
                    <a:pt x="652" y="8"/>
                    <a:pt x="588" y="0"/>
                    <a:pt x="5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4407;p114">
              <a:extLst>
                <a:ext uri="{FF2B5EF4-FFF2-40B4-BE49-F238E27FC236}">
                  <a16:creationId xmlns:a16="http://schemas.microsoft.com/office/drawing/2014/main" id="{23F5FFD1-597A-0BFF-3B8A-169FD6CF0C3F}"/>
                </a:ext>
              </a:extLst>
            </p:cNvPr>
            <p:cNvSpPr/>
            <p:nvPr/>
          </p:nvSpPr>
          <p:spPr>
            <a:xfrm>
              <a:off x="2821150" y="2703050"/>
              <a:ext cx="121075" cy="194750"/>
            </a:xfrm>
            <a:custGeom>
              <a:avLst/>
              <a:gdLst/>
              <a:ahLst/>
              <a:cxnLst/>
              <a:rect l="l" t="t" r="r" b="b"/>
              <a:pathLst>
                <a:path w="4843" h="7790" extrusionOk="0">
                  <a:moveTo>
                    <a:pt x="801" y="0"/>
                  </a:moveTo>
                  <a:lnTo>
                    <a:pt x="801" y="0"/>
                  </a:lnTo>
                  <a:cubicBezTo>
                    <a:pt x="388" y="283"/>
                    <a:pt x="117" y="604"/>
                    <a:pt x="117" y="604"/>
                  </a:cubicBezTo>
                  <a:cubicBezTo>
                    <a:pt x="117" y="604"/>
                    <a:pt x="251" y="1429"/>
                    <a:pt x="137" y="2878"/>
                  </a:cubicBezTo>
                  <a:cubicBezTo>
                    <a:pt x="22" y="4325"/>
                    <a:pt x="1" y="6181"/>
                    <a:pt x="2253" y="7210"/>
                  </a:cubicBezTo>
                  <a:cubicBezTo>
                    <a:pt x="3157" y="7624"/>
                    <a:pt x="3738" y="7789"/>
                    <a:pt x="4107" y="7789"/>
                  </a:cubicBezTo>
                  <a:cubicBezTo>
                    <a:pt x="4657" y="7789"/>
                    <a:pt x="4737" y="7422"/>
                    <a:pt x="4719" y="6958"/>
                  </a:cubicBezTo>
                  <a:cubicBezTo>
                    <a:pt x="4700" y="6495"/>
                    <a:pt x="4715" y="5709"/>
                    <a:pt x="4842" y="4804"/>
                  </a:cubicBezTo>
                  <a:cubicBezTo>
                    <a:pt x="4664" y="4664"/>
                    <a:pt x="4384" y="4510"/>
                    <a:pt x="3986" y="4470"/>
                  </a:cubicBezTo>
                  <a:cubicBezTo>
                    <a:pt x="3919" y="4466"/>
                    <a:pt x="3853" y="4464"/>
                    <a:pt x="3789" y="4464"/>
                  </a:cubicBezTo>
                  <a:cubicBezTo>
                    <a:pt x="2458" y="4464"/>
                    <a:pt x="1955" y="5255"/>
                    <a:pt x="1955" y="5255"/>
                  </a:cubicBezTo>
                  <a:cubicBezTo>
                    <a:pt x="1955" y="5255"/>
                    <a:pt x="1460" y="4882"/>
                    <a:pt x="1064" y="3831"/>
                  </a:cubicBezTo>
                  <a:cubicBezTo>
                    <a:pt x="725" y="2937"/>
                    <a:pt x="775" y="623"/>
                    <a:pt x="8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4408;p114">
              <a:extLst>
                <a:ext uri="{FF2B5EF4-FFF2-40B4-BE49-F238E27FC236}">
                  <a16:creationId xmlns:a16="http://schemas.microsoft.com/office/drawing/2014/main" id="{2890BE7B-346A-DE95-A0BF-ABE91974C1D1}"/>
                </a:ext>
              </a:extLst>
            </p:cNvPr>
            <p:cNvSpPr/>
            <p:nvPr/>
          </p:nvSpPr>
          <p:spPr>
            <a:xfrm>
              <a:off x="2872125" y="2784575"/>
              <a:ext cx="27925" cy="16000"/>
            </a:xfrm>
            <a:custGeom>
              <a:avLst/>
              <a:gdLst/>
              <a:ahLst/>
              <a:cxnLst/>
              <a:rect l="l" t="t" r="r" b="b"/>
              <a:pathLst>
                <a:path w="1117" h="640" extrusionOk="0">
                  <a:moveTo>
                    <a:pt x="432" y="0"/>
                  </a:moveTo>
                  <a:cubicBezTo>
                    <a:pt x="229" y="0"/>
                    <a:pt x="67" y="78"/>
                    <a:pt x="39" y="204"/>
                  </a:cubicBezTo>
                  <a:cubicBezTo>
                    <a:pt x="1" y="369"/>
                    <a:pt x="205" y="554"/>
                    <a:pt x="493" y="618"/>
                  </a:cubicBezTo>
                  <a:cubicBezTo>
                    <a:pt x="559" y="633"/>
                    <a:pt x="624" y="640"/>
                    <a:pt x="685" y="640"/>
                  </a:cubicBezTo>
                  <a:cubicBezTo>
                    <a:pt x="889" y="640"/>
                    <a:pt x="1051" y="562"/>
                    <a:pt x="1078" y="435"/>
                  </a:cubicBezTo>
                  <a:cubicBezTo>
                    <a:pt x="1116" y="270"/>
                    <a:pt x="912" y="85"/>
                    <a:pt x="625" y="22"/>
                  </a:cubicBezTo>
                  <a:cubicBezTo>
                    <a:pt x="558" y="7"/>
                    <a:pt x="493" y="0"/>
                    <a:pt x="432" y="0"/>
                  </a:cubicBezTo>
                  <a:close/>
                </a:path>
              </a:pathLst>
            </a:custGeom>
            <a:solidFill>
              <a:srgbClr val="AF08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4409;p114">
              <a:extLst>
                <a:ext uri="{FF2B5EF4-FFF2-40B4-BE49-F238E27FC236}">
                  <a16:creationId xmlns:a16="http://schemas.microsoft.com/office/drawing/2014/main" id="{6A63F5D9-8FEE-A06E-D473-D55B24ECA6B3}"/>
                </a:ext>
              </a:extLst>
            </p:cNvPr>
            <p:cNvSpPr/>
            <p:nvPr/>
          </p:nvSpPr>
          <p:spPr>
            <a:xfrm>
              <a:off x="2934300" y="2795150"/>
              <a:ext cx="13025" cy="14850"/>
            </a:xfrm>
            <a:custGeom>
              <a:avLst/>
              <a:gdLst/>
              <a:ahLst/>
              <a:cxnLst/>
              <a:rect l="l" t="t" r="r" b="b"/>
              <a:pathLst>
                <a:path w="521" h="594" extrusionOk="0">
                  <a:moveTo>
                    <a:pt x="425" y="1"/>
                  </a:moveTo>
                  <a:cubicBezTo>
                    <a:pt x="222" y="1"/>
                    <a:pt x="60" y="78"/>
                    <a:pt x="33" y="204"/>
                  </a:cubicBezTo>
                  <a:cubicBezTo>
                    <a:pt x="1" y="353"/>
                    <a:pt x="161" y="514"/>
                    <a:pt x="400" y="594"/>
                  </a:cubicBezTo>
                  <a:cubicBezTo>
                    <a:pt x="435" y="400"/>
                    <a:pt x="475" y="204"/>
                    <a:pt x="520" y="6"/>
                  </a:cubicBezTo>
                  <a:cubicBezTo>
                    <a:pt x="488" y="2"/>
                    <a:pt x="456" y="1"/>
                    <a:pt x="425" y="1"/>
                  </a:cubicBezTo>
                  <a:close/>
                </a:path>
              </a:pathLst>
            </a:custGeom>
            <a:solidFill>
              <a:srgbClr val="AF08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4410;p114">
              <a:extLst>
                <a:ext uri="{FF2B5EF4-FFF2-40B4-BE49-F238E27FC236}">
                  <a16:creationId xmlns:a16="http://schemas.microsoft.com/office/drawing/2014/main" id="{3FF5D91D-57DF-2944-FB61-AD5FBA175A7F}"/>
                </a:ext>
              </a:extLst>
            </p:cNvPr>
            <p:cNvSpPr/>
            <p:nvPr/>
          </p:nvSpPr>
          <p:spPr>
            <a:xfrm>
              <a:off x="2892075" y="2824125"/>
              <a:ext cx="37350" cy="15800"/>
            </a:xfrm>
            <a:custGeom>
              <a:avLst/>
              <a:gdLst/>
              <a:ahLst/>
              <a:cxnLst/>
              <a:rect l="l" t="t" r="r" b="b"/>
              <a:pathLst>
                <a:path w="1494" h="632" extrusionOk="0">
                  <a:moveTo>
                    <a:pt x="199" y="1"/>
                  </a:moveTo>
                  <a:cubicBezTo>
                    <a:pt x="73" y="1"/>
                    <a:pt x="0" y="237"/>
                    <a:pt x="463" y="446"/>
                  </a:cubicBezTo>
                  <a:cubicBezTo>
                    <a:pt x="778" y="588"/>
                    <a:pt x="1016" y="631"/>
                    <a:pt x="1171" y="631"/>
                  </a:cubicBezTo>
                  <a:cubicBezTo>
                    <a:pt x="1267" y="631"/>
                    <a:pt x="1332" y="615"/>
                    <a:pt x="1365" y="596"/>
                  </a:cubicBezTo>
                  <a:cubicBezTo>
                    <a:pt x="1454" y="544"/>
                    <a:pt x="1494" y="447"/>
                    <a:pt x="1413" y="430"/>
                  </a:cubicBezTo>
                  <a:cubicBezTo>
                    <a:pt x="1413" y="430"/>
                    <a:pt x="979" y="345"/>
                    <a:pt x="239" y="8"/>
                  </a:cubicBezTo>
                  <a:cubicBezTo>
                    <a:pt x="226" y="3"/>
                    <a:pt x="212" y="1"/>
                    <a:pt x="1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4411;p114">
              <a:extLst>
                <a:ext uri="{FF2B5EF4-FFF2-40B4-BE49-F238E27FC236}">
                  <a16:creationId xmlns:a16="http://schemas.microsoft.com/office/drawing/2014/main" id="{96E0462E-2D9F-2270-89D0-A06762CFA204}"/>
                </a:ext>
              </a:extLst>
            </p:cNvPr>
            <p:cNvSpPr/>
            <p:nvPr/>
          </p:nvSpPr>
          <p:spPr>
            <a:xfrm>
              <a:off x="2783950" y="2747000"/>
              <a:ext cx="52300" cy="45325"/>
            </a:xfrm>
            <a:custGeom>
              <a:avLst/>
              <a:gdLst/>
              <a:ahLst/>
              <a:cxnLst/>
              <a:rect l="l" t="t" r="r" b="b"/>
              <a:pathLst>
                <a:path w="2092" h="1813" extrusionOk="0">
                  <a:moveTo>
                    <a:pt x="871" y="0"/>
                  </a:moveTo>
                  <a:cubicBezTo>
                    <a:pt x="653" y="0"/>
                    <a:pt x="450" y="78"/>
                    <a:pt x="306" y="236"/>
                  </a:cubicBezTo>
                  <a:cubicBezTo>
                    <a:pt x="1" y="573"/>
                    <a:pt x="84" y="1146"/>
                    <a:pt x="494" y="1517"/>
                  </a:cubicBezTo>
                  <a:cubicBezTo>
                    <a:pt x="710" y="1713"/>
                    <a:pt x="975" y="1813"/>
                    <a:pt x="1221" y="1813"/>
                  </a:cubicBezTo>
                  <a:cubicBezTo>
                    <a:pt x="1439" y="1813"/>
                    <a:pt x="1642" y="1735"/>
                    <a:pt x="1785" y="1577"/>
                  </a:cubicBezTo>
                  <a:cubicBezTo>
                    <a:pt x="2092" y="1239"/>
                    <a:pt x="2007" y="666"/>
                    <a:pt x="1599" y="296"/>
                  </a:cubicBezTo>
                  <a:cubicBezTo>
                    <a:pt x="1382" y="100"/>
                    <a:pt x="1117" y="0"/>
                    <a:pt x="871" y="0"/>
                  </a:cubicBezTo>
                  <a:close/>
                </a:path>
              </a:pathLst>
            </a:custGeom>
            <a:solidFill>
              <a:srgbClr val="E28E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4412;p114">
              <a:extLst>
                <a:ext uri="{FF2B5EF4-FFF2-40B4-BE49-F238E27FC236}">
                  <a16:creationId xmlns:a16="http://schemas.microsoft.com/office/drawing/2014/main" id="{0B557ED3-8EE0-0BF7-67B0-E36C66D3C3DB}"/>
                </a:ext>
              </a:extLst>
            </p:cNvPr>
            <p:cNvSpPr/>
            <p:nvPr/>
          </p:nvSpPr>
          <p:spPr>
            <a:xfrm>
              <a:off x="2784425" y="2755125"/>
              <a:ext cx="38550" cy="37225"/>
            </a:xfrm>
            <a:custGeom>
              <a:avLst/>
              <a:gdLst/>
              <a:ahLst/>
              <a:cxnLst/>
              <a:rect l="l" t="t" r="r" b="b"/>
              <a:pathLst>
                <a:path w="1542" h="1489" extrusionOk="0">
                  <a:moveTo>
                    <a:pt x="340" y="1"/>
                  </a:moveTo>
                  <a:cubicBezTo>
                    <a:pt x="297" y="1"/>
                    <a:pt x="254" y="4"/>
                    <a:pt x="213" y="10"/>
                  </a:cubicBezTo>
                  <a:cubicBezTo>
                    <a:pt x="0" y="351"/>
                    <a:pt x="101" y="855"/>
                    <a:pt x="473" y="1192"/>
                  </a:cubicBezTo>
                  <a:cubicBezTo>
                    <a:pt x="691" y="1389"/>
                    <a:pt x="956" y="1488"/>
                    <a:pt x="1203" y="1488"/>
                  </a:cubicBezTo>
                  <a:cubicBezTo>
                    <a:pt x="1245" y="1488"/>
                    <a:pt x="1287" y="1485"/>
                    <a:pt x="1328" y="1479"/>
                  </a:cubicBezTo>
                  <a:cubicBezTo>
                    <a:pt x="1542" y="1138"/>
                    <a:pt x="1440" y="634"/>
                    <a:pt x="1068" y="298"/>
                  </a:cubicBezTo>
                  <a:cubicBezTo>
                    <a:pt x="851" y="101"/>
                    <a:pt x="586" y="1"/>
                    <a:pt x="340" y="1"/>
                  </a:cubicBezTo>
                  <a:close/>
                </a:path>
              </a:pathLst>
            </a:custGeom>
            <a:solidFill>
              <a:srgbClr val="D667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4413;p114">
              <a:extLst>
                <a:ext uri="{FF2B5EF4-FFF2-40B4-BE49-F238E27FC236}">
                  <a16:creationId xmlns:a16="http://schemas.microsoft.com/office/drawing/2014/main" id="{A04761AC-A3CD-C820-CB0F-3BC120DCBED0}"/>
                </a:ext>
              </a:extLst>
            </p:cNvPr>
            <p:cNvSpPr/>
            <p:nvPr/>
          </p:nvSpPr>
          <p:spPr>
            <a:xfrm>
              <a:off x="2866825" y="2753300"/>
              <a:ext cx="40075" cy="10325"/>
            </a:xfrm>
            <a:custGeom>
              <a:avLst/>
              <a:gdLst/>
              <a:ahLst/>
              <a:cxnLst/>
              <a:rect l="l" t="t" r="r" b="b"/>
              <a:pathLst>
                <a:path w="1603" h="413" extrusionOk="0">
                  <a:moveTo>
                    <a:pt x="858" y="0"/>
                  </a:moveTo>
                  <a:cubicBezTo>
                    <a:pt x="825" y="0"/>
                    <a:pt x="791" y="2"/>
                    <a:pt x="757" y="5"/>
                  </a:cubicBezTo>
                  <a:lnTo>
                    <a:pt x="730" y="7"/>
                  </a:lnTo>
                  <a:lnTo>
                    <a:pt x="703" y="11"/>
                  </a:lnTo>
                  <a:cubicBezTo>
                    <a:pt x="684" y="15"/>
                    <a:pt x="666" y="16"/>
                    <a:pt x="648" y="19"/>
                  </a:cubicBezTo>
                  <a:lnTo>
                    <a:pt x="593" y="31"/>
                  </a:lnTo>
                  <a:lnTo>
                    <a:pt x="540" y="45"/>
                  </a:lnTo>
                  <a:cubicBezTo>
                    <a:pt x="530" y="47"/>
                    <a:pt x="521" y="51"/>
                    <a:pt x="512" y="53"/>
                  </a:cubicBezTo>
                  <a:lnTo>
                    <a:pt x="486" y="62"/>
                  </a:lnTo>
                  <a:lnTo>
                    <a:pt x="460" y="71"/>
                  </a:lnTo>
                  <a:cubicBezTo>
                    <a:pt x="452" y="74"/>
                    <a:pt x="444" y="78"/>
                    <a:pt x="435" y="82"/>
                  </a:cubicBezTo>
                  <a:cubicBezTo>
                    <a:pt x="418" y="89"/>
                    <a:pt x="402" y="95"/>
                    <a:pt x="385" y="104"/>
                  </a:cubicBezTo>
                  <a:lnTo>
                    <a:pt x="336" y="129"/>
                  </a:lnTo>
                  <a:cubicBezTo>
                    <a:pt x="206" y="200"/>
                    <a:pt x="93" y="300"/>
                    <a:pt x="1" y="413"/>
                  </a:cubicBezTo>
                  <a:lnTo>
                    <a:pt x="40" y="374"/>
                  </a:lnTo>
                  <a:cubicBezTo>
                    <a:pt x="52" y="361"/>
                    <a:pt x="63" y="347"/>
                    <a:pt x="78" y="336"/>
                  </a:cubicBezTo>
                  <a:cubicBezTo>
                    <a:pt x="107" y="311"/>
                    <a:pt x="132" y="286"/>
                    <a:pt x="161" y="264"/>
                  </a:cubicBezTo>
                  <a:cubicBezTo>
                    <a:pt x="218" y="218"/>
                    <a:pt x="280" y="180"/>
                    <a:pt x="345" y="146"/>
                  </a:cubicBezTo>
                  <a:cubicBezTo>
                    <a:pt x="474" y="79"/>
                    <a:pt x="615" y="39"/>
                    <a:pt x="759" y="28"/>
                  </a:cubicBezTo>
                  <a:cubicBezTo>
                    <a:pt x="791" y="26"/>
                    <a:pt x="824" y="24"/>
                    <a:pt x="856" y="24"/>
                  </a:cubicBezTo>
                  <a:cubicBezTo>
                    <a:pt x="897" y="24"/>
                    <a:pt x="938" y="26"/>
                    <a:pt x="978" y="30"/>
                  </a:cubicBezTo>
                  <a:cubicBezTo>
                    <a:pt x="1050" y="37"/>
                    <a:pt x="1122" y="48"/>
                    <a:pt x="1192" y="64"/>
                  </a:cubicBezTo>
                  <a:cubicBezTo>
                    <a:pt x="1264" y="80"/>
                    <a:pt x="1334" y="103"/>
                    <a:pt x="1402" y="126"/>
                  </a:cubicBezTo>
                  <a:cubicBezTo>
                    <a:pt x="1471" y="151"/>
                    <a:pt x="1538" y="181"/>
                    <a:pt x="1603" y="214"/>
                  </a:cubicBezTo>
                  <a:cubicBezTo>
                    <a:pt x="1476" y="139"/>
                    <a:pt x="1340" y="83"/>
                    <a:pt x="1195" y="45"/>
                  </a:cubicBezTo>
                  <a:cubicBezTo>
                    <a:pt x="1085" y="17"/>
                    <a:pt x="972" y="0"/>
                    <a:pt x="8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4414;p114">
              <a:extLst>
                <a:ext uri="{FF2B5EF4-FFF2-40B4-BE49-F238E27FC236}">
                  <a16:creationId xmlns:a16="http://schemas.microsoft.com/office/drawing/2014/main" id="{1D63F39D-8E4C-719C-F397-50F8174AF072}"/>
                </a:ext>
              </a:extLst>
            </p:cNvPr>
            <p:cNvSpPr/>
            <p:nvPr/>
          </p:nvSpPr>
          <p:spPr>
            <a:xfrm>
              <a:off x="2868875" y="2761475"/>
              <a:ext cx="36800" cy="7725"/>
            </a:xfrm>
            <a:custGeom>
              <a:avLst/>
              <a:gdLst/>
              <a:ahLst/>
              <a:cxnLst/>
              <a:rect l="l" t="t" r="r" b="b"/>
              <a:pathLst>
                <a:path w="1472" h="309" extrusionOk="0">
                  <a:moveTo>
                    <a:pt x="775" y="0"/>
                  </a:moveTo>
                  <a:cubicBezTo>
                    <a:pt x="769" y="0"/>
                    <a:pt x="763" y="0"/>
                    <a:pt x="758" y="0"/>
                  </a:cubicBezTo>
                  <a:cubicBezTo>
                    <a:pt x="723" y="0"/>
                    <a:pt x="690" y="3"/>
                    <a:pt x="656" y="6"/>
                  </a:cubicBezTo>
                  <a:lnTo>
                    <a:pt x="605" y="13"/>
                  </a:lnTo>
                  <a:cubicBezTo>
                    <a:pt x="589" y="14"/>
                    <a:pt x="572" y="16"/>
                    <a:pt x="556" y="20"/>
                  </a:cubicBezTo>
                  <a:lnTo>
                    <a:pt x="506" y="29"/>
                  </a:lnTo>
                  <a:lnTo>
                    <a:pt x="458" y="41"/>
                  </a:lnTo>
                  <a:cubicBezTo>
                    <a:pt x="424" y="49"/>
                    <a:pt x="393" y="59"/>
                    <a:pt x="361" y="69"/>
                  </a:cubicBezTo>
                  <a:cubicBezTo>
                    <a:pt x="233" y="112"/>
                    <a:pt x="113" y="171"/>
                    <a:pt x="1" y="242"/>
                  </a:cubicBezTo>
                  <a:cubicBezTo>
                    <a:pt x="125" y="195"/>
                    <a:pt x="248" y="150"/>
                    <a:pt x="375" y="119"/>
                  </a:cubicBezTo>
                  <a:lnTo>
                    <a:pt x="423" y="108"/>
                  </a:lnTo>
                  <a:cubicBezTo>
                    <a:pt x="438" y="103"/>
                    <a:pt x="455" y="100"/>
                    <a:pt x="470" y="97"/>
                  </a:cubicBezTo>
                  <a:lnTo>
                    <a:pt x="518" y="88"/>
                  </a:lnTo>
                  <a:lnTo>
                    <a:pt x="566" y="81"/>
                  </a:lnTo>
                  <a:cubicBezTo>
                    <a:pt x="597" y="76"/>
                    <a:pt x="629" y="73"/>
                    <a:pt x="661" y="69"/>
                  </a:cubicBezTo>
                  <a:cubicBezTo>
                    <a:pt x="693" y="66"/>
                    <a:pt x="726" y="64"/>
                    <a:pt x="758" y="64"/>
                  </a:cubicBezTo>
                  <a:cubicBezTo>
                    <a:pt x="770" y="64"/>
                    <a:pt x="782" y="64"/>
                    <a:pt x="794" y="64"/>
                  </a:cubicBezTo>
                  <a:cubicBezTo>
                    <a:pt x="911" y="64"/>
                    <a:pt x="1026" y="82"/>
                    <a:pt x="1136" y="118"/>
                  </a:cubicBezTo>
                  <a:cubicBezTo>
                    <a:pt x="1197" y="138"/>
                    <a:pt x="1257" y="163"/>
                    <a:pt x="1313" y="195"/>
                  </a:cubicBezTo>
                  <a:cubicBezTo>
                    <a:pt x="1341" y="211"/>
                    <a:pt x="1368" y="227"/>
                    <a:pt x="1396" y="247"/>
                  </a:cubicBezTo>
                  <a:cubicBezTo>
                    <a:pt x="1422" y="265"/>
                    <a:pt x="1448" y="286"/>
                    <a:pt x="1471" y="309"/>
                  </a:cubicBezTo>
                  <a:cubicBezTo>
                    <a:pt x="1453" y="282"/>
                    <a:pt x="1430" y="257"/>
                    <a:pt x="1408" y="238"/>
                  </a:cubicBezTo>
                  <a:cubicBezTo>
                    <a:pt x="1386" y="214"/>
                    <a:pt x="1360" y="193"/>
                    <a:pt x="1332" y="173"/>
                  </a:cubicBezTo>
                  <a:cubicBezTo>
                    <a:pt x="1278" y="132"/>
                    <a:pt x="1219" y="98"/>
                    <a:pt x="1156" y="73"/>
                  </a:cubicBezTo>
                  <a:cubicBezTo>
                    <a:pt x="1035" y="23"/>
                    <a:pt x="904" y="0"/>
                    <a:pt x="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4415;p114">
              <a:extLst>
                <a:ext uri="{FF2B5EF4-FFF2-40B4-BE49-F238E27FC236}">
                  <a16:creationId xmlns:a16="http://schemas.microsoft.com/office/drawing/2014/main" id="{9DC3E697-9911-9DA5-2F57-BEBCDD0D7206}"/>
                </a:ext>
              </a:extLst>
            </p:cNvPr>
            <p:cNvSpPr/>
            <p:nvPr/>
          </p:nvSpPr>
          <p:spPr>
            <a:xfrm>
              <a:off x="2931250" y="2769025"/>
              <a:ext cx="19225" cy="6625"/>
            </a:xfrm>
            <a:custGeom>
              <a:avLst/>
              <a:gdLst/>
              <a:ahLst/>
              <a:cxnLst/>
              <a:rect l="l" t="t" r="r" b="b"/>
              <a:pathLst>
                <a:path w="769" h="265" extrusionOk="0">
                  <a:moveTo>
                    <a:pt x="308" y="1"/>
                  </a:moveTo>
                  <a:cubicBezTo>
                    <a:pt x="274" y="1"/>
                    <a:pt x="239" y="4"/>
                    <a:pt x="204" y="10"/>
                  </a:cubicBezTo>
                  <a:cubicBezTo>
                    <a:pt x="133" y="21"/>
                    <a:pt x="63" y="43"/>
                    <a:pt x="0" y="79"/>
                  </a:cubicBezTo>
                  <a:cubicBezTo>
                    <a:pt x="68" y="59"/>
                    <a:pt x="139" y="47"/>
                    <a:pt x="207" y="41"/>
                  </a:cubicBezTo>
                  <a:cubicBezTo>
                    <a:pt x="230" y="39"/>
                    <a:pt x="253" y="38"/>
                    <a:pt x="275" y="38"/>
                  </a:cubicBezTo>
                  <a:cubicBezTo>
                    <a:pt x="287" y="38"/>
                    <a:pt x="299" y="38"/>
                    <a:pt x="311" y="39"/>
                  </a:cubicBezTo>
                  <a:cubicBezTo>
                    <a:pt x="346" y="41"/>
                    <a:pt x="382" y="44"/>
                    <a:pt x="415" y="52"/>
                  </a:cubicBezTo>
                  <a:cubicBezTo>
                    <a:pt x="483" y="66"/>
                    <a:pt x="548" y="92"/>
                    <a:pt x="606" y="128"/>
                  </a:cubicBezTo>
                  <a:cubicBezTo>
                    <a:pt x="666" y="165"/>
                    <a:pt x="719" y="212"/>
                    <a:pt x="768" y="264"/>
                  </a:cubicBezTo>
                  <a:cubicBezTo>
                    <a:pt x="733" y="203"/>
                    <a:pt x="684" y="146"/>
                    <a:pt x="625" y="103"/>
                  </a:cubicBezTo>
                  <a:cubicBezTo>
                    <a:pt x="595" y="80"/>
                    <a:pt x="563" y="62"/>
                    <a:pt x="529" y="47"/>
                  </a:cubicBezTo>
                  <a:cubicBezTo>
                    <a:pt x="496" y="32"/>
                    <a:pt x="460" y="21"/>
                    <a:pt x="424" y="13"/>
                  </a:cubicBezTo>
                  <a:cubicBezTo>
                    <a:pt x="386" y="5"/>
                    <a:pt x="347" y="1"/>
                    <a:pt x="3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4416;p114">
              <a:extLst>
                <a:ext uri="{FF2B5EF4-FFF2-40B4-BE49-F238E27FC236}">
                  <a16:creationId xmlns:a16="http://schemas.microsoft.com/office/drawing/2014/main" id="{440AB9E0-5DAC-5D10-3D9B-3859A479F15D}"/>
                </a:ext>
              </a:extLst>
            </p:cNvPr>
            <p:cNvSpPr/>
            <p:nvPr/>
          </p:nvSpPr>
          <p:spPr>
            <a:xfrm>
              <a:off x="2904750" y="2762350"/>
              <a:ext cx="31375" cy="60200"/>
            </a:xfrm>
            <a:custGeom>
              <a:avLst/>
              <a:gdLst/>
              <a:ahLst/>
              <a:cxnLst/>
              <a:rect l="l" t="t" r="r" b="b"/>
              <a:pathLst>
                <a:path w="1255" h="2408" extrusionOk="0">
                  <a:moveTo>
                    <a:pt x="1255" y="0"/>
                  </a:moveTo>
                  <a:lnTo>
                    <a:pt x="1255" y="0"/>
                  </a:lnTo>
                  <a:cubicBezTo>
                    <a:pt x="889" y="365"/>
                    <a:pt x="0" y="1928"/>
                    <a:pt x="405" y="2227"/>
                  </a:cubicBezTo>
                  <a:cubicBezTo>
                    <a:pt x="577" y="2354"/>
                    <a:pt x="728" y="2408"/>
                    <a:pt x="838" y="2408"/>
                  </a:cubicBezTo>
                  <a:cubicBezTo>
                    <a:pt x="987" y="2408"/>
                    <a:pt x="1060" y="2309"/>
                    <a:pt x="1002" y="2157"/>
                  </a:cubicBezTo>
                  <a:cubicBezTo>
                    <a:pt x="725" y="1208"/>
                    <a:pt x="1255" y="1"/>
                    <a:pt x="1255" y="0"/>
                  </a:cubicBezTo>
                  <a:close/>
                </a:path>
              </a:pathLst>
            </a:custGeom>
            <a:solidFill>
              <a:srgbClr val="E28E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4417;p114">
              <a:extLst>
                <a:ext uri="{FF2B5EF4-FFF2-40B4-BE49-F238E27FC236}">
                  <a16:creationId xmlns:a16="http://schemas.microsoft.com/office/drawing/2014/main" id="{3CCF2E4C-2F8E-2182-7B2C-6FFBD08C5F59}"/>
                </a:ext>
              </a:extLst>
            </p:cNvPr>
            <p:cNvSpPr/>
            <p:nvPr/>
          </p:nvSpPr>
          <p:spPr>
            <a:xfrm>
              <a:off x="2912700" y="2760975"/>
              <a:ext cx="24000" cy="64450"/>
            </a:xfrm>
            <a:custGeom>
              <a:avLst/>
              <a:gdLst/>
              <a:ahLst/>
              <a:cxnLst/>
              <a:rect l="l" t="t" r="r" b="b"/>
              <a:pathLst>
                <a:path w="960" h="2578" fill="none" extrusionOk="0">
                  <a:moveTo>
                    <a:pt x="1" y="2149"/>
                  </a:moveTo>
                  <a:cubicBezTo>
                    <a:pt x="278" y="2577"/>
                    <a:pt x="785" y="2476"/>
                    <a:pt x="684" y="2212"/>
                  </a:cubicBezTo>
                  <a:cubicBezTo>
                    <a:pt x="407" y="1263"/>
                    <a:pt x="960" y="1"/>
                    <a:pt x="960" y="1"/>
                  </a:cubicBezTo>
                </a:path>
              </a:pathLst>
            </a:custGeom>
            <a:noFill/>
            <a:ln w="50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4418;p114">
              <a:extLst>
                <a:ext uri="{FF2B5EF4-FFF2-40B4-BE49-F238E27FC236}">
                  <a16:creationId xmlns:a16="http://schemas.microsoft.com/office/drawing/2014/main" id="{1F0417E4-6ADB-F8E3-B80D-1F757EFD91A3}"/>
                </a:ext>
              </a:extLst>
            </p:cNvPr>
            <p:cNvSpPr/>
            <p:nvPr/>
          </p:nvSpPr>
          <p:spPr>
            <a:xfrm>
              <a:off x="2938825" y="2763500"/>
              <a:ext cx="13125" cy="5825"/>
            </a:xfrm>
            <a:custGeom>
              <a:avLst/>
              <a:gdLst/>
              <a:ahLst/>
              <a:cxnLst/>
              <a:rect l="l" t="t" r="r" b="b"/>
              <a:pathLst>
                <a:path w="525" h="233" extrusionOk="0">
                  <a:moveTo>
                    <a:pt x="29" y="1"/>
                  </a:moveTo>
                  <a:cubicBezTo>
                    <a:pt x="19" y="1"/>
                    <a:pt x="10" y="1"/>
                    <a:pt x="0" y="2"/>
                  </a:cubicBezTo>
                  <a:cubicBezTo>
                    <a:pt x="49" y="9"/>
                    <a:pt x="96" y="19"/>
                    <a:pt x="141" y="33"/>
                  </a:cubicBezTo>
                  <a:cubicBezTo>
                    <a:pt x="188" y="46"/>
                    <a:pt x="234" y="62"/>
                    <a:pt x="278" y="80"/>
                  </a:cubicBezTo>
                  <a:cubicBezTo>
                    <a:pt x="301" y="90"/>
                    <a:pt x="322" y="101"/>
                    <a:pt x="344" y="111"/>
                  </a:cubicBezTo>
                  <a:cubicBezTo>
                    <a:pt x="365" y="124"/>
                    <a:pt x="386" y="135"/>
                    <a:pt x="406" y="147"/>
                  </a:cubicBezTo>
                  <a:cubicBezTo>
                    <a:pt x="450" y="172"/>
                    <a:pt x="487" y="202"/>
                    <a:pt x="525" y="233"/>
                  </a:cubicBezTo>
                  <a:cubicBezTo>
                    <a:pt x="494" y="196"/>
                    <a:pt x="460" y="160"/>
                    <a:pt x="419" y="131"/>
                  </a:cubicBezTo>
                  <a:lnTo>
                    <a:pt x="403" y="119"/>
                  </a:lnTo>
                  <a:cubicBezTo>
                    <a:pt x="398" y="115"/>
                    <a:pt x="393" y="113"/>
                    <a:pt x="388" y="109"/>
                  </a:cubicBezTo>
                  <a:lnTo>
                    <a:pt x="355" y="90"/>
                  </a:lnTo>
                  <a:cubicBezTo>
                    <a:pt x="333" y="79"/>
                    <a:pt x="312" y="67"/>
                    <a:pt x="288" y="58"/>
                  </a:cubicBezTo>
                  <a:cubicBezTo>
                    <a:pt x="244" y="38"/>
                    <a:pt x="196" y="22"/>
                    <a:pt x="147" y="14"/>
                  </a:cubicBezTo>
                  <a:cubicBezTo>
                    <a:pt x="108" y="6"/>
                    <a:pt x="68" y="1"/>
                    <a:pt x="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4419;p114">
              <a:extLst>
                <a:ext uri="{FF2B5EF4-FFF2-40B4-BE49-F238E27FC236}">
                  <a16:creationId xmlns:a16="http://schemas.microsoft.com/office/drawing/2014/main" id="{6D648A87-4E98-3D00-365B-2E6CBE050A94}"/>
                </a:ext>
              </a:extLst>
            </p:cNvPr>
            <p:cNvSpPr/>
            <p:nvPr/>
          </p:nvSpPr>
          <p:spPr>
            <a:xfrm>
              <a:off x="2665700" y="3144200"/>
              <a:ext cx="229025" cy="250925"/>
            </a:xfrm>
            <a:custGeom>
              <a:avLst/>
              <a:gdLst/>
              <a:ahLst/>
              <a:cxnLst/>
              <a:rect l="l" t="t" r="r" b="b"/>
              <a:pathLst>
                <a:path w="9161" h="10037" extrusionOk="0">
                  <a:moveTo>
                    <a:pt x="0" y="0"/>
                  </a:moveTo>
                  <a:cubicBezTo>
                    <a:pt x="234" y="2220"/>
                    <a:pt x="4044" y="9126"/>
                    <a:pt x="5776" y="9850"/>
                  </a:cubicBezTo>
                  <a:cubicBezTo>
                    <a:pt x="6094" y="9983"/>
                    <a:pt x="6409" y="10037"/>
                    <a:pt x="6711" y="10037"/>
                  </a:cubicBezTo>
                  <a:cubicBezTo>
                    <a:pt x="8059" y="10037"/>
                    <a:pt x="9160" y="8961"/>
                    <a:pt x="9160" y="8961"/>
                  </a:cubicBezTo>
                  <a:cubicBezTo>
                    <a:pt x="9160" y="8961"/>
                    <a:pt x="4624" y="3001"/>
                    <a:pt x="0" y="0"/>
                  </a:cubicBezTo>
                  <a:close/>
                </a:path>
              </a:pathLst>
            </a:custGeom>
            <a:solidFill>
              <a:srgbClr val="5D7F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4420;p114">
              <a:extLst>
                <a:ext uri="{FF2B5EF4-FFF2-40B4-BE49-F238E27FC236}">
                  <a16:creationId xmlns:a16="http://schemas.microsoft.com/office/drawing/2014/main" id="{FCD54B42-C7F7-3B20-DCD9-069E7D59313D}"/>
                </a:ext>
              </a:extLst>
            </p:cNvPr>
            <p:cNvSpPr/>
            <p:nvPr/>
          </p:nvSpPr>
          <p:spPr>
            <a:xfrm>
              <a:off x="2781275" y="2890600"/>
              <a:ext cx="103225" cy="107225"/>
            </a:xfrm>
            <a:custGeom>
              <a:avLst/>
              <a:gdLst/>
              <a:ahLst/>
              <a:cxnLst/>
              <a:rect l="l" t="t" r="r" b="b"/>
              <a:pathLst>
                <a:path w="4129" h="4289" extrusionOk="0">
                  <a:moveTo>
                    <a:pt x="1266" y="1"/>
                  </a:moveTo>
                  <a:cubicBezTo>
                    <a:pt x="1266" y="1"/>
                    <a:pt x="298" y="1262"/>
                    <a:pt x="1" y="1597"/>
                  </a:cubicBezTo>
                  <a:cubicBezTo>
                    <a:pt x="165" y="3207"/>
                    <a:pt x="1836" y="4289"/>
                    <a:pt x="1836" y="4289"/>
                  </a:cubicBezTo>
                  <a:cubicBezTo>
                    <a:pt x="1836" y="4289"/>
                    <a:pt x="2157" y="3629"/>
                    <a:pt x="3258" y="3629"/>
                  </a:cubicBezTo>
                  <a:cubicBezTo>
                    <a:pt x="3507" y="3629"/>
                    <a:pt x="3795" y="3663"/>
                    <a:pt x="4129" y="3746"/>
                  </a:cubicBezTo>
                  <a:cubicBezTo>
                    <a:pt x="2380" y="2621"/>
                    <a:pt x="1266" y="1"/>
                    <a:pt x="12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4421;p114">
              <a:extLst>
                <a:ext uri="{FF2B5EF4-FFF2-40B4-BE49-F238E27FC236}">
                  <a16:creationId xmlns:a16="http://schemas.microsoft.com/office/drawing/2014/main" id="{A1A1543E-5DA0-3B74-B4A2-C56C44F5EA7A}"/>
                </a:ext>
              </a:extLst>
            </p:cNvPr>
            <p:cNvSpPr/>
            <p:nvPr/>
          </p:nvSpPr>
          <p:spPr>
            <a:xfrm>
              <a:off x="2884450" y="2984175"/>
              <a:ext cx="95675" cy="525200"/>
            </a:xfrm>
            <a:custGeom>
              <a:avLst/>
              <a:gdLst/>
              <a:ahLst/>
              <a:cxnLst/>
              <a:rect l="l" t="t" r="r" b="b"/>
              <a:pathLst>
                <a:path w="3827" h="21008" fill="none" extrusionOk="0">
                  <a:moveTo>
                    <a:pt x="1" y="1"/>
                  </a:moveTo>
                  <a:cubicBezTo>
                    <a:pt x="1" y="1"/>
                    <a:pt x="3827" y="9604"/>
                    <a:pt x="3120" y="21008"/>
                  </a:cubicBezTo>
                </a:path>
              </a:pathLst>
            </a:custGeom>
            <a:noFill/>
            <a:ln w="70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4422;p114">
              <a:extLst>
                <a:ext uri="{FF2B5EF4-FFF2-40B4-BE49-F238E27FC236}">
                  <a16:creationId xmlns:a16="http://schemas.microsoft.com/office/drawing/2014/main" id="{C896F23B-CBC7-9E6D-4E1A-0A14C8CDDA80}"/>
                </a:ext>
              </a:extLst>
            </p:cNvPr>
            <p:cNvSpPr/>
            <p:nvPr/>
          </p:nvSpPr>
          <p:spPr>
            <a:xfrm>
              <a:off x="2750925" y="3176450"/>
              <a:ext cx="135925" cy="126925"/>
            </a:xfrm>
            <a:custGeom>
              <a:avLst/>
              <a:gdLst/>
              <a:ahLst/>
              <a:cxnLst/>
              <a:rect l="l" t="t" r="r" b="b"/>
              <a:pathLst>
                <a:path w="5437" h="5077" extrusionOk="0">
                  <a:moveTo>
                    <a:pt x="5437" y="0"/>
                  </a:moveTo>
                  <a:lnTo>
                    <a:pt x="5437" y="0"/>
                  </a:lnTo>
                  <a:cubicBezTo>
                    <a:pt x="4064" y="44"/>
                    <a:pt x="1" y="2959"/>
                    <a:pt x="744" y="5077"/>
                  </a:cubicBezTo>
                  <a:cubicBezTo>
                    <a:pt x="4930" y="2875"/>
                    <a:pt x="5437" y="0"/>
                    <a:pt x="5437" y="0"/>
                  </a:cubicBezTo>
                  <a:close/>
                </a:path>
              </a:pathLst>
            </a:custGeom>
            <a:solidFill>
              <a:srgbClr val="055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4423;p114">
              <a:extLst>
                <a:ext uri="{FF2B5EF4-FFF2-40B4-BE49-F238E27FC236}">
                  <a16:creationId xmlns:a16="http://schemas.microsoft.com/office/drawing/2014/main" id="{59028CA5-C608-EDDF-A926-C0C04934D4BC}"/>
                </a:ext>
              </a:extLst>
            </p:cNvPr>
            <p:cNvSpPr/>
            <p:nvPr/>
          </p:nvSpPr>
          <p:spPr>
            <a:xfrm>
              <a:off x="2758550" y="3144200"/>
              <a:ext cx="536425" cy="246275"/>
            </a:xfrm>
            <a:custGeom>
              <a:avLst/>
              <a:gdLst/>
              <a:ahLst/>
              <a:cxnLst/>
              <a:rect l="l" t="t" r="r" b="b"/>
              <a:pathLst>
                <a:path w="21457" h="9851" extrusionOk="0">
                  <a:moveTo>
                    <a:pt x="18493" y="0"/>
                  </a:moveTo>
                  <a:cubicBezTo>
                    <a:pt x="18057" y="0"/>
                    <a:pt x="17590" y="57"/>
                    <a:pt x="17106" y="187"/>
                  </a:cubicBezTo>
                  <a:cubicBezTo>
                    <a:pt x="14843" y="794"/>
                    <a:pt x="6057" y="3829"/>
                    <a:pt x="6057" y="3829"/>
                  </a:cubicBezTo>
                  <a:lnTo>
                    <a:pt x="3541" y="1346"/>
                  </a:lnTo>
                  <a:cubicBezTo>
                    <a:pt x="1454" y="1788"/>
                    <a:pt x="0" y="4883"/>
                    <a:pt x="0" y="4883"/>
                  </a:cubicBezTo>
                  <a:cubicBezTo>
                    <a:pt x="0" y="4883"/>
                    <a:pt x="3332" y="9850"/>
                    <a:pt x="4878" y="9850"/>
                  </a:cubicBezTo>
                  <a:cubicBezTo>
                    <a:pt x="4911" y="9850"/>
                    <a:pt x="4943" y="9848"/>
                    <a:pt x="4974" y="9844"/>
                  </a:cubicBezTo>
                  <a:cubicBezTo>
                    <a:pt x="6471" y="9623"/>
                    <a:pt x="15285" y="4711"/>
                    <a:pt x="15892" y="4381"/>
                  </a:cubicBezTo>
                  <a:cubicBezTo>
                    <a:pt x="16499" y="4050"/>
                    <a:pt x="17713" y="3168"/>
                    <a:pt x="18321" y="2726"/>
                  </a:cubicBezTo>
                  <a:cubicBezTo>
                    <a:pt x="18927" y="2284"/>
                    <a:pt x="20749" y="2615"/>
                    <a:pt x="20637" y="2119"/>
                  </a:cubicBezTo>
                  <a:lnTo>
                    <a:pt x="20637" y="2119"/>
                  </a:lnTo>
                  <a:cubicBezTo>
                    <a:pt x="20680" y="2124"/>
                    <a:pt x="20721" y="2126"/>
                    <a:pt x="20761" y="2126"/>
                  </a:cubicBezTo>
                  <a:cubicBezTo>
                    <a:pt x="21189" y="2126"/>
                    <a:pt x="21457" y="1860"/>
                    <a:pt x="21355" y="1456"/>
                  </a:cubicBezTo>
                  <a:cubicBezTo>
                    <a:pt x="21268" y="762"/>
                    <a:pt x="20091" y="0"/>
                    <a:pt x="18493" y="0"/>
                  </a:cubicBezTo>
                  <a:close/>
                </a:path>
              </a:pathLst>
            </a:custGeom>
            <a:solidFill>
              <a:srgbClr val="E28E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4424;p114">
              <a:extLst>
                <a:ext uri="{FF2B5EF4-FFF2-40B4-BE49-F238E27FC236}">
                  <a16:creationId xmlns:a16="http://schemas.microsoft.com/office/drawing/2014/main" id="{873EB3DA-ADA7-1A49-787E-1631A7765E4E}"/>
                </a:ext>
              </a:extLst>
            </p:cNvPr>
            <p:cNvSpPr/>
            <p:nvPr/>
          </p:nvSpPr>
          <p:spPr>
            <a:xfrm>
              <a:off x="2866825" y="3239900"/>
              <a:ext cx="43175" cy="22125"/>
            </a:xfrm>
            <a:custGeom>
              <a:avLst/>
              <a:gdLst/>
              <a:ahLst/>
              <a:cxnLst/>
              <a:rect l="l" t="t" r="r" b="b"/>
              <a:pathLst>
                <a:path w="1727" h="885" fill="none" extrusionOk="0">
                  <a:moveTo>
                    <a:pt x="1726" y="0"/>
                  </a:moveTo>
                  <a:lnTo>
                    <a:pt x="1" y="884"/>
                  </a:lnTo>
                </a:path>
              </a:pathLst>
            </a:custGeom>
            <a:noFill/>
            <a:ln w="700" cap="flat" cmpd="sng">
              <a:solidFill>
                <a:srgbClr val="AD5638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4425;p114">
              <a:extLst>
                <a:ext uri="{FF2B5EF4-FFF2-40B4-BE49-F238E27FC236}">
                  <a16:creationId xmlns:a16="http://schemas.microsoft.com/office/drawing/2014/main" id="{99A33506-0EED-F179-CEC7-DCBCA2728C1D}"/>
                </a:ext>
              </a:extLst>
            </p:cNvPr>
            <p:cNvSpPr/>
            <p:nvPr/>
          </p:nvSpPr>
          <p:spPr>
            <a:xfrm>
              <a:off x="3231675" y="3186075"/>
              <a:ext cx="42800" cy="11050"/>
            </a:xfrm>
            <a:custGeom>
              <a:avLst/>
              <a:gdLst/>
              <a:ahLst/>
              <a:cxnLst/>
              <a:rect l="l" t="t" r="r" b="b"/>
              <a:pathLst>
                <a:path w="1712" h="442" fill="none" extrusionOk="0">
                  <a:moveTo>
                    <a:pt x="1711" y="442"/>
                  </a:moveTo>
                  <a:cubicBezTo>
                    <a:pt x="1711" y="442"/>
                    <a:pt x="939" y="1"/>
                    <a:pt x="1" y="1"/>
                  </a:cubicBezTo>
                </a:path>
              </a:pathLst>
            </a:custGeom>
            <a:noFill/>
            <a:ln w="700" cap="flat" cmpd="sng">
              <a:solidFill>
                <a:srgbClr val="AD5638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4426;p114">
              <a:extLst>
                <a:ext uri="{FF2B5EF4-FFF2-40B4-BE49-F238E27FC236}">
                  <a16:creationId xmlns:a16="http://schemas.microsoft.com/office/drawing/2014/main" id="{3D1EFA91-87B5-E87C-146A-E7B57F1ADB27}"/>
                </a:ext>
              </a:extLst>
            </p:cNvPr>
            <p:cNvSpPr/>
            <p:nvPr/>
          </p:nvSpPr>
          <p:spPr>
            <a:xfrm>
              <a:off x="3235825" y="3159925"/>
              <a:ext cx="56575" cy="20700"/>
            </a:xfrm>
            <a:custGeom>
              <a:avLst/>
              <a:gdLst/>
              <a:ahLst/>
              <a:cxnLst/>
              <a:rect l="l" t="t" r="r" b="b"/>
              <a:pathLst>
                <a:path w="2263" h="828" fill="none" extrusionOk="0">
                  <a:moveTo>
                    <a:pt x="2263" y="827"/>
                  </a:moveTo>
                  <a:cubicBezTo>
                    <a:pt x="2263" y="827"/>
                    <a:pt x="1160" y="0"/>
                    <a:pt x="1" y="109"/>
                  </a:cubicBezTo>
                </a:path>
              </a:pathLst>
            </a:custGeom>
            <a:noFill/>
            <a:ln w="700" cap="flat" cmpd="sng">
              <a:solidFill>
                <a:srgbClr val="AD5638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4427;p114">
              <a:extLst>
                <a:ext uri="{FF2B5EF4-FFF2-40B4-BE49-F238E27FC236}">
                  <a16:creationId xmlns:a16="http://schemas.microsoft.com/office/drawing/2014/main" id="{E528E680-D4B2-D933-4AE0-D1332BF28D7B}"/>
                </a:ext>
              </a:extLst>
            </p:cNvPr>
            <p:cNvSpPr/>
            <p:nvPr/>
          </p:nvSpPr>
          <p:spPr>
            <a:xfrm>
              <a:off x="2817350" y="3317250"/>
              <a:ext cx="124800" cy="73225"/>
            </a:xfrm>
            <a:custGeom>
              <a:avLst/>
              <a:gdLst/>
              <a:ahLst/>
              <a:cxnLst/>
              <a:rect l="l" t="t" r="r" b="b"/>
              <a:pathLst>
                <a:path w="4992" h="2929" extrusionOk="0">
                  <a:moveTo>
                    <a:pt x="2226" y="1"/>
                  </a:moveTo>
                  <a:cubicBezTo>
                    <a:pt x="1335" y="1"/>
                    <a:pt x="539" y="399"/>
                    <a:pt x="1" y="1024"/>
                  </a:cubicBezTo>
                  <a:cubicBezTo>
                    <a:pt x="904" y="2045"/>
                    <a:pt x="1873" y="2928"/>
                    <a:pt x="2525" y="2928"/>
                  </a:cubicBezTo>
                  <a:cubicBezTo>
                    <a:pt x="2558" y="2928"/>
                    <a:pt x="2591" y="2926"/>
                    <a:pt x="2622" y="2922"/>
                  </a:cubicBezTo>
                  <a:cubicBezTo>
                    <a:pt x="3010" y="2865"/>
                    <a:pt x="3891" y="2492"/>
                    <a:pt x="4991" y="1966"/>
                  </a:cubicBezTo>
                  <a:cubicBezTo>
                    <a:pt x="4593" y="821"/>
                    <a:pt x="3505" y="1"/>
                    <a:pt x="2226" y="1"/>
                  </a:cubicBezTo>
                  <a:close/>
                </a:path>
              </a:pathLst>
            </a:custGeom>
            <a:solidFill>
              <a:srgbClr val="C672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4428;p114">
              <a:extLst>
                <a:ext uri="{FF2B5EF4-FFF2-40B4-BE49-F238E27FC236}">
                  <a16:creationId xmlns:a16="http://schemas.microsoft.com/office/drawing/2014/main" id="{7E5BF7AA-9AB1-A17E-3B88-1D208D7CAD5A}"/>
                </a:ext>
              </a:extLst>
            </p:cNvPr>
            <p:cNvSpPr/>
            <p:nvPr/>
          </p:nvSpPr>
          <p:spPr>
            <a:xfrm>
              <a:off x="2643975" y="3038125"/>
              <a:ext cx="242875" cy="265250"/>
            </a:xfrm>
            <a:custGeom>
              <a:avLst/>
              <a:gdLst/>
              <a:ahLst/>
              <a:cxnLst/>
              <a:rect l="l" t="t" r="r" b="b"/>
              <a:pathLst>
                <a:path w="9715" h="10610" extrusionOk="0">
                  <a:moveTo>
                    <a:pt x="2315" y="0"/>
                  </a:moveTo>
                  <a:cubicBezTo>
                    <a:pt x="1592" y="0"/>
                    <a:pt x="1057" y="335"/>
                    <a:pt x="829" y="1082"/>
                  </a:cubicBezTo>
                  <a:cubicBezTo>
                    <a:pt x="0" y="3804"/>
                    <a:pt x="1491" y="6527"/>
                    <a:pt x="5022" y="10610"/>
                  </a:cubicBezTo>
                  <a:cubicBezTo>
                    <a:pt x="5685" y="7354"/>
                    <a:pt x="9715" y="5533"/>
                    <a:pt x="9715" y="5533"/>
                  </a:cubicBezTo>
                  <a:cubicBezTo>
                    <a:pt x="7435" y="2331"/>
                    <a:pt x="4223" y="0"/>
                    <a:pt x="23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4429;p114">
              <a:extLst>
                <a:ext uri="{FF2B5EF4-FFF2-40B4-BE49-F238E27FC236}">
                  <a16:creationId xmlns:a16="http://schemas.microsoft.com/office/drawing/2014/main" id="{7EE16967-44F3-632D-15A4-844FFF4AF1FF}"/>
                </a:ext>
              </a:extLst>
            </p:cNvPr>
            <p:cNvSpPr/>
            <p:nvPr/>
          </p:nvSpPr>
          <p:spPr>
            <a:xfrm>
              <a:off x="2734025" y="3139650"/>
              <a:ext cx="152875" cy="163725"/>
            </a:xfrm>
            <a:custGeom>
              <a:avLst/>
              <a:gdLst/>
              <a:ahLst/>
              <a:cxnLst/>
              <a:rect l="l" t="t" r="r" b="b"/>
              <a:pathLst>
                <a:path w="6115" h="6549" extrusionOk="0">
                  <a:moveTo>
                    <a:pt x="4951" y="1"/>
                  </a:moveTo>
                  <a:cubicBezTo>
                    <a:pt x="3333" y="932"/>
                    <a:pt x="981" y="2600"/>
                    <a:pt x="1" y="4834"/>
                  </a:cubicBezTo>
                  <a:cubicBezTo>
                    <a:pt x="430" y="5380"/>
                    <a:pt x="904" y="5950"/>
                    <a:pt x="1421" y="6549"/>
                  </a:cubicBezTo>
                  <a:cubicBezTo>
                    <a:pt x="2084" y="3293"/>
                    <a:pt x="6115" y="1472"/>
                    <a:pt x="6115" y="1472"/>
                  </a:cubicBezTo>
                  <a:cubicBezTo>
                    <a:pt x="5747" y="957"/>
                    <a:pt x="5357" y="465"/>
                    <a:pt x="49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4430;p114">
              <a:extLst>
                <a:ext uri="{FF2B5EF4-FFF2-40B4-BE49-F238E27FC236}">
                  <a16:creationId xmlns:a16="http://schemas.microsoft.com/office/drawing/2014/main" id="{DC67E124-30A8-4D10-2990-9FB8C1958EA4}"/>
                </a:ext>
              </a:extLst>
            </p:cNvPr>
            <p:cNvSpPr/>
            <p:nvPr/>
          </p:nvSpPr>
          <p:spPr>
            <a:xfrm>
              <a:off x="3546925" y="3435450"/>
              <a:ext cx="91075" cy="91075"/>
            </a:xfrm>
            <a:custGeom>
              <a:avLst/>
              <a:gdLst/>
              <a:ahLst/>
              <a:cxnLst/>
              <a:rect l="l" t="t" r="r" b="b"/>
              <a:pathLst>
                <a:path w="3643" h="3643" extrusionOk="0">
                  <a:moveTo>
                    <a:pt x="1821" y="1"/>
                  </a:moveTo>
                  <a:cubicBezTo>
                    <a:pt x="816" y="1"/>
                    <a:pt x="0" y="816"/>
                    <a:pt x="0" y="1822"/>
                  </a:cubicBezTo>
                  <a:cubicBezTo>
                    <a:pt x="0" y="2827"/>
                    <a:pt x="816" y="3643"/>
                    <a:pt x="1821" y="3643"/>
                  </a:cubicBezTo>
                  <a:cubicBezTo>
                    <a:pt x="2827" y="3643"/>
                    <a:pt x="3643" y="2827"/>
                    <a:pt x="3643" y="1822"/>
                  </a:cubicBezTo>
                  <a:cubicBezTo>
                    <a:pt x="3643" y="816"/>
                    <a:pt x="2827" y="1"/>
                    <a:pt x="18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4431;p114">
              <a:extLst>
                <a:ext uri="{FF2B5EF4-FFF2-40B4-BE49-F238E27FC236}">
                  <a16:creationId xmlns:a16="http://schemas.microsoft.com/office/drawing/2014/main" id="{4C95991D-51BD-6CD0-8209-59C90DA9D1E8}"/>
                </a:ext>
              </a:extLst>
            </p:cNvPr>
            <p:cNvSpPr/>
            <p:nvPr/>
          </p:nvSpPr>
          <p:spPr>
            <a:xfrm>
              <a:off x="3566825" y="3457625"/>
              <a:ext cx="51450" cy="47850"/>
            </a:xfrm>
            <a:custGeom>
              <a:avLst/>
              <a:gdLst/>
              <a:ahLst/>
              <a:cxnLst/>
              <a:rect l="l" t="t" r="r" b="b"/>
              <a:pathLst>
                <a:path w="2058" h="1914" extrusionOk="0">
                  <a:moveTo>
                    <a:pt x="1027" y="1"/>
                  </a:moveTo>
                  <a:cubicBezTo>
                    <a:pt x="566" y="1"/>
                    <a:pt x="161" y="334"/>
                    <a:pt x="85" y="804"/>
                  </a:cubicBezTo>
                  <a:cubicBezTo>
                    <a:pt x="0" y="1326"/>
                    <a:pt x="354" y="1816"/>
                    <a:pt x="876" y="1901"/>
                  </a:cubicBezTo>
                  <a:cubicBezTo>
                    <a:pt x="928" y="1909"/>
                    <a:pt x="979" y="1913"/>
                    <a:pt x="1030" y="1913"/>
                  </a:cubicBezTo>
                  <a:cubicBezTo>
                    <a:pt x="1491" y="1913"/>
                    <a:pt x="1896" y="1580"/>
                    <a:pt x="1973" y="1110"/>
                  </a:cubicBezTo>
                  <a:cubicBezTo>
                    <a:pt x="2057" y="588"/>
                    <a:pt x="1704" y="98"/>
                    <a:pt x="1182" y="13"/>
                  </a:cubicBezTo>
                  <a:cubicBezTo>
                    <a:pt x="1130" y="5"/>
                    <a:pt x="1078" y="1"/>
                    <a:pt x="10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4432;p114">
              <a:extLst>
                <a:ext uri="{FF2B5EF4-FFF2-40B4-BE49-F238E27FC236}">
                  <a16:creationId xmlns:a16="http://schemas.microsoft.com/office/drawing/2014/main" id="{C760B42D-4252-070F-0900-F56B4FFE94A2}"/>
                </a:ext>
              </a:extLst>
            </p:cNvPr>
            <p:cNvSpPr/>
            <p:nvPr/>
          </p:nvSpPr>
          <p:spPr>
            <a:xfrm>
              <a:off x="2874400" y="3028150"/>
              <a:ext cx="15875" cy="15900"/>
            </a:xfrm>
            <a:custGeom>
              <a:avLst/>
              <a:gdLst/>
              <a:ahLst/>
              <a:cxnLst/>
              <a:rect l="l" t="t" r="r" b="b"/>
              <a:pathLst>
                <a:path w="635" h="636" extrusionOk="0">
                  <a:moveTo>
                    <a:pt x="317" y="0"/>
                  </a:moveTo>
                  <a:cubicBezTo>
                    <a:pt x="142" y="0"/>
                    <a:pt x="1" y="143"/>
                    <a:pt x="1" y="318"/>
                  </a:cubicBezTo>
                  <a:cubicBezTo>
                    <a:pt x="1" y="493"/>
                    <a:pt x="142" y="636"/>
                    <a:pt x="317" y="636"/>
                  </a:cubicBezTo>
                  <a:cubicBezTo>
                    <a:pt x="492" y="636"/>
                    <a:pt x="635" y="493"/>
                    <a:pt x="635" y="318"/>
                  </a:cubicBezTo>
                  <a:cubicBezTo>
                    <a:pt x="635" y="143"/>
                    <a:pt x="492" y="0"/>
                    <a:pt x="3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4433;p114">
              <a:extLst>
                <a:ext uri="{FF2B5EF4-FFF2-40B4-BE49-F238E27FC236}">
                  <a16:creationId xmlns:a16="http://schemas.microsoft.com/office/drawing/2014/main" id="{ED43BB3E-0DA6-6198-6346-9A90AA8C22F3}"/>
                </a:ext>
              </a:extLst>
            </p:cNvPr>
            <p:cNvSpPr/>
            <p:nvPr/>
          </p:nvSpPr>
          <p:spPr>
            <a:xfrm>
              <a:off x="2894975" y="3113775"/>
              <a:ext cx="15900" cy="15875"/>
            </a:xfrm>
            <a:custGeom>
              <a:avLst/>
              <a:gdLst/>
              <a:ahLst/>
              <a:cxnLst/>
              <a:rect l="l" t="t" r="r" b="b"/>
              <a:pathLst>
                <a:path w="636" h="635" extrusionOk="0">
                  <a:moveTo>
                    <a:pt x="318" y="1"/>
                  </a:moveTo>
                  <a:cubicBezTo>
                    <a:pt x="143" y="1"/>
                    <a:pt x="0" y="142"/>
                    <a:pt x="0" y="317"/>
                  </a:cubicBezTo>
                  <a:cubicBezTo>
                    <a:pt x="0" y="492"/>
                    <a:pt x="143" y="635"/>
                    <a:pt x="318" y="635"/>
                  </a:cubicBezTo>
                  <a:cubicBezTo>
                    <a:pt x="493" y="635"/>
                    <a:pt x="636" y="492"/>
                    <a:pt x="636" y="317"/>
                  </a:cubicBezTo>
                  <a:cubicBezTo>
                    <a:pt x="636" y="142"/>
                    <a:pt x="493" y="1"/>
                    <a:pt x="3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4434;p114">
              <a:extLst>
                <a:ext uri="{FF2B5EF4-FFF2-40B4-BE49-F238E27FC236}">
                  <a16:creationId xmlns:a16="http://schemas.microsoft.com/office/drawing/2014/main" id="{DA0A824C-E91D-FAA2-8F07-014D8BE90656}"/>
                </a:ext>
              </a:extLst>
            </p:cNvPr>
            <p:cNvSpPr/>
            <p:nvPr/>
          </p:nvSpPr>
          <p:spPr>
            <a:xfrm>
              <a:off x="2915375" y="3201150"/>
              <a:ext cx="15900" cy="15875"/>
            </a:xfrm>
            <a:custGeom>
              <a:avLst/>
              <a:gdLst/>
              <a:ahLst/>
              <a:cxnLst/>
              <a:rect l="l" t="t" r="r" b="b"/>
              <a:pathLst>
                <a:path w="636" h="635" extrusionOk="0">
                  <a:moveTo>
                    <a:pt x="318" y="1"/>
                  </a:moveTo>
                  <a:cubicBezTo>
                    <a:pt x="142" y="1"/>
                    <a:pt x="1" y="142"/>
                    <a:pt x="1" y="317"/>
                  </a:cubicBezTo>
                  <a:cubicBezTo>
                    <a:pt x="1" y="493"/>
                    <a:pt x="142" y="635"/>
                    <a:pt x="318" y="635"/>
                  </a:cubicBezTo>
                  <a:cubicBezTo>
                    <a:pt x="493" y="635"/>
                    <a:pt x="635" y="493"/>
                    <a:pt x="635" y="317"/>
                  </a:cubicBezTo>
                  <a:cubicBezTo>
                    <a:pt x="635" y="142"/>
                    <a:pt x="493" y="1"/>
                    <a:pt x="3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4435;p114">
              <a:extLst>
                <a:ext uri="{FF2B5EF4-FFF2-40B4-BE49-F238E27FC236}">
                  <a16:creationId xmlns:a16="http://schemas.microsoft.com/office/drawing/2014/main" id="{44666F7A-259A-688E-0923-9BBD7499CA72}"/>
                </a:ext>
              </a:extLst>
            </p:cNvPr>
            <p:cNvSpPr/>
            <p:nvPr/>
          </p:nvSpPr>
          <p:spPr>
            <a:xfrm>
              <a:off x="2937450" y="3398250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635" h="635" extrusionOk="0">
                  <a:moveTo>
                    <a:pt x="317" y="0"/>
                  </a:moveTo>
                  <a:cubicBezTo>
                    <a:pt x="142" y="0"/>
                    <a:pt x="1" y="142"/>
                    <a:pt x="1" y="318"/>
                  </a:cubicBezTo>
                  <a:cubicBezTo>
                    <a:pt x="1" y="493"/>
                    <a:pt x="142" y="634"/>
                    <a:pt x="317" y="634"/>
                  </a:cubicBezTo>
                  <a:cubicBezTo>
                    <a:pt x="493" y="634"/>
                    <a:pt x="635" y="493"/>
                    <a:pt x="635" y="318"/>
                  </a:cubicBezTo>
                  <a:cubicBezTo>
                    <a:pt x="635" y="142"/>
                    <a:pt x="493" y="0"/>
                    <a:pt x="3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4436;p114">
              <a:extLst>
                <a:ext uri="{FF2B5EF4-FFF2-40B4-BE49-F238E27FC236}">
                  <a16:creationId xmlns:a16="http://schemas.microsoft.com/office/drawing/2014/main" id="{9BD4E7EA-9832-61FB-9259-E972159CFEA2}"/>
                </a:ext>
              </a:extLst>
            </p:cNvPr>
            <p:cNvSpPr/>
            <p:nvPr/>
          </p:nvSpPr>
          <p:spPr>
            <a:xfrm>
              <a:off x="2929550" y="3476100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635" h="635" extrusionOk="0">
                  <a:moveTo>
                    <a:pt x="317" y="1"/>
                  </a:moveTo>
                  <a:cubicBezTo>
                    <a:pt x="141" y="1"/>
                    <a:pt x="0" y="143"/>
                    <a:pt x="0" y="318"/>
                  </a:cubicBezTo>
                  <a:cubicBezTo>
                    <a:pt x="0" y="494"/>
                    <a:pt x="141" y="635"/>
                    <a:pt x="317" y="635"/>
                  </a:cubicBezTo>
                  <a:cubicBezTo>
                    <a:pt x="492" y="635"/>
                    <a:pt x="634" y="494"/>
                    <a:pt x="634" y="318"/>
                  </a:cubicBezTo>
                  <a:cubicBezTo>
                    <a:pt x="634" y="143"/>
                    <a:pt x="492" y="1"/>
                    <a:pt x="3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4437;p114">
              <a:extLst>
                <a:ext uri="{FF2B5EF4-FFF2-40B4-BE49-F238E27FC236}">
                  <a16:creationId xmlns:a16="http://schemas.microsoft.com/office/drawing/2014/main" id="{CE608EE7-DA4D-8FF8-EC8A-97BE309C46CA}"/>
                </a:ext>
              </a:extLst>
            </p:cNvPr>
            <p:cNvSpPr/>
            <p:nvPr/>
          </p:nvSpPr>
          <p:spPr>
            <a:xfrm>
              <a:off x="2710850" y="3509350"/>
              <a:ext cx="301025" cy="49250"/>
            </a:xfrm>
            <a:custGeom>
              <a:avLst/>
              <a:gdLst/>
              <a:ahLst/>
              <a:cxnLst/>
              <a:rect l="l" t="t" r="r" b="b"/>
              <a:pathLst>
                <a:path w="12041" h="1970" fill="none" extrusionOk="0">
                  <a:moveTo>
                    <a:pt x="12040" y="1"/>
                  </a:moveTo>
                  <a:cubicBezTo>
                    <a:pt x="12040" y="1"/>
                    <a:pt x="7944" y="1969"/>
                    <a:pt x="1" y="893"/>
                  </a:cubicBezTo>
                </a:path>
              </a:pathLst>
            </a:custGeom>
            <a:noFill/>
            <a:ln w="70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4438;p114">
              <a:extLst>
                <a:ext uri="{FF2B5EF4-FFF2-40B4-BE49-F238E27FC236}">
                  <a16:creationId xmlns:a16="http://schemas.microsoft.com/office/drawing/2014/main" id="{3CA60AC9-6B37-E289-76BD-90E830C6EB72}"/>
                </a:ext>
              </a:extLst>
            </p:cNvPr>
            <p:cNvSpPr/>
            <p:nvPr/>
          </p:nvSpPr>
          <p:spPr>
            <a:xfrm>
              <a:off x="2788725" y="3538550"/>
              <a:ext cx="86125" cy="104925"/>
            </a:xfrm>
            <a:custGeom>
              <a:avLst/>
              <a:gdLst/>
              <a:ahLst/>
              <a:cxnLst/>
              <a:rect l="l" t="t" r="r" b="b"/>
              <a:pathLst>
                <a:path w="3445" h="4197" fill="none" extrusionOk="0">
                  <a:moveTo>
                    <a:pt x="3125" y="0"/>
                  </a:moveTo>
                  <a:cubicBezTo>
                    <a:pt x="3125" y="0"/>
                    <a:pt x="3444" y="3782"/>
                    <a:pt x="0" y="4196"/>
                  </a:cubicBezTo>
                </a:path>
              </a:pathLst>
            </a:custGeom>
            <a:noFill/>
            <a:ln w="70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4439;p114">
              <a:extLst>
                <a:ext uri="{FF2B5EF4-FFF2-40B4-BE49-F238E27FC236}">
                  <a16:creationId xmlns:a16="http://schemas.microsoft.com/office/drawing/2014/main" id="{2B8B4899-3662-C966-F76B-C9B877536015}"/>
                </a:ext>
              </a:extLst>
            </p:cNvPr>
            <p:cNvSpPr/>
            <p:nvPr/>
          </p:nvSpPr>
          <p:spPr>
            <a:xfrm>
              <a:off x="2780200" y="3539725"/>
              <a:ext cx="8550" cy="635525"/>
            </a:xfrm>
            <a:custGeom>
              <a:avLst/>
              <a:gdLst/>
              <a:ahLst/>
              <a:cxnLst/>
              <a:rect l="l" t="t" r="r" b="b"/>
              <a:pathLst>
                <a:path w="342" h="25421" fill="none" extrusionOk="0">
                  <a:moveTo>
                    <a:pt x="341" y="0"/>
                  </a:moveTo>
                  <a:cubicBezTo>
                    <a:pt x="341" y="0"/>
                    <a:pt x="336" y="9281"/>
                    <a:pt x="272" y="12095"/>
                  </a:cubicBezTo>
                  <a:cubicBezTo>
                    <a:pt x="208" y="14909"/>
                    <a:pt x="0" y="25421"/>
                    <a:pt x="0" y="25421"/>
                  </a:cubicBezTo>
                </a:path>
              </a:pathLst>
            </a:custGeom>
            <a:noFill/>
            <a:ln w="70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4440;p114">
              <a:extLst>
                <a:ext uri="{FF2B5EF4-FFF2-40B4-BE49-F238E27FC236}">
                  <a16:creationId xmlns:a16="http://schemas.microsoft.com/office/drawing/2014/main" id="{8B443694-4651-540A-637E-403EB4D57693}"/>
                </a:ext>
              </a:extLst>
            </p:cNvPr>
            <p:cNvSpPr/>
            <p:nvPr/>
          </p:nvSpPr>
          <p:spPr>
            <a:xfrm>
              <a:off x="2940825" y="3633050"/>
              <a:ext cx="51550" cy="10375"/>
            </a:xfrm>
            <a:custGeom>
              <a:avLst/>
              <a:gdLst/>
              <a:ahLst/>
              <a:cxnLst/>
              <a:rect l="l" t="t" r="r" b="b"/>
              <a:pathLst>
                <a:path w="2062" h="415" fill="none" extrusionOk="0">
                  <a:moveTo>
                    <a:pt x="1" y="414"/>
                  </a:moveTo>
                  <a:lnTo>
                    <a:pt x="2062" y="1"/>
                  </a:lnTo>
                </a:path>
              </a:pathLst>
            </a:custGeom>
            <a:noFill/>
            <a:ln w="70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4441;p114">
              <a:extLst>
                <a:ext uri="{FF2B5EF4-FFF2-40B4-BE49-F238E27FC236}">
                  <a16:creationId xmlns:a16="http://schemas.microsoft.com/office/drawing/2014/main" id="{AC4B370D-682B-B04F-526F-4B00BE1B624F}"/>
                </a:ext>
              </a:extLst>
            </p:cNvPr>
            <p:cNvSpPr/>
            <p:nvPr/>
          </p:nvSpPr>
          <p:spPr>
            <a:xfrm>
              <a:off x="2710850" y="3535875"/>
              <a:ext cx="36400" cy="177475"/>
            </a:xfrm>
            <a:custGeom>
              <a:avLst/>
              <a:gdLst/>
              <a:ahLst/>
              <a:cxnLst/>
              <a:rect l="l" t="t" r="r" b="b"/>
              <a:pathLst>
                <a:path w="1456" h="7099" fill="none" extrusionOk="0">
                  <a:moveTo>
                    <a:pt x="1456" y="1"/>
                  </a:moveTo>
                  <a:lnTo>
                    <a:pt x="1203" y="7099"/>
                  </a:lnTo>
                  <a:lnTo>
                    <a:pt x="1" y="7099"/>
                  </a:lnTo>
                </a:path>
              </a:pathLst>
            </a:custGeom>
            <a:noFill/>
            <a:ln w="70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4442;p114">
              <a:extLst>
                <a:ext uri="{FF2B5EF4-FFF2-40B4-BE49-F238E27FC236}">
                  <a16:creationId xmlns:a16="http://schemas.microsoft.com/office/drawing/2014/main" id="{95824D5F-7086-7039-DAE1-7FE93512C37E}"/>
                </a:ext>
              </a:extLst>
            </p:cNvPr>
            <p:cNvSpPr/>
            <p:nvPr/>
          </p:nvSpPr>
          <p:spPr>
            <a:xfrm>
              <a:off x="3385025" y="3850250"/>
              <a:ext cx="84275" cy="60025"/>
            </a:xfrm>
            <a:custGeom>
              <a:avLst/>
              <a:gdLst/>
              <a:ahLst/>
              <a:cxnLst/>
              <a:rect l="l" t="t" r="r" b="b"/>
              <a:pathLst>
                <a:path w="3371" h="2401" extrusionOk="0">
                  <a:moveTo>
                    <a:pt x="698" y="0"/>
                  </a:moveTo>
                  <a:cubicBezTo>
                    <a:pt x="698" y="0"/>
                    <a:pt x="0" y="943"/>
                    <a:pt x="61" y="1489"/>
                  </a:cubicBezTo>
                  <a:cubicBezTo>
                    <a:pt x="120" y="2036"/>
                    <a:pt x="850" y="2401"/>
                    <a:pt x="850" y="2401"/>
                  </a:cubicBezTo>
                  <a:lnTo>
                    <a:pt x="3371" y="2351"/>
                  </a:lnTo>
                  <a:lnTo>
                    <a:pt x="3371" y="2"/>
                  </a:lnTo>
                  <a:lnTo>
                    <a:pt x="33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4443;p114">
              <a:extLst>
                <a:ext uri="{FF2B5EF4-FFF2-40B4-BE49-F238E27FC236}">
                  <a16:creationId xmlns:a16="http://schemas.microsoft.com/office/drawing/2014/main" id="{9516BC60-F0BC-3439-0AAA-43D06933982D}"/>
                </a:ext>
              </a:extLst>
            </p:cNvPr>
            <p:cNvSpPr/>
            <p:nvPr/>
          </p:nvSpPr>
          <p:spPr>
            <a:xfrm>
              <a:off x="3339200" y="3766800"/>
              <a:ext cx="98675" cy="126700"/>
            </a:xfrm>
            <a:custGeom>
              <a:avLst/>
              <a:gdLst/>
              <a:ahLst/>
              <a:cxnLst/>
              <a:rect l="l" t="t" r="r" b="b"/>
              <a:pathLst>
                <a:path w="3947" h="5068" extrusionOk="0">
                  <a:moveTo>
                    <a:pt x="69" y="1"/>
                  </a:moveTo>
                  <a:lnTo>
                    <a:pt x="844" y="730"/>
                  </a:lnTo>
                  <a:cubicBezTo>
                    <a:pt x="844" y="730"/>
                    <a:pt x="577" y="1219"/>
                    <a:pt x="333" y="1531"/>
                  </a:cubicBezTo>
                  <a:cubicBezTo>
                    <a:pt x="0" y="1955"/>
                    <a:pt x="163" y="2581"/>
                    <a:pt x="163" y="2581"/>
                  </a:cubicBezTo>
                  <a:cubicBezTo>
                    <a:pt x="163" y="2581"/>
                    <a:pt x="1271" y="4473"/>
                    <a:pt x="1619" y="5067"/>
                  </a:cubicBezTo>
                  <a:cubicBezTo>
                    <a:pt x="1225" y="4009"/>
                    <a:pt x="3137" y="1945"/>
                    <a:pt x="3139" y="1945"/>
                  </a:cubicBezTo>
                  <a:cubicBezTo>
                    <a:pt x="3139" y="1945"/>
                    <a:pt x="3139" y="1945"/>
                    <a:pt x="3139" y="1945"/>
                  </a:cubicBezTo>
                  <a:lnTo>
                    <a:pt x="3947" y="2419"/>
                  </a:lnTo>
                  <a:lnTo>
                    <a:pt x="2700" y="124"/>
                  </a:lnTo>
                  <a:lnTo>
                    <a:pt x="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4444;p114">
              <a:extLst>
                <a:ext uri="{FF2B5EF4-FFF2-40B4-BE49-F238E27FC236}">
                  <a16:creationId xmlns:a16="http://schemas.microsoft.com/office/drawing/2014/main" id="{719A6D2D-1192-0791-D610-AAB0B8C75597}"/>
                </a:ext>
              </a:extLst>
            </p:cNvPr>
            <p:cNvSpPr/>
            <p:nvPr/>
          </p:nvSpPr>
          <p:spPr>
            <a:xfrm>
              <a:off x="3513525" y="3742100"/>
              <a:ext cx="91150" cy="88950"/>
            </a:xfrm>
            <a:custGeom>
              <a:avLst/>
              <a:gdLst/>
              <a:ahLst/>
              <a:cxnLst/>
              <a:rect l="l" t="t" r="r" b="b"/>
              <a:pathLst>
                <a:path w="3646" h="3558" extrusionOk="0">
                  <a:moveTo>
                    <a:pt x="1799" y="0"/>
                  </a:moveTo>
                  <a:lnTo>
                    <a:pt x="0" y="1512"/>
                  </a:lnTo>
                  <a:lnTo>
                    <a:pt x="1717" y="3557"/>
                  </a:lnTo>
                  <a:cubicBezTo>
                    <a:pt x="1717" y="3557"/>
                    <a:pt x="2888" y="3486"/>
                    <a:pt x="3267" y="3089"/>
                  </a:cubicBezTo>
                  <a:cubicBezTo>
                    <a:pt x="3646" y="2690"/>
                    <a:pt x="3456" y="1898"/>
                    <a:pt x="3456" y="1898"/>
                  </a:cubicBezTo>
                  <a:lnTo>
                    <a:pt x="17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4445;p114">
              <a:extLst>
                <a:ext uri="{FF2B5EF4-FFF2-40B4-BE49-F238E27FC236}">
                  <a16:creationId xmlns:a16="http://schemas.microsoft.com/office/drawing/2014/main" id="{325C7F61-B792-937A-ECD9-EABDF4B559C6}"/>
                </a:ext>
              </a:extLst>
            </p:cNvPr>
            <p:cNvSpPr/>
            <p:nvPr/>
          </p:nvSpPr>
          <p:spPr>
            <a:xfrm>
              <a:off x="3492125" y="3818800"/>
              <a:ext cx="112075" cy="113125"/>
            </a:xfrm>
            <a:custGeom>
              <a:avLst/>
              <a:gdLst/>
              <a:ahLst/>
              <a:cxnLst/>
              <a:rect l="l" t="t" r="r" b="b"/>
              <a:pathLst>
                <a:path w="4483" h="4525" extrusionOk="0">
                  <a:moveTo>
                    <a:pt x="958" y="1"/>
                  </a:moveTo>
                  <a:lnTo>
                    <a:pt x="0" y="2429"/>
                  </a:lnTo>
                  <a:lnTo>
                    <a:pt x="1600" y="4525"/>
                  </a:lnTo>
                  <a:lnTo>
                    <a:pt x="1659" y="3462"/>
                  </a:lnTo>
                  <a:cubicBezTo>
                    <a:pt x="1659" y="3462"/>
                    <a:pt x="2206" y="3350"/>
                    <a:pt x="2601" y="3338"/>
                  </a:cubicBezTo>
                  <a:cubicBezTo>
                    <a:pt x="3141" y="3319"/>
                    <a:pt x="3516" y="2793"/>
                    <a:pt x="3516" y="2793"/>
                  </a:cubicBezTo>
                  <a:cubicBezTo>
                    <a:pt x="3516" y="2793"/>
                    <a:pt x="4252" y="727"/>
                    <a:pt x="4482" y="78"/>
                  </a:cubicBezTo>
                  <a:lnTo>
                    <a:pt x="4482" y="78"/>
                  </a:lnTo>
                  <a:cubicBezTo>
                    <a:pt x="4043" y="851"/>
                    <a:pt x="2211" y="931"/>
                    <a:pt x="1449" y="931"/>
                  </a:cubicBezTo>
                  <a:cubicBezTo>
                    <a:pt x="1249" y="931"/>
                    <a:pt x="1123" y="925"/>
                    <a:pt x="1114" y="925"/>
                  </a:cubicBezTo>
                  <a:cubicBezTo>
                    <a:pt x="1114" y="925"/>
                    <a:pt x="1114" y="925"/>
                    <a:pt x="1114" y="925"/>
                  </a:cubicBezTo>
                  <a:lnTo>
                    <a:pt x="9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4446;p114">
              <a:extLst>
                <a:ext uri="{FF2B5EF4-FFF2-40B4-BE49-F238E27FC236}">
                  <a16:creationId xmlns:a16="http://schemas.microsoft.com/office/drawing/2014/main" id="{8C887398-2C9F-44BA-6A7C-254F37E62A56}"/>
                </a:ext>
              </a:extLst>
            </p:cNvPr>
            <p:cNvSpPr/>
            <p:nvPr/>
          </p:nvSpPr>
          <p:spPr>
            <a:xfrm>
              <a:off x="3379125" y="3670700"/>
              <a:ext cx="83825" cy="91800"/>
            </a:xfrm>
            <a:custGeom>
              <a:avLst/>
              <a:gdLst/>
              <a:ahLst/>
              <a:cxnLst/>
              <a:rect l="l" t="t" r="r" b="b"/>
              <a:pathLst>
                <a:path w="3353" h="3672" extrusionOk="0">
                  <a:moveTo>
                    <a:pt x="2064" y="1"/>
                  </a:moveTo>
                  <a:cubicBezTo>
                    <a:pt x="1625" y="1"/>
                    <a:pt x="1181" y="304"/>
                    <a:pt x="1181" y="304"/>
                  </a:cubicBezTo>
                  <a:lnTo>
                    <a:pt x="0" y="2531"/>
                  </a:lnTo>
                  <a:lnTo>
                    <a:pt x="2055" y="3672"/>
                  </a:lnTo>
                  <a:lnTo>
                    <a:pt x="3352" y="1336"/>
                  </a:lnTo>
                  <a:cubicBezTo>
                    <a:pt x="3352" y="1336"/>
                    <a:pt x="2868" y="269"/>
                    <a:pt x="2361" y="57"/>
                  </a:cubicBezTo>
                  <a:cubicBezTo>
                    <a:pt x="2266" y="17"/>
                    <a:pt x="2165" y="1"/>
                    <a:pt x="2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4447;p114">
              <a:extLst>
                <a:ext uri="{FF2B5EF4-FFF2-40B4-BE49-F238E27FC236}">
                  <a16:creationId xmlns:a16="http://schemas.microsoft.com/office/drawing/2014/main" id="{3E5DE0E5-5E2C-1C35-84EA-012D44ABBD2F}"/>
                </a:ext>
              </a:extLst>
            </p:cNvPr>
            <p:cNvSpPr/>
            <p:nvPr/>
          </p:nvSpPr>
          <p:spPr>
            <a:xfrm>
              <a:off x="3436250" y="3661575"/>
              <a:ext cx="129600" cy="85375"/>
            </a:xfrm>
            <a:custGeom>
              <a:avLst/>
              <a:gdLst/>
              <a:ahLst/>
              <a:cxnLst/>
              <a:rect l="l" t="t" r="r" b="b"/>
              <a:pathLst>
                <a:path w="5184" h="3415" extrusionOk="0">
                  <a:moveTo>
                    <a:pt x="2880" y="0"/>
                  </a:moveTo>
                  <a:cubicBezTo>
                    <a:pt x="2880" y="0"/>
                    <a:pt x="689" y="51"/>
                    <a:pt x="0" y="66"/>
                  </a:cubicBezTo>
                  <a:cubicBezTo>
                    <a:pt x="1117" y="236"/>
                    <a:pt x="1992" y="2911"/>
                    <a:pt x="1993" y="2911"/>
                  </a:cubicBezTo>
                  <a:lnTo>
                    <a:pt x="1186" y="3386"/>
                  </a:lnTo>
                  <a:lnTo>
                    <a:pt x="3798" y="3415"/>
                  </a:lnTo>
                  <a:lnTo>
                    <a:pt x="5183" y="1172"/>
                  </a:lnTo>
                  <a:lnTo>
                    <a:pt x="5183" y="1172"/>
                  </a:lnTo>
                  <a:lnTo>
                    <a:pt x="4169" y="1497"/>
                  </a:lnTo>
                  <a:cubicBezTo>
                    <a:pt x="4169" y="1497"/>
                    <a:pt x="3870" y="1025"/>
                    <a:pt x="3716" y="660"/>
                  </a:cubicBezTo>
                  <a:cubicBezTo>
                    <a:pt x="3506" y="162"/>
                    <a:pt x="2880" y="0"/>
                    <a:pt x="28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4448;p114">
              <a:extLst>
                <a:ext uri="{FF2B5EF4-FFF2-40B4-BE49-F238E27FC236}">
                  <a16:creationId xmlns:a16="http://schemas.microsoft.com/office/drawing/2014/main" id="{5E6C3423-B08D-6F4F-B0B6-54F4B5EBB252}"/>
                </a:ext>
              </a:extLst>
            </p:cNvPr>
            <p:cNvSpPr/>
            <p:nvPr/>
          </p:nvSpPr>
          <p:spPr>
            <a:xfrm>
              <a:off x="3056000" y="3457625"/>
              <a:ext cx="234025" cy="717600"/>
            </a:xfrm>
            <a:custGeom>
              <a:avLst/>
              <a:gdLst/>
              <a:ahLst/>
              <a:cxnLst/>
              <a:rect l="l" t="t" r="r" b="b"/>
              <a:pathLst>
                <a:path w="9361" h="28704" extrusionOk="0">
                  <a:moveTo>
                    <a:pt x="819" y="1"/>
                  </a:moveTo>
                  <a:cubicBezTo>
                    <a:pt x="366" y="1"/>
                    <a:pt x="0" y="367"/>
                    <a:pt x="0" y="818"/>
                  </a:cubicBezTo>
                  <a:cubicBezTo>
                    <a:pt x="0" y="1271"/>
                    <a:pt x="366" y="1637"/>
                    <a:pt x="819" y="1637"/>
                  </a:cubicBezTo>
                  <a:lnTo>
                    <a:pt x="2338" y="28704"/>
                  </a:lnTo>
                  <a:lnTo>
                    <a:pt x="9361" y="28704"/>
                  </a:lnTo>
                  <a:cubicBezTo>
                    <a:pt x="9318" y="27592"/>
                    <a:pt x="9132" y="22749"/>
                    <a:pt x="8325" y="1637"/>
                  </a:cubicBezTo>
                  <a:cubicBezTo>
                    <a:pt x="7359" y="894"/>
                    <a:pt x="8325" y="1"/>
                    <a:pt x="83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4449;p114">
              <a:extLst>
                <a:ext uri="{FF2B5EF4-FFF2-40B4-BE49-F238E27FC236}">
                  <a16:creationId xmlns:a16="http://schemas.microsoft.com/office/drawing/2014/main" id="{F0EA2239-558F-667B-787B-E9547DE417D5}"/>
                </a:ext>
              </a:extLst>
            </p:cNvPr>
            <p:cNvSpPr/>
            <p:nvPr/>
          </p:nvSpPr>
          <p:spPr>
            <a:xfrm>
              <a:off x="3292925" y="3467550"/>
              <a:ext cx="239950" cy="16525"/>
            </a:xfrm>
            <a:custGeom>
              <a:avLst/>
              <a:gdLst/>
              <a:ahLst/>
              <a:cxnLst/>
              <a:rect l="l" t="t" r="r" b="b"/>
              <a:pathLst>
                <a:path w="9598" h="661" extrusionOk="0">
                  <a:moveTo>
                    <a:pt x="95" y="1"/>
                  </a:moveTo>
                  <a:cubicBezTo>
                    <a:pt x="44" y="1"/>
                    <a:pt x="1" y="43"/>
                    <a:pt x="1" y="94"/>
                  </a:cubicBezTo>
                  <a:lnTo>
                    <a:pt x="1" y="567"/>
                  </a:lnTo>
                  <a:cubicBezTo>
                    <a:pt x="1" y="618"/>
                    <a:pt x="44" y="660"/>
                    <a:pt x="95" y="660"/>
                  </a:cubicBezTo>
                  <a:lnTo>
                    <a:pt x="9504" y="660"/>
                  </a:lnTo>
                  <a:cubicBezTo>
                    <a:pt x="9555" y="660"/>
                    <a:pt x="9597" y="618"/>
                    <a:pt x="9597" y="567"/>
                  </a:cubicBezTo>
                  <a:lnTo>
                    <a:pt x="9597" y="94"/>
                  </a:lnTo>
                  <a:cubicBezTo>
                    <a:pt x="9597" y="43"/>
                    <a:pt x="9555" y="1"/>
                    <a:pt x="9504" y="1"/>
                  </a:cubicBezTo>
                  <a:close/>
                </a:path>
              </a:pathLst>
            </a:custGeom>
            <a:solidFill>
              <a:srgbClr val="FFFFFF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4450;p114">
              <a:extLst>
                <a:ext uri="{FF2B5EF4-FFF2-40B4-BE49-F238E27FC236}">
                  <a16:creationId xmlns:a16="http://schemas.microsoft.com/office/drawing/2014/main" id="{9A9CEC07-6D4C-7ED4-08C0-1418E6DC59A4}"/>
                </a:ext>
              </a:extLst>
            </p:cNvPr>
            <p:cNvSpPr/>
            <p:nvPr/>
          </p:nvSpPr>
          <p:spPr>
            <a:xfrm>
              <a:off x="3348325" y="3555050"/>
              <a:ext cx="334300" cy="620200"/>
            </a:xfrm>
            <a:custGeom>
              <a:avLst/>
              <a:gdLst/>
              <a:ahLst/>
              <a:cxnLst/>
              <a:rect l="l" t="t" r="r" b="b"/>
              <a:pathLst>
                <a:path w="13372" h="24808" extrusionOk="0">
                  <a:moveTo>
                    <a:pt x="13320" y="1"/>
                  </a:moveTo>
                  <a:cubicBezTo>
                    <a:pt x="13037" y="1"/>
                    <a:pt x="11667" y="315"/>
                    <a:pt x="11396" y="6332"/>
                  </a:cubicBezTo>
                  <a:cubicBezTo>
                    <a:pt x="11093" y="13051"/>
                    <a:pt x="10850" y="20948"/>
                    <a:pt x="6213" y="21953"/>
                  </a:cubicBezTo>
                  <a:cubicBezTo>
                    <a:pt x="1577" y="22958"/>
                    <a:pt x="0" y="24385"/>
                    <a:pt x="316" y="24808"/>
                  </a:cubicBezTo>
                  <a:lnTo>
                    <a:pt x="11980" y="24808"/>
                  </a:lnTo>
                  <a:lnTo>
                    <a:pt x="13372" y="5"/>
                  </a:lnTo>
                  <a:cubicBezTo>
                    <a:pt x="13372" y="5"/>
                    <a:pt x="13353" y="1"/>
                    <a:pt x="13320" y="1"/>
                  </a:cubicBezTo>
                  <a:close/>
                </a:path>
              </a:pathLst>
            </a:custGeom>
            <a:solidFill>
              <a:srgbClr val="FFFFFF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4451;p114">
              <a:extLst>
                <a:ext uri="{FF2B5EF4-FFF2-40B4-BE49-F238E27FC236}">
                  <a16:creationId xmlns:a16="http://schemas.microsoft.com/office/drawing/2014/main" id="{52B21730-370E-A337-09ED-32BC01E8B7CA}"/>
                </a:ext>
              </a:extLst>
            </p:cNvPr>
            <p:cNvSpPr/>
            <p:nvPr/>
          </p:nvSpPr>
          <p:spPr>
            <a:xfrm>
              <a:off x="3642975" y="2866500"/>
              <a:ext cx="22675" cy="109650"/>
            </a:xfrm>
            <a:custGeom>
              <a:avLst/>
              <a:gdLst/>
              <a:ahLst/>
              <a:cxnLst/>
              <a:rect l="l" t="t" r="r" b="b"/>
              <a:pathLst>
                <a:path w="907" h="4386" extrusionOk="0">
                  <a:moveTo>
                    <a:pt x="454" y="1"/>
                  </a:moveTo>
                  <a:cubicBezTo>
                    <a:pt x="204" y="1"/>
                    <a:pt x="1" y="981"/>
                    <a:pt x="1" y="2193"/>
                  </a:cubicBezTo>
                  <a:cubicBezTo>
                    <a:pt x="1" y="3404"/>
                    <a:pt x="204" y="4386"/>
                    <a:pt x="454" y="4386"/>
                  </a:cubicBezTo>
                  <a:cubicBezTo>
                    <a:pt x="704" y="4386"/>
                    <a:pt x="906" y="3403"/>
                    <a:pt x="906" y="2193"/>
                  </a:cubicBezTo>
                  <a:cubicBezTo>
                    <a:pt x="906" y="983"/>
                    <a:pt x="704" y="3"/>
                    <a:pt x="4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4452;p114">
              <a:extLst>
                <a:ext uri="{FF2B5EF4-FFF2-40B4-BE49-F238E27FC236}">
                  <a16:creationId xmlns:a16="http://schemas.microsoft.com/office/drawing/2014/main" id="{63874B9B-B4C7-090C-E2AD-C9FA942DB011}"/>
                </a:ext>
              </a:extLst>
            </p:cNvPr>
            <p:cNvSpPr/>
            <p:nvPr/>
          </p:nvSpPr>
          <p:spPr>
            <a:xfrm>
              <a:off x="3599525" y="2910025"/>
              <a:ext cx="109650" cy="22625"/>
            </a:xfrm>
            <a:custGeom>
              <a:avLst/>
              <a:gdLst/>
              <a:ahLst/>
              <a:cxnLst/>
              <a:rect l="l" t="t" r="r" b="b"/>
              <a:pathLst>
                <a:path w="4386" h="905" extrusionOk="0">
                  <a:moveTo>
                    <a:pt x="2194" y="0"/>
                  </a:moveTo>
                  <a:cubicBezTo>
                    <a:pt x="982" y="0"/>
                    <a:pt x="1" y="202"/>
                    <a:pt x="1" y="452"/>
                  </a:cubicBezTo>
                  <a:cubicBezTo>
                    <a:pt x="1" y="702"/>
                    <a:pt x="982" y="904"/>
                    <a:pt x="2194" y="904"/>
                  </a:cubicBezTo>
                  <a:cubicBezTo>
                    <a:pt x="3404" y="904"/>
                    <a:pt x="4386" y="702"/>
                    <a:pt x="4386" y="452"/>
                  </a:cubicBezTo>
                  <a:cubicBezTo>
                    <a:pt x="4386" y="202"/>
                    <a:pt x="3404" y="0"/>
                    <a:pt x="21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4453;p114">
              <a:extLst>
                <a:ext uri="{FF2B5EF4-FFF2-40B4-BE49-F238E27FC236}">
                  <a16:creationId xmlns:a16="http://schemas.microsoft.com/office/drawing/2014/main" id="{5C543295-C8D1-9CD5-0074-A18A0DFA69DB}"/>
                </a:ext>
              </a:extLst>
            </p:cNvPr>
            <p:cNvSpPr/>
            <p:nvPr/>
          </p:nvSpPr>
          <p:spPr>
            <a:xfrm>
              <a:off x="2642475" y="2618500"/>
              <a:ext cx="22650" cy="109625"/>
            </a:xfrm>
            <a:custGeom>
              <a:avLst/>
              <a:gdLst/>
              <a:ahLst/>
              <a:cxnLst/>
              <a:rect l="l" t="t" r="r" b="b"/>
              <a:pathLst>
                <a:path w="906" h="4385" extrusionOk="0">
                  <a:moveTo>
                    <a:pt x="453" y="0"/>
                  </a:moveTo>
                  <a:cubicBezTo>
                    <a:pt x="202" y="0"/>
                    <a:pt x="0" y="982"/>
                    <a:pt x="0" y="2192"/>
                  </a:cubicBezTo>
                  <a:cubicBezTo>
                    <a:pt x="0" y="3404"/>
                    <a:pt x="202" y="4384"/>
                    <a:pt x="453" y="4384"/>
                  </a:cubicBezTo>
                  <a:cubicBezTo>
                    <a:pt x="704" y="4384"/>
                    <a:pt x="906" y="3403"/>
                    <a:pt x="906" y="2192"/>
                  </a:cubicBezTo>
                  <a:cubicBezTo>
                    <a:pt x="906" y="982"/>
                    <a:pt x="704" y="1"/>
                    <a:pt x="4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4454;p114">
              <a:extLst>
                <a:ext uri="{FF2B5EF4-FFF2-40B4-BE49-F238E27FC236}">
                  <a16:creationId xmlns:a16="http://schemas.microsoft.com/office/drawing/2014/main" id="{895124CD-57DD-FE31-7757-F0FF871133DF}"/>
                </a:ext>
              </a:extLst>
            </p:cNvPr>
            <p:cNvSpPr/>
            <p:nvPr/>
          </p:nvSpPr>
          <p:spPr>
            <a:xfrm>
              <a:off x="2599025" y="2661975"/>
              <a:ext cx="109625" cy="22650"/>
            </a:xfrm>
            <a:custGeom>
              <a:avLst/>
              <a:gdLst/>
              <a:ahLst/>
              <a:cxnLst/>
              <a:rect l="l" t="t" r="r" b="b"/>
              <a:pathLst>
                <a:path w="4385" h="906" extrusionOk="0">
                  <a:moveTo>
                    <a:pt x="2192" y="1"/>
                  </a:moveTo>
                  <a:cubicBezTo>
                    <a:pt x="982" y="1"/>
                    <a:pt x="0" y="204"/>
                    <a:pt x="0" y="453"/>
                  </a:cubicBezTo>
                  <a:cubicBezTo>
                    <a:pt x="0" y="703"/>
                    <a:pt x="982" y="906"/>
                    <a:pt x="2192" y="906"/>
                  </a:cubicBezTo>
                  <a:cubicBezTo>
                    <a:pt x="3404" y="906"/>
                    <a:pt x="4384" y="703"/>
                    <a:pt x="4384" y="453"/>
                  </a:cubicBezTo>
                  <a:cubicBezTo>
                    <a:pt x="4384" y="204"/>
                    <a:pt x="3404" y="1"/>
                    <a:pt x="21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4455;p114">
              <a:extLst>
                <a:ext uri="{FF2B5EF4-FFF2-40B4-BE49-F238E27FC236}">
                  <a16:creationId xmlns:a16="http://schemas.microsoft.com/office/drawing/2014/main" id="{B6C4B4CD-7B4B-8761-B2D5-7E7B202972AC}"/>
                </a:ext>
              </a:extLst>
            </p:cNvPr>
            <p:cNvSpPr/>
            <p:nvPr/>
          </p:nvSpPr>
          <p:spPr>
            <a:xfrm>
              <a:off x="3301775" y="2904450"/>
              <a:ext cx="11025" cy="53575"/>
            </a:xfrm>
            <a:custGeom>
              <a:avLst/>
              <a:gdLst/>
              <a:ahLst/>
              <a:cxnLst/>
              <a:rect l="l" t="t" r="r" b="b"/>
              <a:pathLst>
                <a:path w="441" h="2143" extrusionOk="0">
                  <a:moveTo>
                    <a:pt x="221" y="1"/>
                  </a:moveTo>
                  <a:cubicBezTo>
                    <a:pt x="99" y="1"/>
                    <a:pt x="0" y="480"/>
                    <a:pt x="0" y="1071"/>
                  </a:cubicBezTo>
                  <a:cubicBezTo>
                    <a:pt x="0" y="1663"/>
                    <a:pt x="98" y="2142"/>
                    <a:pt x="221" y="2142"/>
                  </a:cubicBezTo>
                  <a:cubicBezTo>
                    <a:pt x="341" y="2142"/>
                    <a:pt x="440" y="1663"/>
                    <a:pt x="440" y="1071"/>
                  </a:cubicBezTo>
                  <a:cubicBezTo>
                    <a:pt x="440" y="480"/>
                    <a:pt x="341" y="1"/>
                    <a:pt x="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4456;p114">
              <a:extLst>
                <a:ext uri="{FF2B5EF4-FFF2-40B4-BE49-F238E27FC236}">
                  <a16:creationId xmlns:a16="http://schemas.microsoft.com/office/drawing/2014/main" id="{4652D2BC-DD12-FF6A-1A5A-5E9B58328F8A}"/>
                </a:ext>
              </a:extLst>
            </p:cNvPr>
            <p:cNvSpPr/>
            <p:nvPr/>
          </p:nvSpPr>
          <p:spPr>
            <a:xfrm>
              <a:off x="3280500" y="2925725"/>
              <a:ext cx="53550" cy="11025"/>
            </a:xfrm>
            <a:custGeom>
              <a:avLst/>
              <a:gdLst/>
              <a:ahLst/>
              <a:cxnLst/>
              <a:rect l="l" t="t" r="r" b="b"/>
              <a:pathLst>
                <a:path w="2142" h="441" extrusionOk="0">
                  <a:moveTo>
                    <a:pt x="1072" y="0"/>
                  </a:moveTo>
                  <a:cubicBezTo>
                    <a:pt x="480" y="0"/>
                    <a:pt x="1" y="98"/>
                    <a:pt x="1" y="220"/>
                  </a:cubicBezTo>
                  <a:cubicBezTo>
                    <a:pt x="1" y="341"/>
                    <a:pt x="480" y="440"/>
                    <a:pt x="1072" y="440"/>
                  </a:cubicBezTo>
                  <a:cubicBezTo>
                    <a:pt x="1663" y="440"/>
                    <a:pt x="2142" y="342"/>
                    <a:pt x="2142" y="220"/>
                  </a:cubicBezTo>
                  <a:cubicBezTo>
                    <a:pt x="2142" y="99"/>
                    <a:pt x="1663" y="0"/>
                    <a:pt x="10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4457;p114">
              <a:extLst>
                <a:ext uri="{FF2B5EF4-FFF2-40B4-BE49-F238E27FC236}">
                  <a16:creationId xmlns:a16="http://schemas.microsoft.com/office/drawing/2014/main" id="{A18294AF-C2D2-357B-9441-E3ACA60F76F1}"/>
                </a:ext>
              </a:extLst>
            </p:cNvPr>
            <p:cNvSpPr/>
            <p:nvPr/>
          </p:nvSpPr>
          <p:spPr>
            <a:xfrm>
              <a:off x="3264425" y="3078650"/>
              <a:ext cx="112350" cy="279550"/>
            </a:xfrm>
            <a:custGeom>
              <a:avLst/>
              <a:gdLst/>
              <a:ahLst/>
              <a:cxnLst/>
              <a:rect l="l" t="t" r="r" b="b"/>
              <a:pathLst>
                <a:path w="4494" h="11182" extrusionOk="0">
                  <a:moveTo>
                    <a:pt x="4264" y="0"/>
                  </a:moveTo>
                  <a:cubicBezTo>
                    <a:pt x="4264" y="1"/>
                    <a:pt x="4448" y="1415"/>
                    <a:pt x="3646" y="3152"/>
                  </a:cubicBezTo>
                  <a:lnTo>
                    <a:pt x="2707" y="5188"/>
                  </a:lnTo>
                  <a:cubicBezTo>
                    <a:pt x="2680" y="5246"/>
                    <a:pt x="2644" y="5300"/>
                    <a:pt x="2598" y="5346"/>
                  </a:cubicBezTo>
                  <a:cubicBezTo>
                    <a:pt x="2486" y="5463"/>
                    <a:pt x="2264" y="5726"/>
                    <a:pt x="2269" y="5995"/>
                  </a:cubicBezTo>
                  <a:cubicBezTo>
                    <a:pt x="2272" y="6082"/>
                    <a:pt x="2254" y="6169"/>
                    <a:pt x="2218" y="6248"/>
                  </a:cubicBezTo>
                  <a:lnTo>
                    <a:pt x="0" y="11053"/>
                  </a:lnTo>
                  <a:cubicBezTo>
                    <a:pt x="0" y="11053"/>
                    <a:pt x="137" y="11181"/>
                    <a:pt x="288" y="11181"/>
                  </a:cubicBezTo>
                  <a:cubicBezTo>
                    <a:pt x="383" y="11181"/>
                    <a:pt x="484" y="11131"/>
                    <a:pt x="561" y="10965"/>
                  </a:cubicBezTo>
                  <a:lnTo>
                    <a:pt x="2649" y="6443"/>
                  </a:lnTo>
                  <a:cubicBezTo>
                    <a:pt x="2664" y="6408"/>
                    <a:pt x="2675" y="6372"/>
                    <a:pt x="2676" y="6335"/>
                  </a:cubicBezTo>
                  <a:cubicBezTo>
                    <a:pt x="2686" y="6173"/>
                    <a:pt x="2737" y="5691"/>
                    <a:pt x="2999" y="5549"/>
                  </a:cubicBezTo>
                  <a:cubicBezTo>
                    <a:pt x="3055" y="5519"/>
                    <a:pt x="3098" y="5469"/>
                    <a:pt x="3124" y="5412"/>
                  </a:cubicBezTo>
                  <a:lnTo>
                    <a:pt x="4030" y="3449"/>
                  </a:lnTo>
                  <a:cubicBezTo>
                    <a:pt x="4299" y="2869"/>
                    <a:pt x="4455" y="2240"/>
                    <a:pt x="4478" y="1600"/>
                  </a:cubicBezTo>
                  <a:cubicBezTo>
                    <a:pt x="4493" y="1090"/>
                    <a:pt x="4454" y="497"/>
                    <a:pt x="42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4458;p114">
              <a:extLst>
                <a:ext uri="{FF2B5EF4-FFF2-40B4-BE49-F238E27FC236}">
                  <a16:creationId xmlns:a16="http://schemas.microsoft.com/office/drawing/2014/main" id="{0C996CD5-85C3-73DB-E1C7-7A14CAE20154}"/>
                </a:ext>
              </a:extLst>
            </p:cNvPr>
            <p:cNvSpPr/>
            <p:nvPr/>
          </p:nvSpPr>
          <p:spPr>
            <a:xfrm>
              <a:off x="3264425" y="3078650"/>
              <a:ext cx="112350" cy="279550"/>
            </a:xfrm>
            <a:custGeom>
              <a:avLst/>
              <a:gdLst/>
              <a:ahLst/>
              <a:cxnLst/>
              <a:rect l="l" t="t" r="r" b="b"/>
              <a:pathLst>
                <a:path w="4494" h="11182" extrusionOk="0">
                  <a:moveTo>
                    <a:pt x="4264" y="0"/>
                  </a:moveTo>
                  <a:cubicBezTo>
                    <a:pt x="4264" y="1"/>
                    <a:pt x="4448" y="1415"/>
                    <a:pt x="3646" y="3152"/>
                  </a:cubicBezTo>
                  <a:lnTo>
                    <a:pt x="2707" y="5188"/>
                  </a:lnTo>
                  <a:cubicBezTo>
                    <a:pt x="2680" y="5246"/>
                    <a:pt x="2644" y="5300"/>
                    <a:pt x="2598" y="5346"/>
                  </a:cubicBezTo>
                  <a:cubicBezTo>
                    <a:pt x="2486" y="5463"/>
                    <a:pt x="2264" y="5726"/>
                    <a:pt x="2269" y="5995"/>
                  </a:cubicBezTo>
                  <a:cubicBezTo>
                    <a:pt x="2272" y="6082"/>
                    <a:pt x="2254" y="6169"/>
                    <a:pt x="2218" y="6248"/>
                  </a:cubicBezTo>
                  <a:lnTo>
                    <a:pt x="0" y="11053"/>
                  </a:lnTo>
                  <a:cubicBezTo>
                    <a:pt x="0" y="11053"/>
                    <a:pt x="137" y="11181"/>
                    <a:pt x="288" y="11181"/>
                  </a:cubicBezTo>
                  <a:cubicBezTo>
                    <a:pt x="383" y="11181"/>
                    <a:pt x="484" y="11131"/>
                    <a:pt x="561" y="10965"/>
                  </a:cubicBezTo>
                  <a:lnTo>
                    <a:pt x="2649" y="6443"/>
                  </a:lnTo>
                  <a:cubicBezTo>
                    <a:pt x="2664" y="6408"/>
                    <a:pt x="2675" y="6372"/>
                    <a:pt x="2676" y="6335"/>
                  </a:cubicBezTo>
                  <a:cubicBezTo>
                    <a:pt x="2686" y="6173"/>
                    <a:pt x="2737" y="5691"/>
                    <a:pt x="2999" y="5549"/>
                  </a:cubicBezTo>
                  <a:cubicBezTo>
                    <a:pt x="3055" y="5519"/>
                    <a:pt x="3098" y="5469"/>
                    <a:pt x="3124" y="5412"/>
                  </a:cubicBezTo>
                  <a:lnTo>
                    <a:pt x="4030" y="3449"/>
                  </a:lnTo>
                  <a:cubicBezTo>
                    <a:pt x="4299" y="2869"/>
                    <a:pt x="4455" y="2240"/>
                    <a:pt x="4478" y="1600"/>
                  </a:cubicBezTo>
                  <a:cubicBezTo>
                    <a:pt x="4493" y="1090"/>
                    <a:pt x="4454" y="497"/>
                    <a:pt x="4264" y="0"/>
                  </a:cubicBezTo>
                  <a:close/>
                </a:path>
              </a:pathLst>
            </a:custGeom>
            <a:solidFill>
              <a:srgbClr val="FFFFFF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76" name="Google Shape;2276;p89"/>
          <p:cNvSpPr txBox="1">
            <a:spLocks noGrp="1"/>
          </p:cNvSpPr>
          <p:nvPr>
            <p:ph type="title" idx="3"/>
          </p:nvPr>
        </p:nvSpPr>
        <p:spPr>
          <a:xfrm>
            <a:off x="7065793" y="1106912"/>
            <a:ext cx="19848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Reducir</a:t>
            </a:r>
            <a:endParaRPr dirty="0"/>
          </a:p>
        </p:txBody>
      </p:sp>
      <p:sp>
        <p:nvSpPr>
          <p:cNvPr id="2277" name="Google Shape;2277;p89"/>
          <p:cNvSpPr txBox="1">
            <a:spLocks noGrp="1"/>
          </p:cNvSpPr>
          <p:nvPr>
            <p:ph type="subTitle" idx="4"/>
          </p:nvPr>
        </p:nvSpPr>
        <p:spPr>
          <a:xfrm>
            <a:off x="7065793" y="1510212"/>
            <a:ext cx="1984800" cy="9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dirty="0"/>
              <a:t>Minimizar el consumo y optimizar los recursos que ya tenemos sin adquirir otros nuevos</a:t>
            </a:r>
            <a:endParaRPr sz="1200" dirty="0"/>
          </a:p>
        </p:txBody>
      </p:sp>
      <p:sp>
        <p:nvSpPr>
          <p:cNvPr id="2278" name="Google Shape;2278;p89"/>
          <p:cNvSpPr txBox="1">
            <a:spLocks noGrp="1"/>
          </p:cNvSpPr>
          <p:nvPr>
            <p:ph type="title" idx="5"/>
          </p:nvPr>
        </p:nvSpPr>
        <p:spPr>
          <a:xfrm>
            <a:off x="3047274" y="3417610"/>
            <a:ext cx="96502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Reciclar</a:t>
            </a:r>
            <a:endParaRPr dirty="0"/>
          </a:p>
        </p:txBody>
      </p:sp>
      <p:sp>
        <p:nvSpPr>
          <p:cNvPr id="2279" name="Google Shape;2279;p89"/>
          <p:cNvSpPr txBox="1">
            <a:spLocks noGrp="1"/>
          </p:cNvSpPr>
          <p:nvPr>
            <p:ph type="subTitle" idx="6"/>
          </p:nvPr>
        </p:nvSpPr>
        <p:spPr>
          <a:xfrm>
            <a:off x="3047047" y="3743096"/>
            <a:ext cx="2667515" cy="11804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/>
              <a:t>Separar los productos de manera adecuada para que, una vez hayan finalizado su vida útil, puedan ser transformados y regresen a la cadena productiva</a:t>
            </a:r>
            <a:endParaRPr sz="12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2280" name="Google Shape;2280;p89"/>
          <p:cNvSpPr txBox="1">
            <a:spLocks noGrp="1"/>
          </p:cNvSpPr>
          <p:nvPr>
            <p:ph type="title" idx="7"/>
          </p:nvPr>
        </p:nvSpPr>
        <p:spPr>
          <a:xfrm>
            <a:off x="6803223" y="3371522"/>
            <a:ext cx="19848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Reutilizar</a:t>
            </a:r>
            <a:endParaRPr dirty="0"/>
          </a:p>
        </p:txBody>
      </p:sp>
      <p:sp>
        <p:nvSpPr>
          <p:cNvPr id="2281" name="Google Shape;2281;p89"/>
          <p:cNvSpPr txBox="1">
            <a:spLocks noGrp="1"/>
          </p:cNvSpPr>
          <p:nvPr>
            <p:ph type="subTitle" idx="8"/>
          </p:nvPr>
        </p:nvSpPr>
        <p:spPr>
          <a:xfrm>
            <a:off x="6820112" y="3795268"/>
            <a:ext cx="1984800" cy="9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dirty="0"/>
              <a:t>Usar los productos el mayor número de veces posibles antes de desecharlos</a:t>
            </a:r>
            <a:endParaRPr sz="1200" dirty="0"/>
          </a:p>
        </p:txBody>
      </p:sp>
      <p:sp>
        <p:nvSpPr>
          <p:cNvPr id="2283" name="Google Shape;2283;p89"/>
          <p:cNvSpPr/>
          <p:nvPr/>
        </p:nvSpPr>
        <p:spPr>
          <a:xfrm rot="4111604">
            <a:off x="3703246" y="2138137"/>
            <a:ext cx="2271481" cy="1353395"/>
          </a:xfrm>
          <a:custGeom>
            <a:avLst/>
            <a:gdLst/>
            <a:ahLst/>
            <a:cxnLst/>
            <a:rect l="l" t="t" r="r" b="b"/>
            <a:pathLst>
              <a:path w="92465" h="61949" extrusionOk="0">
                <a:moveTo>
                  <a:pt x="46875" y="1"/>
                </a:moveTo>
                <a:cubicBezTo>
                  <a:pt x="44280" y="6156"/>
                  <a:pt x="39469" y="11145"/>
                  <a:pt x="33433" y="13979"/>
                </a:cubicBezTo>
                <a:cubicBezTo>
                  <a:pt x="30171" y="15515"/>
                  <a:pt x="26539" y="16408"/>
                  <a:pt x="22705" y="16515"/>
                </a:cubicBezTo>
                <a:lnTo>
                  <a:pt x="22705" y="16539"/>
                </a:lnTo>
                <a:cubicBezTo>
                  <a:pt x="10168" y="16539"/>
                  <a:pt x="0" y="26695"/>
                  <a:pt x="0" y="39244"/>
                </a:cubicBezTo>
                <a:cubicBezTo>
                  <a:pt x="0" y="51674"/>
                  <a:pt x="10001" y="61770"/>
                  <a:pt x="22396" y="61937"/>
                </a:cubicBezTo>
                <a:cubicBezTo>
                  <a:pt x="22503" y="61937"/>
                  <a:pt x="22610" y="61949"/>
                  <a:pt x="22705" y="61949"/>
                </a:cubicBezTo>
                <a:cubicBezTo>
                  <a:pt x="23122" y="61949"/>
                  <a:pt x="23539" y="61937"/>
                  <a:pt x="23944" y="61913"/>
                </a:cubicBezTo>
                <a:cubicBezTo>
                  <a:pt x="29992" y="61747"/>
                  <a:pt x="35850" y="60842"/>
                  <a:pt x="41434" y="59294"/>
                </a:cubicBezTo>
                <a:cubicBezTo>
                  <a:pt x="62734" y="53376"/>
                  <a:pt x="80070" y="37982"/>
                  <a:pt x="88630" y="17932"/>
                </a:cubicBezTo>
                <a:cubicBezTo>
                  <a:pt x="90226" y="14217"/>
                  <a:pt x="91512" y="10324"/>
                  <a:pt x="92464" y="6311"/>
                </a:cubicBezTo>
                <a:lnTo>
                  <a:pt x="92464" y="6311"/>
                </a:lnTo>
                <a:cubicBezTo>
                  <a:pt x="87428" y="12121"/>
                  <a:pt x="80010" y="15800"/>
                  <a:pt x="71735" y="15800"/>
                </a:cubicBezTo>
                <a:cubicBezTo>
                  <a:pt x="60758" y="15800"/>
                  <a:pt x="51269" y="9323"/>
                  <a:pt x="4687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4" name="Google Shape;2284;p89"/>
          <p:cNvSpPr/>
          <p:nvPr/>
        </p:nvSpPr>
        <p:spPr>
          <a:xfrm rot="6289426">
            <a:off x="4585104" y="492216"/>
            <a:ext cx="1356227" cy="2160921"/>
          </a:xfrm>
          <a:custGeom>
            <a:avLst/>
            <a:gdLst/>
            <a:ahLst/>
            <a:cxnLst/>
            <a:rect l="l" t="t" r="r" b="b"/>
            <a:pathLst>
              <a:path w="61794" h="93132" extrusionOk="0">
                <a:moveTo>
                  <a:pt x="22706" y="1"/>
                </a:moveTo>
                <a:cubicBezTo>
                  <a:pt x="10168" y="1"/>
                  <a:pt x="0" y="10169"/>
                  <a:pt x="0" y="22706"/>
                </a:cubicBezTo>
                <a:cubicBezTo>
                  <a:pt x="0" y="29064"/>
                  <a:pt x="822" y="35231"/>
                  <a:pt x="2358" y="41113"/>
                </a:cubicBezTo>
                <a:cubicBezTo>
                  <a:pt x="7501" y="60770"/>
                  <a:pt x="20658" y="77165"/>
                  <a:pt x="38160" y="86583"/>
                </a:cubicBezTo>
                <a:cubicBezTo>
                  <a:pt x="43470" y="89452"/>
                  <a:pt x="49197" y="91667"/>
                  <a:pt x="55210" y="93131"/>
                </a:cubicBezTo>
                <a:cubicBezTo>
                  <a:pt x="49471" y="88095"/>
                  <a:pt x="45840" y="80725"/>
                  <a:pt x="45840" y="72510"/>
                </a:cubicBezTo>
                <a:cubicBezTo>
                  <a:pt x="45840" y="61473"/>
                  <a:pt x="52388" y="51948"/>
                  <a:pt x="61794" y="47590"/>
                </a:cubicBezTo>
                <a:cubicBezTo>
                  <a:pt x="55579" y="44911"/>
                  <a:pt x="50566" y="39982"/>
                  <a:pt x="47792" y="33826"/>
                </a:cubicBezTo>
                <a:cubicBezTo>
                  <a:pt x="46268" y="30433"/>
                  <a:pt x="45411" y="26671"/>
                  <a:pt x="45411" y="22706"/>
                </a:cubicBezTo>
                <a:cubicBezTo>
                  <a:pt x="45411" y="10169"/>
                  <a:pt x="35255" y="1"/>
                  <a:pt x="2270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5" name="Google Shape;2285;p89"/>
          <p:cNvSpPr/>
          <p:nvPr/>
        </p:nvSpPr>
        <p:spPr>
          <a:xfrm rot="2337628">
            <a:off x="5496078" y="1496891"/>
            <a:ext cx="1332614" cy="2137915"/>
          </a:xfrm>
          <a:custGeom>
            <a:avLst/>
            <a:gdLst/>
            <a:ahLst/>
            <a:cxnLst/>
            <a:rect l="l" t="t" r="r" b="b"/>
            <a:pathLst>
              <a:path w="61247" h="91655" extrusionOk="0">
                <a:moveTo>
                  <a:pt x="7573" y="1"/>
                </a:moveTo>
                <a:lnTo>
                  <a:pt x="7573" y="1"/>
                </a:lnTo>
                <a:cubicBezTo>
                  <a:pt x="13050" y="5025"/>
                  <a:pt x="16491" y="12228"/>
                  <a:pt x="16491" y="20229"/>
                </a:cubicBezTo>
                <a:cubicBezTo>
                  <a:pt x="16491" y="31469"/>
                  <a:pt x="9693" y="41149"/>
                  <a:pt x="1" y="45399"/>
                </a:cubicBezTo>
                <a:cubicBezTo>
                  <a:pt x="429" y="45590"/>
                  <a:pt x="858" y="45792"/>
                  <a:pt x="1275" y="46018"/>
                </a:cubicBezTo>
                <a:cubicBezTo>
                  <a:pt x="6478" y="48733"/>
                  <a:pt x="10669" y="53079"/>
                  <a:pt x="13205" y="58377"/>
                </a:cubicBezTo>
                <a:cubicBezTo>
                  <a:pt x="14741" y="61603"/>
                  <a:pt x="15646" y="65175"/>
                  <a:pt x="15800" y="68950"/>
                </a:cubicBezTo>
                <a:lnTo>
                  <a:pt x="15824" y="68950"/>
                </a:lnTo>
                <a:cubicBezTo>
                  <a:pt x="15824" y="81487"/>
                  <a:pt x="25992" y="91655"/>
                  <a:pt x="38541" y="91655"/>
                </a:cubicBezTo>
                <a:cubicBezTo>
                  <a:pt x="50936" y="91655"/>
                  <a:pt x="60997" y="81725"/>
                  <a:pt x="61235" y="69390"/>
                </a:cubicBezTo>
                <a:cubicBezTo>
                  <a:pt x="61235" y="69247"/>
                  <a:pt x="61247" y="69092"/>
                  <a:pt x="61247" y="68950"/>
                </a:cubicBezTo>
                <a:cubicBezTo>
                  <a:pt x="61247" y="68497"/>
                  <a:pt x="61235" y="68045"/>
                  <a:pt x="61199" y="67604"/>
                </a:cubicBezTo>
                <a:cubicBezTo>
                  <a:pt x="61008" y="61544"/>
                  <a:pt x="60056" y="55686"/>
                  <a:pt x="58472" y="50102"/>
                </a:cubicBezTo>
                <a:cubicBezTo>
                  <a:pt x="53329" y="32064"/>
                  <a:pt x="41399" y="16919"/>
                  <a:pt x="25611" y="7585"/>
                </a:cubicBezTo>
                <a:cubicBezTo>
                  <a:pt x="20039" y="4287"/>
                  <a:pt x="13979" y="1715"/>
                  <a:pt x="757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87" name="Google Shape;2287;p89"/>
          <p:cNvCxnSpPr/>
          <p:nvPr/>
        </p:nvCxnSpPr>
        <p:spPr>
          <a:xfrm>
            <a:off x="6071426" y="1489687"/>
            <a:ext cx="928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88" name="Google Shape;2288;p89"/>
          <p:cNvCxnSpPr/>
          <p:nvPr/>
        </p:nvCxnSpPr>
        <p:spPr>
          <a:xfrm>
            <a:off x="6071426" y="3268239"/>
            <a:ext cx="928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90" name="Google Shape;2290;p89"/>
          <p:cNvCxnSpPr/>
          <p:nvPr/>
        </p:nvCxnSpPr>
        <p:spPr>
          <a:xfrm>
            <a:off x="3793503" y="3268239"/>
            <a:ext cx="928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grpSp>
        <p:nvGrpSpPr>
          <p:cNvPr id="2302" name="Google Shape;2302;p89"/>
          <p:cNvGrpSpPr/>
          <p:nvPr/>
        </p:nvGrpSpPr>
        <p:grpSpPr>
          <a:xfrm flipH="1">
            <a:off x="2233643" y="855908"/>
            <a:ext cx="446222" cy="77476"/>
            <a:chOff x="6146875" y="1767300"/>
            <a:chExt cx="331025" cy="57475"/>
          </a:xfrm>
        </p:grpSpPr>
        <p:sp>
          <p:nvSpPr>
            <p:cNvPr id="2303" name="Google Shape;2303;p89"/>
            <p:cNvSpPr/>
            <p:nvPr/>
          </p:nvSpPr>
          <p:spPr>
            <a:xfrm>
              <a:off x="6277250" y="1767300"/>
              <a:ext cx="74150" cy="57475"/>
            </a:xfrm>
            <a:custGeom>
              <a:avLst/>
              <a:gdLst/>
              <a:ahLst/>
              <a:cxnLst/>
              <a:rect l="l" t="t" r="r" b="b"/>
              <a:pathLst>
                <a:path w="2966" h="2299" extrusionOk="0">
                  <a:moveTo>
                    <a:pt x="1477" y="1"/>
                  </a:moveTo>
                  <a:cubicBezTo>
                    <a:pt x="1" y="1"/>
                    <a:pt x="1" y="2299"/>
                    <a:pt x="1477" y="2299"/>
                  </a:cubicBezTo>
                  <a:cubicBezTo>
                    <a:pt x="2966" y="2299"/>
                    <a:pt x="2966" y="1"/>
                    <a:pt x="1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89"/>
            <p:cNvSpPr/>
            <p:nvPr/>
          </p:nvSpPr>
          <p:spPr>
            <a:xfrm>
              <a:off x="6146875" y="1767300"/>
              <a:ext cx="74150" cy="57475"/>
            </a:xfrm>
            <a:custGeom>
              <a:avLst/>
              <a:gdLst/>
              <a:ahLst/>
              <a:cxnLst/>
              <a:rect l="l" t="t" r="r" b="b"/>
              <a:pathLst>
                <a:path w="2966" h="2299" extrusionOk="0">
                  <a:moveTo>
                    <a:pt x="1477" y="1"/>
                  </a:moveTo>
                  <a:cubicBezTo>
                    <a:pt x="1" y="1"/>
                    <a:pt x="1" y="2299"/>
                    <a:pt x="1477" y="2299"/>
                  </a:cubicBezTo>
                  <a:cubicBezTo>
                    <a:pt x="2966" y="2299"/>
                    <a:pt x="2966" y="1"/>
                    <a:pt x="1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89"/>
            <p:cNvSpPr/>
            <p:nvPr/>
          </p:nvSpPr>
          <p:spPr>
            <a:xfrm>
              <a:off x="6403775" y="1767300"/>
              <a:ext cx="74125" cy="57475"/>
            </a:xfrm>
            <a:custGeom>
              <a:avLst/>
              <a:gdLst/>
              <a:ahLst/>
              <a:cxnLst/>
              <a:rect l="l" t="t" r="r" b="b"/>
              <a:pathLst>
                <a:path w="2965" h="2299" extrusionOk="0">
                  <a:moveTo>
                    <a:pt x="1488" y="1"/>
                  </a:moveTo>
                  <a:cubicBezTo>
                    <a:pt x="0" y="1"/>
                    <a:pt x="0" y="2299"/>
                    <a:pt x="1488" y="2299"/>
                  </a:cubicBezTo>
                  <a:cubicBezTo>
                    <a:pt x="2965" y="2299"/>
                    <a:pt x="2965" y="1"/>
                    <a:pt x="14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6" name="Google Shape;2306;p89"/>
          <p:cNvGrpSpPr/>
          <p:nvPr/>
        </p:nvGrpSpPr>
        <p:grpSpPr>
          <a:xfrm flipH="1">
            <a:off x="6869941" y="3378063"/>
            <a:ext cx="446222" cy="77476"/>
            <a:chOff x="6146875" y="1767300"/>
            <a:chExt cx="331025" cy="57475"/>
          </a:xfrm>
        </p:grpSpPr>
        <p:sp>
          <p:nvSpPr>
            <p:cNvPr id="2307" name="Google Shape;2307;p89"/>
            <p:cNvSpPr/>
            <p:nvPr/>
          </p:nvSpPr>
          <p:spPr>
            <a:xfrm>
              <a:off x="6277250" y="1767300"/>
              <a:ext cx="74150" cy="57475"/>
            </a:xfrm>
            <a:custGeom>
              <a:avLst/>
              <a:gdLst/>
              <a:ahLst/>
              <a:cxnLst/>
              <a:rect l="l" t="t" r="r" b="b"/>
              <a:pathLst>
                <a:path w="2966" h="2299" extrusionOk="0">
                  <a:moveTo>
                    <a:pt x="1477" y="1"/>
                  </a:moveTo>
                  <a:cubicBezTo>
                    <a:pt x="1" y="1"/>
                    <a:pt x="1" y="2299"/>
                    <a:pt x="1477" y="2299"/>
                  </a:cubicBezTo>
                  <a:cubicBezTo>
                    <a:pt x="2966" y="2299"/>
                    <a:pt x="2966" y="1"/>
                    <a:pt x="14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89"/>
            <p:cNvSpPr/>
            <p:nvPr/>
          </p:nvSpPr>
          <p:spPr>
            <a:xfrm>
              <a:off x="6146875" y="1767300"/>
              <a:ext cx="74150" cy="57475"/>
            </a:xfrm>
            <a:custGeom>
              <a:avLst/>
              <a:gdLst/>
              <a:ahLst/>
              <a:cxnLst/>
              <a:rect l="l" t="t" r="r" b="b"/>
              <a:pathLst>
                <a:path w="2966" h="2299" extrusionOk="0">
                  <a:moveTo>
                    <a:pt x="1477" y="1"/>
                  </a:moveTo>
                  <a:cubicBezTo>
                    <a:pt x="1" y="1"/>
                    <a:pt x="1" y="2299"/>
                    <a:pt x="1477" y="2299"/>
                  </a:cubicBezTo>
                  <a:cubicBezTo>
                    <a:pt x="2966" y="2299"/>
                    <a:pt x="2966" y="1"/>
                    <a:pt x="14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89"/>
            <p:cNvSpPr/>
            <p:nvPr/>
          </p:nvSpPr>
          <p:spPr>
            <a:xfrm>
              <a:off x="6403775" y="1767300"/>
              <a:ext cx="74125" cy="57475"/>
            </a:xfrm>
            <a:custGeom>
              <a:avLst/>
              <a:gdLst/>
              <a:ahLst/>
              <a:cxnLst/>
              <a:rect l="l" t="t" r="r" b="b"/>
              <a:pathLst>
                <a:path w="2965" h="2299" extrusionOk="0">
                  <a:moveTo>
                    <a:pt x="1488" y="1"/>
                  </a:moveTo>
                  <a:cubicBezTo>
                    <a:pt x="0" y="1"/>
                    <a:pt x="0" y="2299"/>
                    <a:pt x="1488" y="2299"/>
                  </a:cubicBezTo>
                  <a:cubicBezTo>
                    <a:pt x="2965" y="2299"/>
                    <a:pt x="2965" y="1"/>
                    <a:pt x="14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0" name="Google Shape;2310;p89"/>
          <p:cNvGrpSpPr/>
          <p:nvPr/>
        </p:nvGrpSpPr>
        <p:grpSpPr>
          <a:xfrm flipH="1">
            <a:off x="7145641" y="1121397"/>
            <a:ext cx="446222" cy="77476"/>
            <a:chOff x="6146875" y="1767300"/>
            <a:chExt cx="331025" cy="57475"/>
          </a:xfrm>
        </p:grpSpPr>
        <p:sp>
          <p:nvSpPr>
            <p:cNvPr id="2311" name="Google Shape;2311;p89"/>
            <p:cNvSpPr/>
            <p:nvPr/>
          </p:nvSpPr>
          <p:spPr>
            <a:xfrm>
              <a:off x="6277250" y="1767300"/>
              <a:ext cx="74150" cy="57475"/>
            </a:xfrm>
            <a:custGeom>
              <a:avLst/>
              <a:gdLst/>
              <a:ahLst/>
              <a:cxnLst/>
              <a:rect l="l" t="t" r="r" b="b"/>
              <a:pathLst>
                <a:path w="2966" h="2299" extrusionOk="0">
                  <a:moveTo>
                    <a:pt x="1477" y="1"/>
                  </a:moveTo>
                  <a:cubicBezTo>
                    <a:pt x="1" y="1"/>
                    <a:pt x="1" y="2299"/>
                    <a:pt x="1477" y="2299"/>
                  </a:cubicBezTo>
                  <a:cubicBezTo>
                    <a:pt x="2966" y="2299"/>
                    <a:pt x="2966" y="1"/>
                    <a:pt x="14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89"/>
            <p:cNvSpPr/>
            <p:nvPr/>
          </p:nvSpPr>
          <p:spPr>
            <a:xfrm>
              <a:off x="6146875" y="1767300"/>
              <a:ext cx="74150" cy="57475"/>
            </a:xfrm>
            <a:custGeom>
              <a:avLst/>
              <a:gdLst/>
              <a:ahLst/>
              <a:cxnLst/>
              <a:rect l="l" t="t" r="r" b="b"/>
              <a:pathLst>
                <a:path w="2966" h="2299" extrusionOk="0">
                  <a:moveTo>
                    <a:pt x="1477" y="1"/>
                  </a:moveTo>
                  <a:cubicBezTo>
                    <a:pt x="1" y="1"/>
                    <a:pt x="1" y="2299"/>
                    <a:pt x="1477" y="2299"/>
                  </a:cubicBezTo>
                  <a:cubicBezTo>
                    <a:pt x="2966" y="2299"/>
                    <a:pt x="2966" y="1"/>
                    <a:pt x="14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89"/>
            <p:cNvSpPr/>
            <p:nvPr/>
          </p:nvSpPr>
          <p:spPr>
            <a:xfrm>
              <a:off x="6403775" y="1767300"/>
              <a:ext cx="74125" cy="57475"/>
            </a:xfrm>
            <a:custGeom>
              <a:avLst/>
              <a:gdLst/>
              <a:ahLst/>
              <a:cxnLst/>
              <a:rect l="l" t="t" r="r" b="b"/>
              <a:pathLst>
                <a:path w="2965" h="2299" extrusionOk="0">
                  <a:moveTo>
                    <a:pt x="1488" y="1"/>
                  </a:moveTo>
                  <a:cubicBezTo>
                    <a:pt x="0" y="1"/>
                    <a:pt x="0" y="2299"/>
                    <a:pt x="1488" y="2299"/>
                  </a:cubicBezTo>
                  <a:cubicBezTo>
                    <a:pt x="2965" y="2299"/>
                    <a:pt x="2965" y="1"/>
                    <a:pt x="14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4" name="Google Shape;2314;p89"/>
          <p:cNvGrpSpPr/>
          <p:nvPr/>
        </p:nvGrpSpPr>
        <p:grpSpPr>
          <a:xfrm flipH="1">
            <a:off x="3135417" y="3428192"/>
            <a:ext cx="446222" cy="77476"/>
            <a:chOff x="6146875" y="1767300"/>
            <a:chExt cx="331025" cy="57475"/>
          </a:xfrm>
        </p:grpSpPr>
        <p:sp>
          <p:nvSpPr>
            <p:cNvPr id="2315" name="Google Shape;2315;p89"/>
            <p:cNvSpPr/>
            <p:nvPr/>
          </p:nvSpPr>
          <p:spPr>
            <a:xfrm>
              <a:off x="6277250" y="1767300"/>
              <a:ext cx="74150" cy="57475"/>
            </a:xfrm>
            <a:custGeom>
              <a:avLst/>
              <a:gdLst/>
              <a:ahLst/>
              <a:cxnLst/>
              <a:rect l="l" t="t" r="r" b="b"/>
              <a:pathLst>
                <a:path w="2966" h="2299" extrusionOk="0">
                  <a:moveTo>
                    <a:pt x="1477" y="1"/>
                  </a:moveTo>
                  <a:cubicBezTo>
                    <a:pt x="1" y="1"/>
                    <a:pt x="1" y="2299"/>
                    <a:pt x="1477" y="2299"/>
                  </a:cubicBezTo>
                  <a:cubicBezTo>
                    <a:pt x="2966" y="2299"/>
                    <a:pt x="2966" y="1"/>
                    <a:pt x="14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89"/>
            <p:cNvSpPr/>
            <p:nvPr/>
          </p:nvSpPr>
          <p:spPr>
            <a:xfrm>
              <a:off x="6146875" y="1767300"/>
              <a:ext cx="74150" cy="57475"/>
            </a:xfrm>
            <a:custGeom>
              <a:avLst/>
              <a:gdLst/>
              <a:ahLst/>
              <a:cxnLst/>
              <a:rect l="l" t="t" r="r" b="b"/>
              <a:pathLst>
                <a:path w="2966" h="2299" extrusionOk="0">
                  <a:moveTo>
                    <a:pt x="1477" y="1"/>
                  </a:moveTo>
                  <a:cubicBezTo>
                    <a:pt x="1" y="1"/>
                    <a:pt x="1" y="2299"/>
                    <a:pt x="1477" y="2299"/>
                  </a:cubicBezTo>
                  <a:cubicBezTo>
                    <a:pt x="2966" y="2299"/>
                    <a:pt x="2966" y="1"/>
                    <a:pt x="14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89"/>
            <p:cNvSpPr/>
            <p:nvPr/>
          </p:nvSpPr>
          <p:spPr>
            <a:xfrm>
              <a:off x="6403775" y="1767300"/>
              <a:ext cx="74125" cy="57475"/>
            </a:xfrm>
            <a:custGeom>
              <a:avLst/>
              <a:gdLst/>
              <a:ahLst/>
              <a:cxnLst/>
              <a:rect l="l" t="t" r="r" b="b"/>
              <a:pathLst>
                <a:path w="2965" h="2299" extrusionOk="0">
                  <a:moveTo>
                    <a:pt x="1488" y="1"/>
                  </a:moveTo>
                  <a:cubicBezTo>
                    <a:pt x="0" y="1"/>
                    <a:pt x="0" y="2299"/>
                    <a:pt x="1488" y="2299"/>
                  </a:cubicBezTo>
                  <a:cubicBezTo>
                    <a:pt x="2965" y="2299"/>
                    <a:pt x="2965" y="1"/>
                    <a:pt x="14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1515;p71">
            <a:extLst>
              <a:ext uri="{FF2B5EF4-FFF2-40B4-BE49-F238E27FC236}">
                <a16:creationId xmlns:a16="http://schemas.microsoft.com/office/drawing/2014/main" id="{6FA75332-5CF8-1893-A626-40D3ED887C33}"/>
              </a:ext>
            </a:extLst>
          </p:cNvPr>
          <p:cNvSpPr txBox="1">
            <a:spLocks/>
          </p:cNvSpPr>
          <p:nvPr/>
        </p:nvSpPr>
        <p:spPr>
          <a:xfrm>
            <a:off x="717600" y="258445"/>
            <a:ext cx="770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MODELOS ECONÓMICOS EN LA ERA DIGITAL</a:t>
            </a:r>
          </a:p>
        </p:txBody>
      </p:sp>
      <p:sp>
        <p:nvSpPr>
          <p:cNvPr id="5" name="Google Shape;859;p53">
            <a:extLst>
              <a:ext uri="{FF2B5EF4-FFF2-40B4-BE49-F238E27FC236}">
                <a16:creationId xmlns:a16="http://schemas.microsoft.com/office/drawing/2014/main" id="{EA6A53E6-CCDF-2C3E-2DA7-772EBDFDA33A}"/>
              </a:ext>
            </a:extLst>
          </p:cNvPr>
          <p:cNvSpPr txBox="1">
            <a:spLocks/>
          </p:cNvSpPr>
          <p:nvPr/>
        </p:nvSpPr>
        <p:spPr>
          <a:xfrm>
            <a:off x="259748" y="876908"/>
            <a:ext cx="2569231" cy="527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l"/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Economía Circular</a:t>
            </a:r>
          </a:p>
        </p:txBody>
      </p:sp>
      <p:sp>
        <p:nvSpPr>
          <p:cNvPr id="6" name="Google Shape;850;p52">
            <a:extLst>
              <a:ext uri="{FF2B5EF4-FFF2-40B4-BE49-F238E27FC236}">
                <a16:creationId xmlns:a16="http://schemas.microsoft.com/office/drawing/2014/main" id="{F3D9A58A-F5B0-7F6B-D75A-DE40276D86B6}"/>
              </a:ext>
            </a:extLst>
          </p:cNvPr>
          <p:cNvSpPr txBox="1">
            <a:spLocks/>
          </p:cNvSpPr>
          <p:nvPr/>
        </p:nvSpPr>
        <p:spPr>
          <a:xfrm>
            <a:off x="259025" y="1400128"/>
            <a:ext cx="2696747" cy="14815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es-ES" sz="1200" dirty="0"/>
              <a:t>Este modelo económico busca la producción con el </a:t>
            </a:r>
            <a:r>
              <a:rPr lang="es-ES" sz="1200" b="1" dirty="0"/>
              <a:t>menor impacto medioambiental </a:t>
            </a:r>
            <a:r>
              <a:rPr lang="es-ES" sz="1200" dirty="0"/>
              <a:t>posible.</a:t>
            </a:r>
          </a:p>
          <a:p>
            <a:pPr>
              <a:buSzPts val="1100"/>
            </a:pPr>
            <a:endParaRPr lang="es-ES" sz="1200" dirty="0"/>
          </a:p>
          <a:p>
            <a:pPr>
              <a:buSzPts val="1100"/>
            </a:pPr>
            <a:r>
              <a:rPr lang="es-ES" sz="1200" dirty="0"/>
              <a:t>Su modelo de producción sostenible tiene por objetivo dejar la menor huella en el planeta.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C4FBA71-A285-E165-8D26-070B78F0C72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61574" y="1186663"/>
            <a:ext cx="508026" cy="55247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62D7B425-BCA6-35F9-1BF5-D176F559A42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35201" y="2492073"/>
            <a:ext cx="376592" cy="628682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B3954190-ED76-EA11-01CC-BEC8EC10571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375550" y="2486687"/>
            <a:ext cx="558829" cy="5524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500"/>
                            </p:stCondLst>
                            <p:childTnLst>
                              <p:par>
                                <p:cTn id="3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8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8500"/>
                            </p:stCondLst>
                            <p:childTnLst>
                              <p:par>
                                <p:cTn id="5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2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2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9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500"/>
                            </p:stCondLst>
                            <p:childTnLst>
                              <p:par>
                                <p:cTn id="7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15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20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6" grpId="0"/>
      <p:bldP spid="2277" grpId="0" build="p"/>
      <p:bldP spid="2278" grpId="0"/>
      <p:bldP spid="2279" grpId="0" build="p"/>
      <p:bldP spid="2280" grpId="0"/>
      <p:bldP spid="2281" grpId="0" build="p"/>
      <p:bldP spid="2283" grpId="0" animBg="1"/>
      <p:bldP spid="2284" grpId="0" animBg="1"/>
      <p:bldP spid="2285" grpId="0" animBg="1"/>
      <p:bldP spid="4" grpId="0"/>
      <p:bldP spid="5" grpId="0"/>
      <p:bldP spid="6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1" name="Grupo 3410">
            <a:extLst>
              <a:ext uri="{FF2B5EF4-FFF2-40B4-BE49-F238E27FC236}">
                <a16:creationId xmlns:a16="http://schemas.microsoft.com/office/drawing/2014/main" id="{6EAEF93A-A39E-AF4D-199B-020E75BB477D}"/>
              </a:ext>
            </a:extLst>
          </p:cNvPr>
          <p:cNvGrpSpPr/>
          <p:nvPr/>
        </p:nvGrpSpPr>
        <p:grpSpPr>
          <a:xfrm>
            <a:off x="6762358" y="653159"/>
            <a:ext cx="1940820" cy="1478796"/>
            <a:chOff x="5978201" y="2916487"/>
            <a:chExt cx="1940820" cy="1478796"/>
          </a:xfrm>
        </p:grpSpPr>
        <p:sp>
          <p:nvSpPr>
            <p:cNvPr id="3412" name="Google Shape;4708;p115">
              <a:extLst>
                <a:ext uri="{FF2B5EF4-FFF2-40B4-BE49-F238E27FC236}">
                  <a16:creationId xmlns:a16="http://schemas.microsoft.com/office/drawing/2014/main" id="{A7A8B861-7D96-B266-36C0-EF6B84185072}"/>
                </a:ext>
              </a:extLst>
            </p:cNvPr>
            <p:cNvSpPr/>
            <p:nvPr/>
          </p:nvSpPr>
          <p:spPr>
            <a:xfrm>
              <a:off x="6804713" y="3028625"/>
              <a:ext cx="37838" cy="183324"/>
            </a:xfrm>
            <a:custGeom>
              <a:avLst/>
              <a:gdLst/>
              <a:ahLst/>
              <a:cxnLst/>
              <a:rect l="l" t="t" r="r" b="b"/>
              <a:pathLst>
                <a:path w="905" h="4386" extrusionOk="0">
                  <a:moveTo>
                    <a:pt x="453" y="0"/>
                  </a:moveTo>
                  <a:cubicBezTo>
                    <a:pt x="203" y="0"/>
                    <a:pt x="1" y="983"/>
                    <a:pt x="1" y="2193"/>
                  </a:cubicBezTo>
                  <a:cubicBezTo>
                    <a:pt x="1" y="3405"/>
                    <a:pt x="203" y="4385"/>
                    <a:pt x="453" y="4385"/>
                  </a:cubicBezTo>
                  <a:cubicBezTo>
                    <a:pt x="703" y="4385"/>
                    <a:pt x="905" y="3402"/>
                    <a:pt x="905" y="2193"/>
                  </a:cubicBezTo>
                  <a:cubicBezTo>
                    <a:pt x="905" y="982"/>
                    <a:pt x="703" y="0"/>
                    <a:pt x="4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4709;p115">
              <a:extLst>
                <a:ext uri="{FF2B5EF4-FFF2-40B4-BE49-F238E27FC236}">
                  <a16:creationId xmlns:a16="http://schemas.microsoft.com/office/drawing/2014/main" id="{3E03A497-8A67-A610-85ED-760BDEC1172E}"/>
                </a:ext>
              </a:extLst>
            </p:cNvPr>
            <p:cNvSpPr/>
            <p:nvPr/>
          </p:nvSpPr>
          <p:spPr>
            <a:xfrm>
              <a:off x="6738562" y="3102983"/>
              <a:ext cx="183379" cy="37827"/>
            </a:xfrm>
            <a:custGeom>
              <a:avLst/>
              <a:gdLst/>
              <a:ahLst/>
              <a:cxnLst/>
              <a:rect l="l" t="t" r="r" b="b"/>
              <a:pathLst>
                <a:path w="4386" h="905" extrusionOk="0">
                  <a:moveTo>
                    <a:pt x="2193" y="0"/>
                  </a:moveTo>
                  <a:cubicBezTo>
                    <a:pt x="983" y="0"/>
                    <a:pt x="0" y="202"/>
                    <a:pt x="0" y="453"/>
                  </a:cubicBezTo>
                  <a:cubicBezTo>
                    <a:pt x="0" y="703"/>
                    <a:pt x="983" y="905"/>
                    <a:pt x="2193" y="905"/>
                  </a:cubicBezTo>
                  <a:cubicBezTo>
                    <a:pt x="3405" y="905"/>
                    <a:pt x="4385" y="703"/>
                    <a:pt x="4385" y="453"/>
                  </a:cubicBezTo>
                  <a:cubicBezTo>
                    <a:pt x="4385" y="202"/>
                    <a:pt x="3403" y="0"/>
                    <a:pt x="21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4710;p115">
              <a:extLst>
                <a:ext uri="{FF2B5EF4-FFF2-40B4-BE49-F238E27FC236}">
                  <a16:creationId xmlns:a16="http://schemas.microsoft.com/office/drawing/2014/main" id="{69654486-1400-A5EB-C894-A2B2D9EE4DF7}"/>
                </a:ext>
              </a:extLst>
            </p:cNvPr>
            <p:cNvSpPr/>
            <p:nvPr/>
          </p:nvSpPr>
          <p:spPr>
            <a:xfrm>
              <a:off x="6114543" y="2916487"/>
              <a:ext cx="37838" cy="183282"/>
            </a:xfrm>
            <a:custGeom>
              <a:avLst/>
              <a:gdLst/>
              <a:ahLst/>
              <a:cxnLst/>
              <a:rect l="l" t="t" r="r" b="b"/>
              <a:pathLst>
                <a:path w="905" h="4385" extrusionOk="0">
                  <a:moveTo>
                    <a:pt x="453" y="0"/>
                  </a:moveTo>
                  <a:cubicBezTo>
                    <a:pt x="202" y="0"/>
                    <a:pt x="0" y="982"/>
                    <a:pt x="0" y="2192"/>
                  </a:cubicBezTo>
                  <a:cubicBezTo>
                    <a:pt x="0" y="3404"/>
                    <a:pt x="202" y="4384"/>
                    <a:pt x="453" y="4384"/>
                  </a:cubicBezTo>
                  <a:cubicBezTo>
                    <a:pt x="702" y="4384"/>
                    <a:pt x="904" y="3403"/>
                    <a:pt x="904" y="2192"/>
                  </a:cubicBezTo>
                  <a:cubicBezTo>
                    <a:pt x="904" y="982"/>
                    <a:pt x="702" y="1"/>
                    <a:pt x="4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4711;p115">
              <a:extLst>
                <a:ext uri="{FF2B5EF4-FFF2-40B4-BE49-F238E27FC236}">
                  <a16:creationId xmlns:a16="http://schemas.microsoft.com/office/drawing/2014/main" id="{8303A301-83EE-3B29-6095-9D22A9DC81FA}"/>
                </a:ext>
              </a:extLst>
            </p:cNvPr>
            <p:cNvSpPr/>
            <p:nvPr/>
          </p:nvSpPr>
          <p:spPr>
            <a:xfrm>
              <a:off x="6041752" y="2989173"/>
              <a:ext cx="183379" cy="37869"/>
            </a:xfrm>
            <a:custGeom>
              <a:avLst/>
              <a:gdLst/>
              <a:ahLst/>
              <a:cxnLst/>
              <a:rect l="l" t="t" r="r" b="b"/>
              <a:pathLst>
                <a:path w="4386" h="906" extrusionOk="0">
                  <a:moveTo>
                    <a:pt x="2194" y="1"/>
                  </a:moveTo>
                  <a:cubicBezTo>
                    <a:pt x="982" y="1"/>
                    <a:pt x="1" y="204"/>
                    <a:pt x="1" y="453"/>
                  </a:cubicBezTo>
                  <a:cubicBezTo>
                    <a:pt x="1" y="703"/>
                    <a:pt x="982" y="906"/>
                    <a:pt x="2194" y="906"/>
                  </a:cubicBezTo>
                  <a:cubicBezTo>
                    <a:pt x="3404" y="906"/>
                    <a:pt x="4386" y="703"/>
                    <a:pt x="4386" y="453"/>
                  </a:cubicBezTo>
                  <a:cubicBezTo>
                    <a:pt x="4386" y="204"/>
                    <a:pt x="3404" y="1"/>
                    <a:pt x="21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4712;p115">
              <a:extLst>
                <a:ext uri="{FF2B5EF4-FFF2-40B4-BE49-F238E27FC236}">
                  <a16:creationId xmlns:a16="http://schemas.microsoft.com/office/drawing/2014/main" id="{9A582C4A-AC7F-FC80-E928-CCBA257D1A17}"/>
                </a:ext>
              </a:extLst>
            </p:cNvPr>
            <p:cNvSpPr/>
            <p:nvPr/>
          </p:nvSpPr>
          <p:spPr>
            <a:xfrm>
              <a:off x="7399072" y="2949423"/>
              <a:ext cx="18480" cy="89572"/>
            </a:xfrm>
            <a:custGeom>
              <a:avLst/>
              <a:gdLst/>
              <a:ahLst/>
              <a:cxnLst/>
              <a:rect l="l" t="t" r="r" b="b"/>
              <a:pathLst>
                <a:path w="442" h="2143" extrusionOk="0">
                  <a:moveTo>
                    <a:pt x="220" y="1"/>
                  </a:moveTo>
                  <a:cubicBezTo>
                    <a:pt x="100" y="1"/>
                    <a:pt x="1" y="480"/>
                    <a:pt x="1" y="1072"/>
                  </a:cubicBezTo>
                  <a:cubicBezTo>
                    <a:pt x="1" y="1663"/>
                    <a:pt x="99" y="2142"/>
                    <a:pt x="220" y="2142"/>
                  </a:cubicBezTo>
                  <a:cubicBezTo>
                    <a:pt x="342" y="2142"/>
                    <a:pt x="441" y="1663"/>
                    <a:pt x="441" y="1072"/>
                  </a:cubicBezTo>
                  <a:cubicBezTo>
                    <a:pt x="441" y="481"/>
                    <a:pt x="342" y="2"/>
                    <a:pt x="2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4713;p115">
              <a:extLst>
                <a:ext uri="{FF2B5EF4-FFF2-40B4-BE49-F238E27FC236}">
                  <a16:creationId xmlns:a16="http://schemas.microsoft.com/office/drawing/2014/main" id="{5D044572-D9B2-0537-97DD-FBBA762AF06A}"/>
                </a:ext>
              </a:extLst>
            </p:cNvPr>
            <p:cNvSpPr/>
            <p:nvPr/>
          </p:nvSpPr>
          <p:spPr>
            <a:xfrm>
              <a:off x="7363533" y="2984993"/>
              <a:ext cx="89557" cy="18433"/>
            </a:xfrm>
            <a:custGeom>
              <a:avLst/>
              <a:gdLst/>
              <a:ahLst/>
              <a:cxnLst/>
              <a:rect l="l" t="t" r="r" b="b"/>
              <a:pathLst>
                <a:path w="2142" h="441" extrusionOk="0">
                  <a:moveTo>
                    <a:pt x="1070" y="1"/>
                  </a:moveTo>
                  <a:cubicBezTo>
                    <a:pt x="480" y="1"/>
                    <a:pt x="0" y="100"/>
                    <a:pt x="0" y="221"/>
                  </a:cubicBezTo>
                  <a:cubicBezTo>
                    <a:pt x="0" y="342"/>
                    <a:pt x="480" y="441"/>
                    <a:pt x="1070" y="441"/>
                  </a:cubicBezTo>
                  <a:cubicBezTo>
                    <a:pt x="1662" y="441"/>
                    <a:pt x="2142" y="343"/>
                    <a:pt x="2142" y="221"/>
                  </a:cubicBezTo>
                  <a:cubicBezTo>
                    <a:pt x="2142" y="100"/>
                    <a:pt x="1662" y="1"/>
                    <a:pt x="10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4714;p115">
              <a:extLst>
                <a:ext uri="{FF2B5EF4-FFF2-40B4-BE49-F238E27FC236}">
                  <a16:creationId xmlns:a16="http://schemas.microsoft.com/office/drawing/2014/main" id="{4CA2D6D5-1365-08BB-2185-0C56146DABE3}"/>
                </a:ext>
              </a:extLst>
            </p:cNvPr>
            <p:cNvSpPr/>
            <p:nvPr/>
          </p:nvSpPr>
          <p:spPr>
            <a:xfrm>
              <a:off x="7221756" y="4019899"/>
              <a:ext cx="362869" cy="327358"/>
            </a:xfrm>
            <a:custGeom>
              <a:avLst/>
              <a:gdLst/>
              <a:ahLst/>
              <a:cxnLst/>
              <a:rect l="l" t="t" r="r" b="b"/>
              <a:pathLst>
                <a:path w="8679" h="7832" extrusionOk="0">
                  <a:moveTo>
                    <a:pt x="7045" y="3484"/>
                  </a:moveTo>
                  <a:cubicBezTo>
                    <a:pt x="7172" y="3484"/>
                    <a:pt x="7375" y="3500"/>
                    <a:pt x="7462" y="3596"/>
                  </a:cubicBezTo>
                  <a:cubicBezTo>
                    <a:pt x="7526" y="3666"/>
                    <a:pt x="7473" y="3722"/>
                    <a:pt x="7367" y="3722"/>
                  </a:cubicBezTo>
                  <a:cubicBezTo>
                    <a:pt x="7256" y="3722"/>
                    <a:pt x="7087" y="3660"/>
                    <a:pt x="6938" y="3488"/>
                  </a:cubicBezTo>
                  <a:cubicBezTo>
                    <a:pt x="6938" y="3488"/>
                    <a:pt x="6982" y="3484"/>
                    <a:pt x="7045" y="3484"/>
                  </a:cubicBezTo>
                  <a:close/>
                  <a:moveTo>
                    <a:pt x="4211" y="1"/>
                  </a:moveTo>
                  <a:cubicBezTo>
                    <a:pt x="3954" y="1"/>
                    <a:pt x="3709" y="99"/>
                    <a:pt x="3518" y="364"/>
                  </a:cubicBezTo>
                  <a:cubicBezTo>
                    <a:pt x="2979" y="1113"/>
                    <a:pt x="3436" y="2379"/>
                    <a:pt x="3436" y="2379"/>
                  </a:cubicBezTo>
                  <a:cubicBezTo>
                    <a:pt x="3497" y="2613"/>
                    <a:pt x="3437" y="2702"/>
                    <a:pt x="3347" y="2702"/>
                  </a:cubicBezTo>
                  <a:cubicBezTo>
                    <a:pt x="3259" y="2702"/>
                    <a:pt x="3142" y="2618"/>
                    <a:pt x="3080" y="2504"/>
                  </a:cubicBezTo>
                  <a:cubicBezTo>
                    <a:pt x="2970" y="2302"/>
                    <a:pt x="2355" y="1747"/>
                    <a:pt x="1816" y="1747"/>
                  </a:cubicBezTo>
                  <a:cubicBezTo>
                    <a:pt x="1743" y="1747"/>
                    <a:pt x="1672" y="1757"/>
                    <a:pt x="1603" y="1779"/>
                  </a:cubicBezTo>
                  <a:cubicBezTo>
                    <a:pt x="121" y="2318"/>
                    <a:pt x="0" y="3645"/>
                    <a:pt x="328" y="4890"/>
                  </a:cubicBezTo>
                  <a:cubicBezTo>
                    <a:pt x="372" y="5058"/>
                    <a:pt x="430" y="5213"/>
                    <a:pt x="497" y="5359"/>
                  </a:cubicBezTo>
                  <a:cubicBezTo>
                    <a:pt x="663" y="4243"/>
                    <a:pt x="1291" y="4034"/>
                    <a:pt x="1721" y="4034"/>
                  </a:cubicBezTo>
                  <a:cubicBezTo>
                    <a:pt x="1861" y="4034"/>
                    <a:pt x="1980" y="4056"/>
                    <a:pt x="2055" y="4077"/>
                  </a:cubicBezTo>
                  <a:cubicBezTo>
                    <a:pt x="1843" y="4321"/>
                    <a:pt x="1023" y="5383"/>
                    <a:pt x="725" y="5771"/>
                  </a:cubicBezTo>
                  <a:cubicBezTo>
                    <a:pt x="1076" y="6296"/>
                    <a:pt x="1555" y="6659"/>
                    <a:pt x="1971" y="6902"/>
                  </a:cubicBezTo>
                  <a:cubicBezTo>
                    <a:pt x="1791" y="5967"/>
                    <a:pt x="2691" y="4709"/>
                    <a:pt x="2836" y="4555"/>
                  </a:cubicBezTo>
                  <a:cubicBezTo>
                    <a:pt x="2981" y="4402"/>
                    <a:pt x="3164" y="4064"/>
                    <a:pt x="3236" y="4064"/>
                  </a:cubicBezTo>
                  <a:cubicBezTo>
                    <a:pt x="3243" y="4064"/>
                    <a:pt x="3249" y="4067"/>
                    <a:pt x="3254" y="4074"/>
                  </a:cubicBezTo>
                  <a:cubicBezTo>
                    <a:pt x="3310" y="4148"/>
                    <a:pt x="3006" y="4685"/>
                    <a:pt x="2541" y="5611"/>
                  </a:cubicBezTo>
                  <a:cubicBezTo>
                    <a:pt x="2244" y="6200"/>
                    <a:pt x="2275" y="6762"/>
                    <a:pt x="2338" y="7095"/>
                  </a:cubicBezTo>
                  <a:cubicBezTo>
                    <a:pt x="2339" y="7097"/>
                    <a:pt x="2342" y="7098"/>
                    <a:pt x="2343" y="7098"/>
                  </a:cubicBezTo>
                  <a:cubicBezTo>
                    <a:pt x="2905" y="7365"/>
                    <a:pt x="3668" y="7772"/>
                    <a:pt x="4162" y="7787"/>
                  </a:cubicBezTo>
                  <a:cubicBezTo>
                    <a:pt x="3246" y="6559"/>
                    <a:pt x="3661" y="4855"/>
                    <a:pt x="3934" y="4666"/>
                  </a:cubicBezTo>
                  <a:cubicBezTo>
                    <a:pt x="3977" y="4636"/>
                    <a:pt x="4013" y="4621"/>
                    <a:pt x="4043" y="4621"/>
                  </a:cubicBezTo>
                  <a:cubicBezTo>
                    <a:pt x="4209" y="4621"/>
                    <a:pt x="4184" y="5082"/>
                    <a:pt x="4168" y="5890"/>
                  </a:cubicBezTo>
                  <a:cubicBezTo>
                    <a:pt x="4152" y="6652"/>
                    <a:pt x="4412" y="7448"/>
                    <a:pt x="4517" y="7740"/>
                  </a:cubicBezTo>
                  <a:cubicBezTo>
                    <a:pt x="4550" y="7737"/>
                    <a:pt x="4582" y="7736"/>
                    <a:pt x="4615" y="7736"/>
                  </a:cubicBezTo>
                  <a:cubicBezTo>
                    <a:pt x="4897" y="7736"/>
                    <a:pt x="5181" y="7831"/>
                    <a:pt x="5468" y="7831"/>
                  </a:cubicBezTo>
                  <a:cubicBezTo>
                    <a:pt x="5568" y="7831"/>
                    <a:pt x="5669" y="7820"/>
                    <a:pt x="5770" y="7788"/>
                  </a:cubicBezTo>
                  <a:cubicBezTo>
                    <a:pt x="5841" y="7767"/>
                    <a:pt x="5917" y="7736"/>
                    <a:pt x="5995" y="7701"/>
                  </a:cubicBezTo>
                  <a:cubicBezTo>
                    <a:pt x="5754" y="7663"/>
                    <a:pt x="5382" y="7611"/>
                    <a:pt x="5144" y="7229"/>
                  </a:cubicBezTo>
                  <a:cubicBezTo>
                    <a:pt x="4848" y="6755"/>
                    <a:pt x="4809" y="5352"/>
                    <a:pt x="5077" y="5324"/>
                  </a:cubicBezTo>
                  <a:cubicBezTo>
                    <a:pt x="5090" y="5323"/>
                    <a:pt x="5103" y="5322"/>
                    <a:pt x="5116" y="5322"/>
                  </a:cubicBezTo>
                  <a:cubicBezTo>
                    <a:pt x="5359" y="5322"/>
                    <a:pt x="5481" y="5574"/>
                    <a:pt x="5676" y="6438"/>
                  </a:cubicBezTo>
                  <a:cubicBezTo>
                    <a:pt x="5820" y="7082"/>
                    <a:pt x="6177" y="7381"/>
                    <a:pt x="6373" y="7503"/>
                  </a:cubicBezTo>
                  <a:cubicBezTo>
                    <a:pt x="6737" y="7292"/>
                    <a:pt x="7132" y="7024"/>
                    <a:pt x="7492" y="6828"/>
                  </a:cubicBezTo>
                  <a:cubicBezTo>
                    <a:pt x="7950" y="6579"/>
                    <a:pt x="8113" y="6541"/>
                    <a:pt x="8331" y="6177"/>
                  </a:cubicBezTo>
                  <a:cubicBezTo>
                    <a:pt x="8187" y="6081"/>
                    <a:pt x="7918" y="5942"/>
                    <a:pt x="7429" y="5766"/>
                  </a:cubicBezTo>
                  <a:cubicBezTo>
                    <a:pt x="6617" y="5477"/>
                    <a:pt x="5880" y="4739"/>
                    <a:pt x="6436" y="4739"/>
                  </a:cubicBezTo>
                  <a:cubicBezTo>
                    <a:pt x="6526" y="4739"/>
                    <a:pt x="6650" y="4758"/>
                    <a:pt x="6814" y="4802"/>
                  </a:cubicBezTo>
                  <a:cubicBezTo>
                    <a:pt x="7766" y="5040"/>
                    <a:pt x="8267" y="5639"/>
                    <a:pt x="8462" y="5927"/>
                  </a:cubicBezTo>
                  <a:cubicBezTo>
                    <a:pt x="8478" y="5895"/>
                    <a:pt x="8495" y="5862"/>
                    <a:pt x="8512" y="5824"/>
                  </a:cubicBezTo>
                  <a:cubicBezTo>
                    <a:pt x="8633" y="5569"/>
                    <a:pt x="8678" y="5230"/>
                    <a:pt x="8668" y="4858"/>
                  </a:cubicBezTo>
                  <a:cubicBezTo>
                    <a:pt x="7656" y="3905"/>
                    <a:pt x="5973" y="4120"/>
                    <a:pt x="5514" y="4002"/>
                  </a:cubicBezTo>
                  <a:cubicBezTo>
                    <a:pt x="5143" y="3911"/>
                    <a:pt x="5274" y="3714"/>
                    <a:pt x="5831" y="3714"/>
                  </a:cubicBezTo>
                  <a:cubicBezTo>
                    <a:pt x="6000" y="3714"/>
                    <a:pt x="6207" y="3732"/>
                    <a:pt x="6451" y="3777"/>
                  </a:cubicBezTo>
                  <a:cubicBezTo>
                    <a:pt x="7259" y="3922"/>
                    <a:pt x="8234" y="4347"/>
                    <a:pt x="8646" y="4537"/>
                  </a:cubicBezTo>
                  <a:cubicBezTo>
                    <a:pt x="8599" y="4105"/>
                    <a:pt x="8487" y="3646"/>
                    <a:pt x="8332" y="3218"/>
                  </a:cubicBezTo>
                  <a:cubicBezTo>
                    <a:pt x="7762" y="3042"/>
                    <a:pt x="6686" y="2962"/>
                    <a:pt x="5942" y="2962"/>
                  </a:cubicBezTo>
                  <a:cubicBezTo>
                    <a:pt x="5620" y="2962"/>
                    <a:pt x="5360" y="2977"/>
                    <a:pt x="5232" y="3005"/>
                  </a:cubicBezTo>
                  <a:cubicBezTo>
                    <a:pt x="5152" y="3023"/>
                    <a:pt x="5082" y="3030"/>
                    <a:pt x="5022" y="3030"/>
                  </a:cubicBezTo>
                  <a:cubicBezTo>
                    <a:pt x="4702" y="3030"/>
                    <a:pt x="4696" y="2812"/>
                    <a:pt x="5269" y="2746"/>
                  </a:cubicBezTo>
                  <a:cubicBezTo>
                    <a:pt x="5347" y="2736"/>
                    <a:pt x="5450" y="2732"/>
                    <a:pt x="5573" y="2732"/>
                  </a:cubicBezTo>
                  <a:cubicBezTo>
                    <a:pt x="6271" y="2732"/>
                    <a:pt x="7578" y="2863"/>
                    <a:pt x="8219" y="2931"/>
                  </a:cubicBezTo>
                  <a:cubicBezTo>
                    <a:pt x="8199" y="2886"/>
                    <a:pt x="8180" y="2841"/>
                    <a:pt x="8161" y="2797"/>
                  </a:cubicBezTo>
                  <a:cubicBezTo>
                    <a:pt x="7880" y="2182"/>
                    <a:pt x="7430" y="1791"/>
                    <a:pt x="7129" y="1583"/>
                  </a:cubicBezTo>
                  <a:cubicBezTo>
                    <a:pt x="6585" y="1671"/>
                    <a:pt x="5694" y="1866"/>
                    <a:pt x="5409" y="2004"/>
                  </a:cubicBezTo>
                  <a:cubicBezTo>
                    <a:pt x="5145" y="2134"/>
                    <a:pt x="4816" y="2302"/>
                    <a:pt x="4698" y="2302"/>
                  </a:cubicBezTo>
                  <a:cubicBezTo>
                    <a:pt x="4636" y="2302"/>
                    <a:pt x="4634" y="2253"/>
                    <a:pt x="4736" y="2125"/>
                  </a:cubicBezTo>
                  <a:cubicBezTo>
                    <a:pt x="5003" y="1760"/>
                    <a:pt x="6151" y="1524"/>
                    <a:pt x="6848" y="1411"/>
                  </a:cubicBezTo>
                  <a:cubicBezTo>
                    <a:pt x="6828" y="1402"/>
                    <a:pt x="6816" y="1395"/>
                    <a:pt x="6816" y="1395"/>
                  </a:cubicBezTo>
                  <a:cubicBezTo>
                    <a:pt x="6816" y="1395"/>
                    <a:pt x="5952" y="919"/>
                    <a:pt x="5488" y="559"/>
                  </a:cubicBezTo>
                  <a:cubicBezTo>
                    <a:pt x="5189" y="326"/>
                    <a:pt x="4679" y="1"/>
                    <a:pt x="42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4715;p115">
              <a:extLst>
                <a:ext uri="{FF2B5EF4-FFF2-40B4-BE49-F238E27FC236}">
                  <a16:creationId xmlns:a16="http://schemas.microsoft.com/office/drawing/2014/main" id="{EBE57521-5E67-85BC-1998-FCBF63BD32B3}"/>
                </a:ext>
              </a:extLst>
            </p:cNvPr>
            <p:cNvSpPr/>
            <p:nvPr/>
          </p:nvSpPr>
          <p:spPr>
            <a:xfrm>
              <a:off x="7296303" y="3841424"/>
              <a:ext cx="622718" cy="267797"/>
            </a:xfrm>
            <a:custGeom>
              <a:avLst/>
              <a:gdLst/>
              <a:ahLst/>
              <a:cxnLst/>
              <a:rect l="l" t="t" r="r" b="b"/>
              <a:pathLst>
                <a:path w="14894" h="6407" extrusionOk="0">
                  <a:moveTo>
                    <a:pt x="9700" y="1"/>
                  </a:moveTo>
                  <a:cubicBezTo>
                    <a:pt x="9018" y="1"/>
                    <a:pt x="8251" y="110"/>
                    <a:pt x="7395" y="362"/>
                  </a:cubicBezTo>
                  <a:cubicBezTo>
                    <a:pt x="918" y="2273"/>
                    <a:pt x="1" y="4455"/>
                    <a:pt x="1" y="4455"/>
                  </a:cubicBezTo>
                  <a:lnTo>
                    <a:pt x="1057" y="5859"/>
                  </a:lnTo>
                  <a:cubicBezTo>
                    <a:pt x="1057" y="5859"/>
                    <a:pt x="2012" y="6406"/>
                    <a:pt x="3436" y="6406"/>
                  </a:cubicBezTo>
                  <a:cubicBezTo>
                    <a:pt x="4239" y="6406"/>
                    <a:pt x="5190" y="6232"/>
                    <a:pt x="6204" y="5688"/>
                  </a:cubicBezTo>
                  <a:cubicBezTo>
                    <a:pt x="8291" y="4565"/>
                    <a:pt x="10075" y="3936"/>
                    <a:pt x="11670" y="3936"/>
                  </a:cubicBezTo>
                  <a:cubicBezTo>
                    <a:pt x="12222" y="3936"/>
                    <a:pt x="12752" y="4011"/>
                    <a:pt x="13263" y="4168"/>
                  </a:cubicBezTo>
                  <a:cubicBezTo>
                    <a:pt x="13355" y="4196"/>
                    <a:pt x="13439" y="4209"/>
                    <a:pt x="13517" y="4209"/>
                  </a:cubicBezTo>
                  <a:cubicBezTo>
                    <a:pt x="14893" y="4209"/>
                    <a:pt x="13941" y="1"/>
                    <a:pt x="97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4716;p115">
              <a:extLst>
                <a:ext uri="{FF2B5EF4-FFF2-40B4-BE49-F238E27FC236}">
                  <a16:creationId xmlns:a16="http://schemas.microsoft.com/office/drawing/2014/main" id="{53A6B9C6-F094-AE17-7456-70476B195D10}"/>
                </a:ext>
              </a:extLst>
            </p:cNvPr>
            <p:cNvSpPr/>
            <p:nvPr/>
          </p:nvSpPr>
          <p:spPr>
            <a:xfrm>
              <a:off x="7370934" y="3821236"/>
              <a:ext cx="468648" cy="215633"/>
            </a:xfrm>
            <a:custGeom>
              <a:avLst/>
              <a:gdLst/>
              <a:ahLst/>
              <a:cxnLst/>
              <a:rect l="l" t="t" r="r" b="b"/>
              <a:pathLst>
                <a:path w="11209" h="5159" fill="none" extrusionOk="0">
                  <a:moveTo>
                    <a:pt x="11209" y="2839"/>
                  </a:moveTo>
                  <a:cubicBezTo>
                    <a:pt x="11209" y="2839"/>
                    <a:pt x="7269" y="1"/>
                    <a:pt x="1" y="5158"/>
                  </a:cubicBezTo>
                </a:path>
              </a:pathLst>
            </a:custGeom>
            <a:noFill/>
            <a:ln w="6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4717;p115">
              <a:extLst>
                <a:ext uri="{FF2B5EF4-FFF2-40B4-BE49-F238E27FC236}">
                  <a16:creationId xmlns:a16="http://schemas.microsoft.com/office/drawing/2014/main" id="{A3AD8FE3-1CD0-DA5C-D650-6F71FBCEC4E4}"/>
                </a:ext>
              </a:extLst>
            </p:cNvPr>
            <p:cNvSpPr/>
            <p:nvPr/>
          </p:nvSpPr>
          <p:spPr>
            <a:xfrm>
              <a:off x="7657165" y="3910808"/>
              <a:ext cx="122587" cy="83553"/>
            </a:xfrm>
            <a:custGeom>
              <a:avLst/>
              <a:gdLst/>
              <a:ahLst/>
              <a:cxnLst/>
              <a:rect l="l" t="t" r="r" b="b"/>
              <a:pathLst>
                <a:path w="2932" h="1999" fill="none" extrusionOk="0">
                  <a:moveTo>
                    <a:pt x="2932" y="1998"/>
                  </a:moveTo>
                  <a:cubicBezTo>
                    <a:pt x="2932" y="1998"/>
                    <a:pt x="2350" y="368"/>
                    <a:pt x="1" y="0"/>
                  </a:cubicBezTo>
                </a:path>
              </a:pathLst>
            </a:custGeom>
            <a:noFill/>
            <a:ln w="6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4718;p115">
              <a:extLst>
                <a:ext uri="{FF2B5EF4-FFF2-40B4-BE49-F238E27FC236}">
                  <a16:creationId xmlns:a16="http://schemas.microsoft.com/office/drawing/2014/main" id="{EE92D1D3-DF98-9F15-B69C-33CBEB3307CD}"/>
                </a:ext>
              </a:extLst>
            </p:cNvPr>
            <p:cNvSpPr/>
            <p:nvPr/>
          </p:nvSpPr>
          <p:spPr>
            <a:xfrm>
              <a:off x="7588011" y="3855175"/>
              <a:ext cx="71997" cy="70680"/>
            </a:xfrm>
            <a:custGeom>
              <a:avLst/>
              <a:gdLst/>
              <a:ahLst/>
              <a:cxnLst/>
              <a:rect l="l" t="t" r="r" b="b"/>
              <a:pathLst>
                <a:path w="1722" h="1691" fill="none" extrusionOk="0">
                  <a:moveTo>
                    <a:pt x="1" y="1690"/>
                  </a:moveTo>
                  <a:cubicBezTo>
                    <a:pt x="1" y="1690"/>
                    <a:pt x="746" y="823"/>
                    <a:pt x="1722" y="0"/>
                  </a:cubicBezTo>
                </a:path>
              </a:pathLst>
            </a:custGeom>
            <a:noFill/>
            <a:ln w="6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4719;p115">
              <a:extLst>
                <a:ext uri="{FF2B5EF4-FFF2-40B4-BE49-F238E27FC236}">
                  <a16:creationId xmlns:a16="http://schemas.microsoft.com/office/drawing/2014/main" id="{314FC361-3038-FEB7-FD0A-A5DB50747C62}"/>
                </a:ext>
              </a:extLst>
            </p:cNvPr>
            <p:cNvSpPr/>
            <p:nvPr/>
          </p:nvSpPr>
          <p:spPr>
            <a:xfrm>
              <a:off x="7487333" y="3963932"/>
              <a:ext cx="153526" cy="56259"/>
            </a:xfrm>
            <a:custGeom>
              <a:avLst/>
              <a:gdLst/>
              <a:ahLst/>
              <a:cxnLst/>
              <a:rect l="l" t="t" r="r" b="b"/>
              <a:pathLst>
                <a:path w="3672" h="1346" fill="none" extrusionOk="0">
                  <a:moveTo>
                    <a:pt x="0" y="55"/>
                  </a:moveTo>
                  <a:cubicBezTo>
                    <a:pt x="0" y="55"/>
                    <a:pt x="2046" y="1"/>
                    <a:pt x="3672" y="1345"/>
                  </a:cubicBezTo>
                </a:path>
              </a:pathLst>
            </a:custGeom>
            <a:noFill/>
            <a:ln w="6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4720;p115">
              <a:extLst>
                <a:ext uri="{FF2B5EF4-FFF2-40B4-BE49-F238E27FC236}">
                  <a16:creationId xmlns:a16="http://schemas.microsoft.com/office/drawing/2014/main" id="{902CC5A0-3CA5-DEB9-DEA0-B92BC84C0A38}"/>
                </a:ext>
              </a:extLst>
            </p:cNvPr>
            <p:cNvSpPr/>
            <p:nvPr/>
          </p:nvSpPr>
          <p:spPr>
            <a:xfrm>
              <a:off x="7416632" y="3914152"/>
              <a:ext cx="57572" cy="92122"/>
            </a:xfrm>
            <a:custGeom>
              <a:avLst/>
              <a:gdLst/>
              <a:ahLst/>
              <a:cxnLst/>
              <a:rect l="l" t="t" r="r" b="b"/>
              <a:pathLst>
                <a:path w="1377" h="2204" fill="none" extrusionOk="0">
                  <a:moveTo>
                    <a:pt x="0" y="2203"/>
                  </a:moveTo>
                  <a:cubicBezTo>
                    <a:pt x="0" y="2203"/>
                    <a:pt x="357" y="903"/>
                    <a:pt x="1377" y="1"/>
                  </a:cubicBezTo>
                </a:path>
              </a:pathLst>
            </a:custGeom>
            <a:noFill/>
            <a:ln w="6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4721;p115">
              <a:extLst>
                <a:ext uri="{FF2B5EF4-FFF2-40B4-BE49-F238E27FC236}">
                  <a16:creationId xmlns:a16="http://schemas.microsoft.com/office/drawing/2014/main" id="{B9DD16DE-E2F1-6F08-1D3C-06DCB97333E3}"/>
                </a:ext>
              </a:extLst>
            </p:cNvPr>
            <p:cNvSpPr/>
            <p:nvPr/>
          </p:nvSpPr>
          <p:spPr>
            <a:xfrm>
              <a:off x="7306295" y="4050161"/>
              <a:ext cx="457025" cy="163052"/>
            </a:xfrm>
            <a:custGeom>
              <a:avLst/>
              <a:gdLst/>
              <a:ahLst/>
              <a:cxnLst/>
              <a:rect l="l" t="t" r="r" b="b"/>
              <a:pathLst>
                <a:path w="10931" h="3901" extrusionOk="0">
                  <a:moveTo>
                    <a:pt x="6570" y="0"/>
                  </a:moveTo>
                  <a:cubicBezTo>
                    <a:pt x="6380" y="0"/>
                    <a:pt x="6182" y="8"/>
                    <a:pt x="5975" y="25"/>
                  </a:cubicBezTo>
                  <a:cubicBezTo>
                    <a:pt x="993" y="441"/>
                    <a:pt x="0" y="1884"/>
                    <a:pt x="0" y="1884"/>
                  </a:cubicBezTo>
                  <a:lnTo>
                    <a:pt x="555" y="3062"/>
                  </a:lnTo>
                  <a:cubicBezTo>
                    <a:pt x="555" y="3062"/>
                    <a:pt x="1504" y="3901"/>
                    <a:pt x="3035" y="3901"/>
                  </a:cubicBezTo>
                  <a:cubicBezTo>
                    <a:pt x="3425" y="3901"/>
                    <a:pt x="3853" y="3846"/>
                    <a:pt x="4313" y="3709"/>
                  </a:cubicBezTo>
                  <a:cubicBezTo>
                    <a:pt x="5505" y="3354"/>
                    <a:pt x="6550" y="3156"/>
                    <a:pt x="7470" y="3156"/>
                  </a:cubicBezTo>
                  <a:cubicBezTo>
                    <a:pt x="8295" y="3156"/>
                    <a:pt x="9020" y="3316"/>
                    <a:pt x="9659" y="3665"/>
                  </a:cubicBezTo>
                  <a:cubicBezTo>
                    <a:pt x="9756" y="3718"/>
                    <a:pt x="9845" y="3742"/>
                    <a:pt x="9927" y="3742"/>
                  </a:cubicBezTo>
                  <a:cubicBezTo>
                    <a:pt x="10931" y="3742"/>
                    <a:pt x="10631" y="0"/>
                    <a:pt x="6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4722;p115">
              <a:extLst>
                <a:ext uri="{FF2B5EF4-FFF2-40B4-BE49-F238E27FC236}">
                  <a16:creationId xmlns:a16="http://schemas.microsoft.com/office/drawing/2014/main" id="{76EFEC78-1411-7EA1-AC4F-2DF9E97AD965}"/>
                </a:ext>
              </a:extLst>
            </p:cNvPr>
            <p:cNvSpPr/>
            <p:nvPr/>
          </p:nvSpPr>
          <p:spPr>
            <a:xfrm>
              <a:off x="7358892" y="4035991"/>
              <a:ext cx="354382" cy="110889"/>
            </a:xfrm>
            <a:custGeom>
              <a:avLst/>
              <a:gdLst/>
              <a:ahLst/>
              <a:cxnLst/>
              <a:rect l="l" t="t" r="r" b="b"/>
              <a:pathLst>
                <a:path w="8476" h="2653" fill="none" extrusionOk="0">
                  <a:moveTo>
                    <a:pt x="8476" y="2650"/>
                  </a:moveTo>
                  <a:cubicBezTo>
                    <a:pt x="8476" y="2650"/>
                    <a:pt x="6046" y="1"/>
                    <a:pt x="1" y="2652"/>
                  </a:cubicBezTo>
                </a:path>
              </a:pathLst>
            </a:custGeom>
            <a:noFill/>
            <a:ln w="6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4723;p115">
              <a:extLst>
                <a:ext uri="{FF2B5EF4-FFF2-40B4-BE49-F238E27FC236}">
                  <a16:creationId xmlns:a16="http://schemas.microsoft.com/office/drawing/2014/main" id="{B2D7866B-8229-A1DC-4F87-FA179E000FE9}"/>
                </a:ext>
              </a:extLst>
            </p:cNvPr>
            <p:cNvSpPr/>
            <p:nvPr/>
          </p:nvSpPr>
          <p:spPr>
            <a:xfrm>
              <a:off x="7585419" y="4098353"/>
              <a:ext cx="76345" cy="78955"/>
            </a:xfrm>
            <a:custGeom>
              <a:avLst/>
              <a:gdLst/>
              <a:ahLst/>
              <a:cxnLst/>
              <a:rect l="l" t="t" r="r" b="b"/>
              <a:pathLst>
                <a:path w="1826" h="1889" fill="none" extrusionOk="0">
                  <a:moveTo>
                    <a:pt x="1826" y="1888"/>
                  </a:moveTo>
                  <a:cubicBezTo>
                    <a:pt x="1826" y="1888"/>
                    <a:pt x="1650" y="619"/>
                    <a:pt x="1" y="0"/>
                  </a:cubicBezTo>
                </a:path>
              </a:pathLst>
            </a:custGeom>
            <a:noFill/>
            <a:ln w="6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4724;p115">
              <a:extLst>
                <a:ext uri="{FF2B5EF4-FFF2-40B4-BE49-F238E27FC236}">
                  <a16:creationId xmlns:a16="http://schemas.microsoft.com/office/drawing/2014/main" id="{1D6491CC-6E38-E1D8-2A76-CBF76432915A}"/>
                </a:ext>
              </a:extLst>
            </p:cNvPr>
            <p:cNvSpPr/>
            <p:nvPr/>
          </p:nvSpPr>
          <p:spPr>
            <a:xfrm>
              <a:off x="7533031" y="4058395"/>
              <a:ext cx="62757" cy="40502"/>
            </a:xfrm>
            <a:custGeom>
              <a:avLst/>
              <a:gdLst/>
              <a:ahLst/>
              <a:cxnLst/>
              <a:rect l="l" t="t" r="r" b="b"/>
              <a:pathLst>
                <a:path w="1501" h="969" fill="none" extrusionOk="0">
                  <a:moveTo>
                    <a:pt x="0" y="969"/>
                  </a:moveTo>
                  <a:cubicBezTo>
                    <a:pt x="0" y="969"/>
                    <a:pt x="670" y="451"/>
                    <a:pt x="1500" y="1"/>
                  </a:cubicBezTo>
                </a:path>
              </a:pathLst>
            </a:custGeom>
            <a:noFill/>
            <a:ln w="6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4725;p115">
              <a:extLst>
                <a:ext uri="{FF2B5EF4-FFF2-40B4-BE49-F238E27FC236}">
                  <a16:creationId xmlns:a16="http://schemas.microsoft.com/office/drawing/2014/main" id="{0176F16A-D8DF-E4DB-B606-94667DAB1AAB}"/>
                </a:ext>
              </a:extLst>
            </p:cNvPr>
            <p:cNvSpPr/>
            <p:nvPr/>
          </p:nvSpPr>
          <p:spPr>
            <a:xfrm>
              <a:off x="7453927" y="4113066"/>
              <a:ext cx="103271" cy="62111"/>
            </a:xfrm>
            <a:custGeom>
              <a:avLst/>
              <a:gdLst/>
              <a:ahLst/>
              <a:cxnLst/>
              <a:rect l="l" t="t" r="r" b="b"/>
              <a:pathLst>
                <a:path w="2470" h="1486" fill="none" extrusionOk="0">
                  <a:moveTo>
                    <a:pt x="0" y="0"/>
                  </a:moveTo>
                  <a:cubicBezTo>
                    <a:pt x="0" y="0"/>
                    <a:pt x="1491" y="268"/>
                    <a:pt x="2470" y="1486"/>
                  </a:cubicBezTo>
                </a:path>
              </a:pathLst>
            </a:custGeom>
            <a:noFill/>
            <a:ln w="6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4726;p115">
              <a:extLst>
                <a:ext uri="{FF2B5EF4-FFF2-40B4-BE49-F238E27FC236}">
                  <a16:creationId xmlns:a16="http://schemas.microsoft.com/office/drawing/2014/main" id="{2EA3E4ED-5CEB-ED31-E126-3CCC910A326F}"/>
                </a:ext>
              </a:extLst>
            </p:cNvPr>
            <p:cNvSpPr/>
            <p:nvPr/>
          </p:nvSpPr>
          <p:spPr>
            <a:xfrm>
              <a:off x="7396730" y="4073358"/>
              <a:ext cx="55524" cy="58182"/>
            </a:xfrm>
            <a:custGeom>
              <a:avLst/>
              <a:gdLst/>
              <a:ahLst/>
              <a:cxnLst/>
              <a:rect l="l" t="t" r="r" b="b"/>
              <a:pathLst>
                <a:path w="1328" h="1392" fill="none" extrusionOk="0">
                  <a:moveTo>
                    <a:pt x="0" y="1391"/>
                  </a:moveTo>
                  <a:cubicBezTo>
                    <a:pt x="0" y="1391"/>
                    <a:pt x="454" y="502"/>
                    <a:pt x="1327" y="0"/>
                  </a:cubicBezTo>
                </a:path>
              </a:pathLst>
            </a:custGeom>
            <a:noFill/>
            <a:ln w="6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4727;p115">
              <a:extLst>
                <a:ext uri="{FF2B5EF4-FFF2-40B4-BE49-F238E27FC236}">
                  <a16:creationId xmlns:a16="http://schemas.microsoft.com/office/drawing/2014/main" id="{707737A5-8286-B961-112B-D6546495502F}"/>
                </a:ext>
              </a:extLst>
            </p:cNvPr>
            <p:cNvSpPr/>
            <p:nvPr/>
          </p:nvSpPr>
          <p:spPr>
            <a:xfrm>
              <a:off x="7221797" y="3885061"/>
              <a:ext cx="297645" cy="433357"/>
            </a:xfrm>
            <a:custGeom>
              <a:avLst/>
              <a:gdLst/>
              <a:ahLst/>
              <a:cxnLst/>
              <a:rect l="l" t="t" r="r" b="b"/>
              <a:pathLst>
                <a:path w="7119" h="10368" extrusionOk="0">
                  <a:moveTo>
                    <a:pt x="7109" y="1"/>
                  </a:moveTo>
                  <a:lnTo>
                    <a:pt x="7109" y="1"/>
                  </a:lnTo>
                  <a:cubicBezTo>
                    <a:pt x="2498" y="1712"/>
                    <a:pt x="1784" y="3409"/>
                    <a:pt x="1784" y="3409"/>
                  </a:cubicBezTo>
                  <a:lnTo>
                    <a:pt x="2838" y="4815"/>
                  </a:lnTo>
                  <a:cubicBezTo>
                    <a:pt x="2838" y="4815"/>
                    <a:pt x="2990" y="4901"/>
                    <a:pt x="3262" y="5005"/>
                  </a:cubicBezTo>
                  <a:cubicBezTo>
                    <a:pt x="3021" y="5114"/>
                    <a:pt x="2822" y="5219"/>
                    <a:pt x="2661" y="5317"/>
                  </a:cubicBezTo>
                  <a:cubicBezTo>
                    <a:pt x="2418" y="5137"/>
                    <a:pt x="2106" y="4975"/>
                    <a:pt x="1816" y="4975"/>
                  </a:cubicBezTo>
                  <a:cubicBezTo>
                    <a:pt x="1743" y="4975"/>
                    <a:pt x="1672" y="4985"/>
                    <a:pt x="1603" y="5008"/>
                  </a:cubicBezTo>
                  <a:cubicBezTo>
                    <a:pt x="121" y="5547"/>
                    <a:pt x="0" y="6873"/>
                    <a:pt x="329" y="8119"/>
                  </a:cubicBezTo>
                  <a:cubicBezTo>
                    <a:pt x="372" y="8286"/>
                    <a:pt x="430" y="8441"/>
                    <a:pt x="497" y="8588"/>
                  </a:cubicBezTo>
                  <a:cubicBezTo>
                    <a:pt x="663" y="7472"/>
                    <a:pt x="1291" y="7263"/>
                    <a:pt x="1721" y="7263"/>
                  </a:cubicBezTo>
                  <a:cubicBezTo>
                    <a:pt x="1861" y="7263"/>
                    <a:pt x="1981" y="7285"/>
                    <a:pt x="2056" y="7306"/>
                  </a:cubicBezTo>
                  <a:cubicBezTo>
                    <a:pt x="1843" y="7549"/>
                    <a:pt x="1023" y="8611"/>
                    <a:pt x="726" y="8999"/>
                  </a:cubicBezTo>
                  <a:cubicBezTo>
                    <a:pt x="1077" y="9525"/>
                    <a:pt x="1556" y="9888"/>
                    <a:pt x="1972" y="10131"/>
                  </a:cubicBezTo>
                  <a:cubicBezTo>
                    <a:pt x="1791" y="9195"/>
                    <a:pt x="2691" y="7937"/>
                    <a:pt x="2836" y="7784"/>
                  </a:cubicBezTo>
                  <a:cubicBezTo>
                    <a:pt x="2935" y="7679"/>
                    <a:pt x="3051" y="7488"/>
                    <a:pt x="3139" y="7378"/>
                  </a:cubicBezTo>
                  <a:cubicBezTo>
                    <a:pt x="3170" y="7394"/>
                    <a:pt x="3203" y="7411"/>
                    <a:pt x="3237" y="7428"/>
                  </a:cubicBezTo>
                  <a:cubicBezTo>
                    <a:pt x="3159" y="7647"/>
                    <a:pt x="2897" y="8130"/>
                    <a:pt x="2541" y="8839"/>
                  </a:cubicBezTo>
                  <a:cubicBezTo>
                    <a:pt x="2244" y="9429"/>
                    <a:pt x="2275" y="9992"/>
                    <a:pt x="2338" y="10324"/>
                  </a:cubicBezTo>
                  <a:cubicBezTo>
                    <a:pt x="2340" y="10326"/>
                    <a:pt x="2342" y="10327"/>
                    <a:pt x="2343" y="10327"/>
                  </a:cubicBezTo>
                  <a:cubicBezTo>
                    <a:pt x="2372" y="10339"/>
                    <a:pt x="2401" y="10353"/>
                    <a:pt x="2429" y="10368"/>
                  </a:cubicBezTo>
                  <a:cubicBezTo>
                    <a:pt x="2857" y="9986"/>
                    <a:pt x="3247" y="9594"/>
                    <a:pt x="3601" y="9193"/>
                  </a:cubicBezTo>
                  <a:cubicBezTo>
                    <a:pt x="3604" y="8530"/>
                    <a:pt x="3789" y="7997"/>
                    <a:pt x="3935" y="7894"/>
                  </a:cubicBezTo>
                  <a:cubicBezTo>
                    <a:pt x="3978" y="7864"/>
                    <a:pt x="4014" y="7850"/>
                    <a:pt x="4043" y="7850"/>
                  </a:cubicBezTo>
                  <a:cubicBezTo>
                    <a:pt x="4160" y="7850"/>
                    <a:pt x="4183" y="8077"/>
                    <a:pt x="4181" y="8491"/>
                  </a:cubicBezTo>
                  <a:cubicBezTo>
                    <a:pt x="6973" y="4877"/>
                    <a:pt x="7118" y="947"/>
                    <a:pt x="7109" y="1"/>
                  </a:cubicBezTo>
                  <a:close/>
                </a:path>
              </a:pathLst>
            </a:custGeom>
            <a:solidFill>
              <a:srgbClr val="000000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4728;p115">
              <a:extLst>
                <a:ext uri="{FF2B5EF4-FFF2-40B4-BE49-F238E27FC236}">
                  <a16:creationId xmlns:a16="http://schemas.microsoft.com/office/drawing/2014/main" id="{2CCAB4F7-3A6A-41CF-CA1A-EC865BE40E00}"/>
                </a:ext>
              </a:extLst>
            </p:cNvPr>
            <p:cNvSpPr/>
            <p:nvPr/>
          </p:nvSpPr>
          <p:spPr>
            <a:xfrm>
              <a:off x="7676356" y="3585916"/>
              <a:ext cx="157289" cy="70847"/>
            </a:xfrm>
            <a:custGeom>
              <a:avLst/>
              <a:gdLst/>
              <a:ahLst/>
              <a:cxnLst/>
              <a:rect l="l" t="t" r="r" b="b"/>
              <a:pathLst>
                <a:path w="3762" h="1695" extrusionOk="0">
                  <a:moveTo>
                    <a:pt x="3270" y="0"/>
                  </a:moveTo>
                  <a:lnTo>
                    <a:pt x="0" y="1694"/>
                  </a:lnTo>
                  <a:cubicBezTo>
                    <a:pt x="3762" y="1223"/>
                    <a:pt x="3270" y="1"/>
                    <a:pt x="32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4729;p115">
              <a:extLst>
                <a:ext uri="{FF2B5EF4-FFF2-40B4-BE49-F238E27FC236}">
                  <a16:creationId xmlns:a16="http://schemas.microsoft.com/office/drawing/2014/main" id="{84A885C5-B6AD-E170-7513-B928FA5DE8B2}"/>
                </a:ext>
              </a:extLst>
            </p:cNvPr>
            <p:cNvSpPr/>
            <p:nvPr/>
          </p:nvSpPr>
          <p:spPr>
            <a:xfrm>
              <a:off x="7676356" y="3576929"/>
              <a:ext cx="136719" cy="79833"/>
            </a:xfrm>
            <a:custGeom>
              <a:avLst/>
              <a:gdLst/>
              <a:ahLst/>
              <a:cxnLst/>
              <a:rect l="l" t="t" r="r" b="b"/>
              <a:pathLst>
                <a:path w="3270" h="1910" extrusionOk="0">
                  <a:moveTo>
                    <a:pt x="2755" y="0"/>
                  </a:moveTo>
                  <a:cubicBezTo>
                    <a:pt x="2280" y="0"/>
                    <a:pt x="1427" y="345"/>
                    <a:pt x="0" y="1909"/>
                  </a:cubicBezTo>
                  <a:lnTo>
                    <a:pt x="3270" y="215"/>
                  </a:lnTo>
                  <a:lnTo>
                    <a:pt x="3270" y="215"/>
                  </a:lnTo>
                  <a:cubicBezTo>
                    <a:pt x="3270" y="215"/>
                    <a:pt x="3270" y="215"/>
                    <a:pt x="3270" y="215"/>
                  </a:cubicBezTo>
                  <a:cubicBezTo>
                    <a:pt x="3270" y="215"/>
                    <a:pt x="3270" y="215"/>
                    <a:pt x="3270" y="215"/>
                  </a:cubicBezTo>
                  <a:lnTo>
                    <a:pt x="3270" y="215"/>
                  </a:lnTo>
                  <a:lnTo>
                    <a:pt x="3270" y="215"/>
                  </a:lnTo>
                  <a:lnTo>
                    <a:pt x="3270" y="215"/>
                  </a:lnTo>
                  <a:cubicBezTo>
                    <a:pt x="3269" y="215"/>
                    <a:pt x="3130" y="0"/>
                    <a:pt x="27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4730;p115">
              <a:extLst>
                <a:ext uri="{FF2B5EF4-FFF2-40B4-BE49-F238E27FC236}">
                  <a16:creationId xmlns:a16="http://schemas.microsoft.com/office/drawing/2014/main" id="{D7E7FD4B-B9EC-2D8B-8E96-C9D07B4680A7}"/>
                </a:ext>
              </a:extLst>
            </p:cNvPr>
            <p:cNvSpPr/>
            <p:nvPr/>
          </p:nvSpPr>
          <p:spPr>
            <a:xfrm>
              <a:off x="7311898" y="3606940"/>
              <a:ext cx="460621" cy="238747"/>
            </a:xfrm>
            <a:custGeom>
              <a:avLst/>
              <a:gdLst/>
              <a:ahLst/>
              <a:cxnLst/>
              <a:rect l="l" t="t" r="r" b="b"/>
              <a:pathLst>
                <a:path w="11017" h="5712" fill="none" extrusionOk="0">
                  <a:moveTo>
                    <a:pt x="11017" y="1"/>
                  </a:moveTo>
                  <a:lnTo>
                    <a:pt x="0" y="5711"/>
                  </a:lnTo>
                </a:path>
              </a:pathLst>
            </a:custGeom>
            <a:noFill/>
            <a:ln w="5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4731;p115">
              <a:extLst>
                <a:ext uri="{FF2B5EF4-FFF2-40B4-BE49-F238E27FC236}">
                  <a16:creationId xmlns:a16="http://schemas.microsoft.com/office/drawing/2014/main" id="{81A78288-7F47-8D8F-304A-15C351177F19}"/>
                </a:ext>
              </a:extLst>
            </p:cNvPr>
            <p:cNvSpPr/>
            <p:nvPr/>
          </p:nvSpPr>
          <p:spPr>
            <a:xfrm>
              <a:off x="7617780" y="3519416"/>
              <a:ext cx="97125" cy="146751"/>
            </a:xfrm>
            <a:custGeom>
              <a:avLst/>
              <a:gdLst/>
              <a:ahLst/>
              <a:cxnLst/>
              <a:rect l="l" t="t" r="r" b="b"/>
              <a:pathLst>
                <a:path w="2323" h="3511" extrusionOk="0">
                  <a:moveTo>
                    <a:pt x="1114" y="0"/>
                  </a:moveTo>
                  <a:lnTo>
                    <a:pt x="1114" y="0"/>
                  </a:lnTo>
                  <a:cubicBezTo>
                    <a:pt x="1114" y="0"/>
                    <a:pt x="1114" y="0"/>
                    <a:pt x="1114" y="0"/>
                  </a:cubicBezTo>
                  <a:lnTo>
                    <a:pt x="0" y="3510"/>
                  </a:lnTo>
                  <a:cubicBezTo>
                    <a:pt x="2323" y="519"/>
                    <a:pt x="1116" y="0"/>
                    <a:pt x="1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4732;p115">
              <a:extLst>
                <a:ext uri="{FF2B5EF4-FFF2-40B4-BE49-F238E27FC236}">
                  <a16:creationId xmlns:a16="http://schemas.microsoft.com/office/drawing/2014/main" id="{704BC440-1069-5A52-9651-F4CF212A3E40}"/>
                </a:ext>
              </a:extLst>
            </p:cNvPr>
            <p:cNvSpPr/>
            <p:nvPr/>
          </p:nvSpPr>
          <p:spPr>
            <a:xfrm>
              <a:off x="7611383" y="3519207"/>
              <a:ext cx="52973" cy="146960"/>
            </a:xfrm>
            <a:custGeom>
              <a:avLst/>
              <a:gdLst/>
              <a:ahLst/>
              <a:cxnLst/>
              <a:rect l="l" t="t" r="r" b="b"/>
              <a:pathLst>
                <a:path w="1267" h="3516" extrusionOk="0">
                  <a:moveTo>
                    <a:pt x="1209" y="1"/>
                  </a:moveTo>
                  <a:cubicBezTo>
                    <a:pt x="959" y="1"/>
                    <a:pt x="1" y="216"/>
                    <a:pt x="153" y="3515"/>
                  </a:cubicBezTo>
                  <a:lnTo>
                    <a:pt x="1267" y="5"/>
                  </a:lnTo>
                  <a:cubicBezTo>
                    <a:pt x="1267" y="5"/>
                    <a:pt x="1245" y="1"/>
                    <a:pt x="12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4733;p115">
              <a:extLst>
                <a:ext uri="{FF2B5EF4-FFF2-40B4-BE49-F238E27FC236}">
                  <a16:creationId xmlns:a16="http://schemas.microsoft.com/office/drawing/2014/main" id="{825E2C8F-483C-C94A-A145-485FF2038C96}"/>
                </a:ext>
              </a:extLst>
            </p:cNvPr>
            <p:cNvSpPr/>
            <p:nvPr/>
          </p:nvSpPr>
          <p:spPr>
            <a:xfrm>
              <a:off x="7607160" y="3559291"/>
              <a:ext cx="44569" cy="133376"/>
            </a:xfrm>
            <a:custGeom>
              <a:avLst/>
              <a:gdLst/>
              <a:ahLst/>
              <a:cxnLst/>
              <a:rect l="l" t="t" r="r" b="b"/>
              <a:pathLst>
                <a:path w="1066" h="3191" fill="none" extrusionOk="0">
                  <a:moveTo>
                    <a:pt x="1066" y="0"/>
                  </a:moveTo>
                  <a:lnTo>
                    <a:pt x="1" y="3190"/>
                  </a:lnTo>
                </a:path>
              </a:pathLst>
            </a:custGeom>
            <a:noFill/>
            <a:ln w="5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4734;p115">
              <a:extLst>
                <a:ext uri="{FF2B5EF4-FFF2-40B4-BE49-F238E27FC236}">
                  <a16:creationId xmlns:a16="http://schemas.microsoft.com/office/drawing/2014/main" id="{2950C2B4-6AB6-4ACE-C099-717663B4DC77}"/>
                </a:ext>
              </a:extLst>
            </p:cNvPr>
            <p:cNvSpPr/>
            <p:nvPr/>
          </p:nvSpPr>
          <p:spPr>
            <a:xfrm>
              <a:off x="7634964" y="3698560"/>
              <a:ext cx="156955" cy="47273"/>
            </a:xfrm>
            <a:custGeom>
              <a:avLst/>
              <a:gdLst/>
              <a:ahLst/>
              <a:cxnLst/>
              <a:rect l="l" t="t" r="r" b="b"/>
              <a:pathLst>
                <a:path w="3754" h="1131" extrusionOk="0">
                  <a:moveTo>
                    <a:pt x="676" y="1"/>
                  </a:moveTo>
                  <a:cubicBezTo>
                    <a:pt x="466" y="1"/>
                    <a:pt x="242" y="6"/>
                    <a:pt x="1" y="17"/>
                  </a:cubicBezTo>
                  <a:lnTo>
                    <a:pt x="3510" y="1131"/>
                  </a:lnTo>
                  <a:cubicBezTo>
                    <a:pt x="3510" y="1131"/>
                    <a:pt x="3753" y="1"/>
                    <a:pt x="6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4735;p115">
              <a:extLst>
                <a:ext uri="{FF2B5EF4-FFF2-40B4-BE49-F238E27FC236}">
                  <a16:creationId xmlns:a16="http://schemas.microsoft.com/office/drawing/2014/main" id="{E3FFF13B-8DEC-C15A-EF3A-3945D3545DF4}"/>
                </a:ext>
              </a:extLst>
            </p:cNvPr>
            <p:cNvSpPr/>
            <p:nvPr/>
          </p:nvSpPr>
          <p:spPr>
            <a:xfrm>
              <a:off x="7634964" y="3699229"/>
              <a:ext cx="146795" cy="59770"/>
            </a:xfrm>
            <a:custGeom>
              <a:avLst/>
              <a:gdLst/>
              <a:ahLst/>
              <a:cxnLst/>
              <a:rect l="l" t="t" r="r" b="b"/>
              <a:pathLst>
                <a:path w="3511" h="1430" extrusionOk="0">
                  <a:moveTo>
                    <a:pt x="1" y="1"/>
                  </a:moveTo>
                  <a:lnTo>
                    <a:pt x="1" y="1"/>
                  </a:lnTo>
                  <a:cubicBezTo>
                    <a:pt x="1467" y="1139"/>
                    <a:pt x="2339" y="1430"/>
                    <a:pt x="2847" y="1430"/>
                  </a:cubicBezTo>
                  <a:cubicBezTo>
                    <a:pt x="3376" y="1430"/>
                    <a:pt x="3510" y="1115"/>
                    <a:pt x="3510" y="111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4736;p115">
              <a:extLst>
                <a:ext uri="{FF2B5EF4-FFF2-40B4-BE49-F238E27FC236}">
                  <a16:creationId xmlns:a16="http://schemas.microsoft.com/office/drawing/2014/main" id="{77BFF982-CA24-B1EB-CBBC-22DDC3077DB9}"/>
                </a:ext>
              </a:extLst>
            </p:cNvPr>
            <p:cNvSpPr/>
            <p:nvPr/>
          </p:nvSpPr>
          <p:spPr>
            <a:xfrm>
              <a:off x="7607160" y="3692625"/>
              <a:ext cx="134712" cy="40544"/>
            </a:xfrm>
            <a:custGeom>
              <a:avLst/>
              <a:gdLst/>
              <a:ahLst/>
              <a:cxnLst/>
              <a:rect l="l" t="t" r="r" b="b"/>
              <a:pathLst>
                <a:path w="3222" h="970" fill="none" extrusionOk="0">
                  <a:moveTo>
                    <a:pt x="3222" y="969"/>
                  </a:moveTo>
                  <a:lnTo>
                    <a:pt x="1" y="0"/>
                  </a:lnTo>
                </a:path>
              </a:pathLst>
            </a:custGeom>
            <a:noFill/>
            <a:ln w="5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4737;p115">
              <a:extLst>
                <a:ext uri="{FF2B5EF4-FFF2-40B4-BE49-F238E27FC236}">
                  <a16:creationId xmlns:a16="http://schemas.microsoft.com/office/drawing/2014/main" id="{7760F4D0-AF5C-FC09-9A79-8E0073B98CF9}"/>
                </a:ext>
              </a:extLst>
            </p:cNvPr>
            <p:cNvSpPr/>
            <p:nvPr/>
          </p:nvSpPr>
          <p:spPr>
            <a:xfrm>
              <a:off x="7518816" y="3570702"/>
              <a:ext cx="97166" cy="146751"/>
            </a:xfrm>
            <a:custGeom>
              <a:avLst/>
              <a:gdLst/>
              <a:ahLst/>
              <a:cxnLst/>
              <a:rect l="l" t="t" r="r" b="b"/>
              <a:pathLst>
                <a:path w="2324" h="3511" extrusionOk="0">
                  <a:moveTo>
                    <a:pt x="1114" y="0"/>
                  </a:moveTo>
                  <a:cubicBezTo>
                    <a:pt x="1114" y="0"/>
                    <a:pt x="1114" y="0"/>
                    <a:pt x="1114" y="0"/>
                  </a:cubicBezTo>
                  <a:lnTo>
                    <a:pt x="1114" y="0"/>
                  </a:lnTo>
                  <a:lnTo>
                    <a:pt x="1114" y="0"/>
                  </a:lnTo>
                  <a:close/>
                  <a:moveTo>
                    <a:pt x="1114" y="0"/>
                  </a:moveTo>
                  <a:lnTo>
                    <a:pt x="0" y="3510"/>
                  </a:lnTo>
                  <a:cubicBezTo>
                    <a:pt x="2323" y="519"/>
                    <a:pt x="1114" y="1"/>
                    <a:pt x="1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4738;p115">
              <a:extLst>
                <a:ext uri="{FF2B5EF4-FFF2-40B4-BE49-F238E27FC236}">
                  <a16:creationId xmlns:a16="http://schemas.microsoft.com/office/drawing/2014/main" id="{564CBF4D-9B7A-7544-2335-CF3D776B9B01}"/>
                </a:ext>
              </a:extLst>
            </p:cNvPr>
            <p:cNvSpPr/>
            <p:nvPr/>
          </p:nvSpPr>
          <p:spPr>
            <a:xfrm>
              <a:off x="7512419" y="3570493"/>
              <a:ext cx="52973" cy="146960"/>
            </a:xfrm>
            <a:custGeom>
              <a:avLst/>
              <a:gdLst/>
              <a:ahLst/>
              <a:cxnLst/>
              <a:rect l="l" t="t" r="r" b="b"/>
              <a:pathLst>
                <a:path w="1267" h="3516" extrusionOk="0">
                  <a:moveTo>
                    <a:pt x="1209" y="1"/>
                  </a:moveTo>
                  <a:cubicBezTo>
                    <a:pt x="960" y="1"/>
                    <a:pt x="0" y="212"/>
                    <a:pt x="153" y="3515"/>
                  </a:cubicBezTo>
                  <a:lnTo>
                    <a:pt x="1267" y="5"/>
                  </a:lnTo>
                  <a:cubicBezTo>
                    <a:pt x="1266" y="5"/>
                    <a:pt x="1245" y="1"/>
                    <a:pt x="12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4739;p115">
              <a:extLst>
                <a:ext uri="{FF2B5EF4-FFF2-40B4-BE49-F238E27FC236}">
                  <a16:creationId xmlns:a16="http://schemas.microsoft.com/office/drawing/2014/main" id="{22CA7928-214A-2AD0-027D-D8CAEE275717}"/>
                </a:ext>
              </a:extLst>
            </p:cNvPr>
            <p:cNvSpPr/>
            <p:nvPr/>
          </p:nvSpPr>
          <p:spPr>
            <a:xfrm>
              <a:off x="7508112" y="3610576"/>
              <a:ext cx="44611" cy="133418"/>
            </a:xfrm>
            <a:custGeom>
              <a:avLst/>
              <a:gdLst/>
              <a:ahLst/>
              <a:cxnLst/>
              <a:rect l="l" t="t" r="r" b="b"/>
              <a:pathLst>
                <a:path w="1067" h="3192" fill="none" extrusionOk="0">
                  <a:moveTo>
                    <a:pt x="1066" y="0"/>
                  </a:moveTo>
                  <a:lnTo>
                    <a:pt x="0" y="3191"/>
                  </a:lnTo>
                </a:path>
              </a:pathLst>
            </a:custGeom>
            <a:noFill/>
            <a:ln w="5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4740;p115">
              <a:extLst>
                <a:ext uri="{FF2B5EF4-FFF2-40B4-BE49-F238E27FC236}">
                  <a16:creationId xmlns:a16="http://schemas.microsoft.com/office/drawing/2014/main" id="{7B7922CB-13B6-67BC-BFAC-9F2405AB904F}"/>
                </a:ext>
              </a:extLst>
            </p:cNvPr>
            <p:cNvSpPr/>
            <p:nvPr/>
          </p:nvSpPr>
          <p:spPr>
            <a:xfrm>
              <a:off x="7536000" y="3749887"/>
              <a:ext cx="156871" cy="47273"/>
            </a:xfrm>
            <a:custGeom>
              <a:avLst/>
              <a:gdLst/>
              <a:ahLst/>
              <a:cxnLst/>
              <a:rect l="l" t="t" r="r" b="b"/>
              <a:pathLst>
                <a:path w="3752" h="1131" extrusionOk="0">
                  <a:moveTo>
                    <a:pt x="676" y="1"/>
                  </a:moveTo>
                  <a:cubicBezTo>
                    <a:pt x="466" y="1"/>
                    <a:pt x="242" y="6"/>
                    <a:pt x="0" y="17"/>
                  </a:cubicBezTo>
                  <a:lnTo>
                    <a:pt x="3509" y="1130"/>
                  </a:lnTo>
                  <a:cubicBezTo>
                    <a:pt x="3510" y="1130"/>
                    <a:pt x="3751" y="1"/>
                    <a:pt x="6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4741;p115">
              <a:extLst>
                <a:ext uri="{FF2B5EF4-FFF2-40B4-BE49-F238E27FC236}">
                  <a16:creationId xmlns:a16="http://schemas.microsoft.com/office/drawing/2014/main" id="{DE858775-535A-8F67-43AA-4ADE28AC3F41}"/>
                </a:ext>
              </a:extLst>
            </p:cNvPr>
            <p:cNvSpPr/>
            <p:nvPr/>
          </p:nvSpPr>
          <p:spPr>
            <a:xfrm>
              <a:off x="7536000" y="3750556"/>
              <a:ext cx="146753" cy="59770"/>
            </a:xfrm>
            <a:custGeom>
              <a:avLst/>
              <a:gdLst/>
              <a:ahLst/>
              <a:cxnLst/>
              <a:rect l="l" t="t" r="r" b="b"/>
              <a:pathLst>
                <a:path w="3510" h="1430" extrusionOk="0">
                  <a:moveTo>
                    <a:pt x="0" y="1"/>
                  </a:moveTo>
                  <a:lnTo>
                    <a:pt x="0" y="1"/>
                  </a:lnTo>
                  <a:cubicBezTo>
                    <a:pt x="1465" y="1139"/>
                    <a:pt x="2337" y="1430"/>
                    <a:pt x="2845" y="1430"/>
                  </a:cubicBezTo>
                  <a:cubicBezTo>
                    <a:pt x="3374" y="1430"/>
                    <a:pt x="3509" y="1114"/>
                    <a:pt x="3509" y="1114"/>
                  </a:cubicBezTo>
                  <a:lnTo>
                    <a:pt x="3509" y="1114"/>
                  </a:lnTo>
                  <a:cubicBezTo>
                    <a:pt x="3509" y="1114"/>
                    <a:pt x="3509" y="1114"/>
                    <a:pt x="3509" y="1114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4742;p115">
              <a:extLst>
                <a:ext uri="{FF2B5EF4-FFF2-40B4-BE49-F238E27FC236}">
                  <a16:creationId xmlns:a16="http://schemas.microsoft.com/office/drawing/2014/main" id="{B442EACE-2598-9F3E-B31E-DC21CB209989}"/>
                </a:ext>
              </a:extLst>
            </p:cNvPr>
            <p:cNvSpPr/>
            <p:nvPr/>
          </p:nvSpPr>
          <p:spPr>
            <a:xfrm>
              <a:off x="7508112" y="3743952"/>
              <a:ext cx="134754" cy="40544"/>
            </a:xfrm>
            <a:custGeom>
              <a:avLst/>
              <a:gdLst/>
              <a:ahLst/>
              <a:cxnLst/>
              <a:rect l="l" t="t" r="r" b="b"/>
              <a:pathLst>
                <a:path w="3223" h="970" fill="none" extrusionOk="0">
                  <a:moveTo>
                    <a:pt x="3222" y="969"/>
                  </a:moveTo>
                  <a:lnTo>
                    <a:pt x="0" y="0"/>
                  </a:lnTo>
                </a:path>
              </a:pathLst>
            </a:custGeom>
            <a:noFill/>
            <a:ln w="5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4743;p115">
              <a:extLst>
                <a:ext uri="{FF2B5EF4-FFF2-40B4-BE49-F238E27FC236}">
                  <a16:creationId xmlns:a16="http://schemas.microsoft.com/office/drawing/2014/main" id="{5FBD6959-9B66-5E6D-36D1-AC6427EC4BB7}"/>
                </a:ext>
              </a:extLst>
            </p:cNvPr>
            <p:cNvSpPr/>
            <p:nvPr/>
          </p:nvSpPr>
          <p:spPr>
            <a:xfrm>
              <a:off x="7419768" y="3622029"/>
              <a:ext cx="97166" cy="146751"/>
            </a:xfrm>
            <a:custGeom>
              <a:avLst/>
              <a:gdLst/>
              <a:ahLst/>
              <a:cxnLst/>
              <a:rect l="l" t="t" r="r" b="b"/>
              <a:pathLst>
                <a:path w="2324" h="3511" extrusionOk="0">
                  <a:moveTo>
                    <a:pt x="1114" y="0"/>
                  </a:moveTo>
                  <a:cubicBezTo>
                    <a:pt x="1114" y="0"/>
                    <a:pt x="1114" y="0"/>
                    <a:pt x="1114" y="0"/>
                  </a:cubicBezTo>
                  <a:lnTo>
                    <a:pt x="1" y="3510"/>
                  </a:lnTo>
                  <a:cubicBezTo>
                    <a:pt x="2323" y="519"/>
                    <a:pt x="1117" y="0"/>
                    <a:pt x="1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4744;p115">
              <a:extLst>
                <a:ext uri="{FF2B5EF4-FFF2-40B4-BE49-F238E27FC236}">
                  <a16:creationId xmlns:a16="http://schemas.microsoft.com/office/drawing/2014/main" id="{2B703781-7C8E-AEAA-EAEE-EEA82EF65F75}"/>
                </a:ext>
              </a:extLst>
            </p:cNvPr>
            <p:cNvSpPr/>
            <p:nvPr/>
          </p:nvSpPr>
          <p:spPr>
            <a:xfrm>
              <a:off x="7413371" y="3621820"/>
              <a:ext cx="53015" cy="146960"/>
            </a:xfrm>
            <a:custGeom>
              <a:avLst/>
              <a:gdLst/>
              <a:ahLst/>
              <a:cxnLst/>
              <a:rect l="l" t="t" r="r" b="b"/>
              <a:pathLst>
                <a:path w="1268" h="3516" extrusionOk="0">
                  <a:moveTo>
                    <a:pt x="1209" y="1"/>
                  </a:moveTo>
                  <a:cubicBezTo>
                    <a:pt x="960" y="1"/>
                    <a:pt x="1" y="215"/>
                    <a:pt x="154" y="3515"/>
                  </a:cubicBezTo>
                  <a:lnTo>
                    <a:pt x="1267" y="5"/>
                  </a:lnTo>
                  <a:cubicBezTo>
                    <a:pt x="1267" y="5"/>
                    <a:pt x="1246" y="1"/>
                    <a:pt x="12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4745;p115">
              <a:extLst>
                <a:ext uri="{FF2B5EF4-FFF2-40B4-BE49-F238E27FC236}">
                  <a16:creationId xmlns:a16="http://schemas.microsoft.com/office/drawing/2014/main" id="{0B030ABC-C7F9-F9D6-987B-CE6D7E6DBCC2}"/>
                </a:ext>
              </a:extLst>
            </p:cNvPr>
            <p:cNvSpPr/>
            <p:nvPr/>
          </p:nvSpPr>
          <p:spPr>
            <a:xfrm>
              <a:off x="7409148" y="3661904"/>
              <a:ext cx="44569" cy="133376"/>
            </a:xfrm>
            <a:custGeom>
              <a:avLst/>
              <a:gdLst/>
              <a:ahLst/>
              <a:cxnLst/>
              <a:rect l="l" t="t" r="r" b="b"/>
              <a:pathLst>
                <a:path w="1066" h="3191" fill="none" extrusionOk="0">
                  <a:moveTo>
                    <a:pt x="1065" y="0"/>
                  </a:moveTo>
                  <a:lnTo>
                    <a:pt x="0" y="3190"/>
                  </a:lnTo>
                </a:path>
              </a:pathLst>
            </a:custGeom>
            <a:noFill/>
            <a:ln w="5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4746;p115">
              <a:extLst>
                <a:ext uri="{FF2B5EF4-FFF2-40B4-BE49-F238E27FC236}">
                  <a16:creationId xmlns:a16="http://schemas.microsoft.com/office/drawing/2014/main" id="{164DACFA-8B8F-8337-D00C-A245CF6D30E3}"/>
                </a:ext>
              </a:extLst>
            </p:cNvPr>
            <p:cNvSpPr/>
            <p:nvPr/>
          </p:nvSpPr>
          <p:spPr>
            <a:xfrm>
              <a:off x="7436952" y="3801173"/>
              <a:ext cx="156913" cy="47273"/>
            </a:xfrm>
            <a:custGeom>
              <a:avLst/>
              <a:gdLst/>
              <a:ahLst/>
              <a:cxnLst/>
              <a:rect l="l" t="t" r="r" b="b"/>
              <a:pathLst>
                <a:path w="3753" h="1131" extrusionOk="0">
                  <a:moveTo>
                    <a:pt x="675" y="0"/>
                  </a:moveTo>
                  <a:cubicBezTo>
                    <a:pt x="466" y="0"/>
                    <a:pt x="241" y="6"/>
                    <a:pt x="0" y="17"/>
                  </a:cubicBezTo>
                  <a:lnTo>
                    <a:pt x="3510" y="1130"/>
                  </a:lnTo>
                  <a:cubicBezTo>
                    <a:pt x="3511" y="1130"/>
                    <a:pt x="3753" y="0"/>
                    <a:pt x="6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4747;p115">
              <a:extLst>
                <a:ext uri="{FF2B5EF4-FFF2-40B4-BE49-F238E27FC236}">
                  <a16:creationId xmlns:a16="http://schemas.microsoft.com/office/drawing/2014/main" id="{43DE6057-6542-E86B-6DAE-FA1E8A18358A}"/>
                </a:ext>
              </a:extLst>
            </p:cNvPr>
            <p:cNvSpPr/>
            <p:nvPr/>
          </p:nvSpPr>
          <p:spPr>
            <a:xfrm>
              <a:off x="7436952" y="3801842"/>
              <a:ext cx="146795" cy="59770"/>
            </a:xfrm>
            <a:custGeom>
              <a:avLst/>
              <a:gdLst/>
              <a:ahLst/>
              <a:cxnLst/>
              <a:rect l="l" t="t" r="r" b="b"/>
              <a:pathLst>
                <a:path w="3511" h="1430" extrusionOk="0">
                  <a:moveTo>
                    <a:pt x="0" y="1"/>
                  </a:moveTo>
                  <a:lnTo>
                    <a:pt x="0" y="1"/>
                  </a:lnTo>
                  <a:cubicBezTo>
                    <a:pt x="1466" y="1139"/>
                    <a:pt x="2338" y="1430"/>
                    <a:pt x="2846" y="1430"/>
                  </a:cubicBezTo>
                  <a:cubicBezTo>
                    <a:pt x="3376" y="1430"/>
                    <a:pt x="3510" y="1114"/>
                    <a:pt x="3510" y="1114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4748;p115">
              <a:extLst>
                <a:ext uri="{FF2B5EF4-FFF2-40B4-BE49-F238E27FC236}">
                  <a16:creationId xmlns:a16="http://schemas.microsoft.com/office/drawing/2014/main" id="{E0159717-A0C4-7072-ED18-CCFC7D8F355C}"/>
                </a:ext>
              </a:extLst>
            </p:cNvPr>
            <p:cNvSpPr/>
            <p:nvPr/>
          </p:nvSpPr>
          <p:spPr>
            <a:xfrm>
              <a:off x="7409148" y="3795238"/>
              <a:ext cx="134670" cy="40544"/>
            </a:xfrm>
            <a:custGeom>
              <a:avLst/>
              <a:gdLst/>
              <a:ahLst/>
              <a:cxnLst/>
              <a:rect l="l" t="t" r="r" b="b"/>
              <a:pathLst>
                <a:path w="3221" h="970" fill="none" extrusionOk="0">
                  <a:moveTo>
                    <a:pt x="3221" y="969"/>
                  </a:moveTo>
                  <a:lnTo>
                    <a:pt x="0" y="0"/>
                  </a:lnTo>
                </a:path>
              </a:pathLst>
            </a:custGeom>
            <a:noFill/>
            <a:ln w="5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4749;p115">
              <a:extLst>
                <a:ext uri="{FF2B5EF4-FFF2-40B4-BE49-F238E27FC236}">
                  <a16:creationId xmlns:a16="http://schemas.microsoft.com/office/drawing/2014/main" id="{9A01AC62-C4E4-0BAA-4FAF-B33C4223C5D7}"/>
                </a:ext>
              </a:extLst>
            </p:cNvPr>
            <p:cNvSpPr/>
            <p:nvPr/>
          </p:nvSpPr>
          <p:spPr>
            <a:xfrm>
              <a:off x="7320762" y="3673314"/>
              <a:ext cx="97250" cy="146709"/>
            </a:xfrm>
            <a:custGeom>
              <a:avLst/>
              <a:gdLst/>
              <a:ahLst/>
              <a:cxnLst/>
              <a:rect l="l" t="t" r="r" b="b"/>
              <a:pathLst>
                <a:path w="2326" h="3510" extrusionOk="0">
                  <a:moveTo>
                    <a:pt x="1114" y="0"/>
                  </a:moveTo>
                  <a:lnTo>
                    <a:pt x="0" y="3510"/>
                  </a:lnTo>
                  <a:cubicBezTo>
                    <a:pt x="2325" y="518"/>
                    <a:pt x="1114" y="0"/>
                    <a:pt x="1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4750;p115">
              <a:extLst>
                <a:ext uri="{FF2B5EF4-FFF2-40B4-BE49-F238E27FC236}">
                  <a16:creationId xmlns:a16="http://schemas.microsoft.com/office/drawing/2014/main" id="{94DA54D0-2461-42B7-6711-86C99CBC0EEA}"/>
                </a:ext>
              </a:extLst>
            </p:cNvPr>
            <p:cNvSpPr/>
            <p:nvPr/>
          </p:nvSpPr>
          <p:spPr>
            <a:xfrm>
              <a:off x="7314365" y="3673105"/>
              <a:ext cx="52973" cy="146918"/>
            </a:xfrm>
            <a:custGeom>
              <a:avLst/>
              <a:gdLst/>
              <a:ahLst/>
              <a:cxnLst/>
              <a:rect l="l" t="t" r="r" b="b"/>
              <a:pathLst>
                <a:path w="1267" h="3515" extrusionOk="0">
                  <a:moveTo>
                    <a:pt x="1210" y="1"/>
                  </a:moveTo>
                  <a:cubicBezTo>
                    <a:pt x="962" y="1"/>
                    <a:pt x="0" y="211"/>
                    <a:pt x="153" y="3515"/>
                  </a:cubicBezTo>
                  <a:lnTo>
                    <a:pt x="1267" y="5"/>
                  </a:lnTo>
                  <a:cubicBezTo>
                    <a:pt x="1267" y="5"/>
                    <a:pt x="1246" y="1"/>
                    <a:pt x="12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4751;p115">
              <a:extLst>
                <a:ext uri="{FF2B5EF4-FFF2-40B4-BE49-F238E27FC236}">
                  <a16:creationId xmlns:a16="http://schemas.microsoft.com/office/drawing/2014/main" id="{350045F5-B990-7332-47DC-46BA19635819}"/>
                </a:ext>
              </a:extLst>
            </p:cNvPr>
            <p:cNvSpPr/>
            <p:nvPr/>
          </p:nvSpPr>
          <p:spPr>
            <a:xfrm>
              <a:off x="7310142" y="3713189"/>
              <a:ext cx="44528" cy="133418"/>
            </a:xfrm>
            <a:custGeom>
              <a:avLst/>
              <a:gdLst/>
              <a:ahLst/>
              <a:cxnLst/>
              <a:rect l="l" t="t" r="r" b="b"/>
              <a:pathLst>
                <a:path w="1065" h="3192" fill="none" extrusionOk="0">
                  <a:moveTo>
                    <a:pt x="1065" y="0"/>
                  </a:moveTo>
                  <a:lnTo>
                    <a:pt x="1" y="3191"/>
                  </a:lnTo>
                </a:path>
              </a:pathLst>
            </a:custGeom>
            <a:noFill/>
            <a:ln w="5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4752;p115">
              <a:extLst>
                <a:ext uri="{FF2B5EF4-FFF2-40B4-BE49-F238E27FC236}">
                  <a16:creationId xmlns:a16="http://schemas.microsoft.com/office/drawing/2014/main" id="{8B4E908E-733F-F320-2F49-08326BC67514}"/>
                </a:ext>
              </a:extLst>
            </p:cNvPr>
            <p:cNvSpPr/>
            <p:nvPr/>
          </p:nvSpPr>
          <p:spPr>
            <a:xfrm>
              <a:off x="7337946" y="3852500"/>
              <a:ext cx="156955" cy="47273"/>
            </a:xfrm>
            <a:custGeom>
              <a:avLst/>
              <a:gdLst/>
              <a:ahLst/>
              <a:cxnLst/>
              <a:rect l="l" t="t" r="r" b="b"/>
              <a:pathLst>
                <a:path w="3754" h="1131" extrusionOk="0">
                  <a:moveTo>
                    <a:pt x="676" y="0"/>
                  </a:moveTo>
                  <a:cubicBezTo>
                    <a:pt x="467" y="0"/>
                    <a:pt x="242" y="6"/>
                    <a:pt x="1" y="17"/>
                  </a:cubicBezTo>
                  <a:lnTo>
                    <a:pt x="3510" y="1130"/>
                  </a:lnTo>
                  <a:cubicBezTo>
                    <a:pt x="3510" y="1129"/>
                    <a:pt x="3754" y="0"/>
                    <a:pt x="6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4753;p115">
              <a:extLst>
                <a:ext uri="{FF2B5EF4-FFF2-40B4-BE49-F238E27FC236}">
                  <a16:creationId xmlns:a16="http://schemas.microsoft.com/office/drawing/2014/main" id="{DF71F1C9-60B6-C648-85F9-461648CB308A}"/>
                </a:ext>
              </a:extLst>
            </p:cNvPr>
            <p:cNvSpPr/>
            <p:nvPr/>
          </p:nvSpPr>
          <p:spPr>
            <a:xfrm>
              <a:off x="7337946" y="3853169"/>
              <a:ext cx="146795" cy="59770"/>
            </a:xfrm>
            <a:custGeom>
              <a:avLst/>
              <a:gdLst/>
              <a:ahLst/>
              <a:cxnLst/>
              <a:rect l="l" t="t" r="r" b="b"/>
              <a:pathLst>
                <a:path w="3511" h="1430" extrusionOk="0">
                  <a:moveTo>
                    <a:pt x="1" y="1"/>
                  </a:moveTo>
                  <a:lnTo>
                    <a:pt x="1" y="1"/>
                  </a:lnTo>
                  <a:cubicBezTo>
                    <a:pt x="1466" y="1139"/>
                    <a:pt x="2338" y="1429"/>
                    <a:pt x="2846" y="1429"/>
                  </a:cubicBezTo>
                  <a:cubicBezTo>
                    <a:pt x="3375" y="1429"/>
                    <a:pt x="3510" y="1115"/>
                    <a:pt x="3510" y="1114"/>
                  </a:cubicBezTo>
                  <a:lnTo>
                    <a:pt x="3510" y="1114"/>
                  </a:lnTo>
                  <a:lnTo>
                    <a:pt x="3510" y="1114"/>
                  </a:lnTo>
                  <a:cubicBezTo>
                    <a:pt x="3510" y="1114"/>
                    <a:pt x="3510" y="1114"/>
                    <a:pt x="3510" y="1114"/>
                  </a:cubicBezTo>
                  <a:cubicBezTo>
                    <a:pt x="3510" y="1114"/>
                    <a:pt x="3510" y="1114"/>
                    <a:pt x="3510" y="1114"/>
                  </a:cubicBezTo>
                  <a:lnTo>
                    <a:pt x="3510" y="11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4754;p115">
              <a:extLst>
                <a:ext uri="{FF2B5EF4-FFF2-40B4-BE49-F238E27FC236}">
                  <a16:creationId xmlns:a16="http://schemas.microsoft.com/office/drawing/2014/main" id="{9A600419-CACC-F7E1-2A8B-844A90FC677A}"/>
                </a:ext>
              </a:extLst>
            </p:cNvPr>
            <p:cNvSpPr/>
            <p:nvPr/>
          </p:nvSpPr>
          <p:spPr>
            <a:xfrm>
              <a:off x="7310142" y="3846565"/>
              <a:ext cx="134712" cy="40544"/>
            </a:xfrm>
            <a:custGeom>
              <a:avLst/>
              <a:gdLst/>
              <a:ahLst/>
              <a:cxnLst/>
              <a:rect l="l" t="t" r="r" b="b"/>
              <a:pathLst>
                <a:path w="3222" h="970" fill="none" extrusionOk="0">
                  <a:moveTo>
                    <a:pt x="3222" y="969"/>
                  </a:moveTo>
                  <a:lnTo>
                    <a:pt x="1" y="0"/>
                  </a:lnTo>
                </a:path>
              </a:pathLst>
            </a:custGeom>
            <a:noFill/>
            <a:ln w="5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4755;p115">
              <a:extLst>
                <a:ext uri="{FF2B5EF4-FFF2-40B4-BE49-F238E27FC236}">
                  <a16:creationId xmlns:a16="http://schemas.microsoft.com/office/drawing/2014/main" id="{5197E8F1-DFFB-BF13-344B-13B0AFFFD88E}"/>
                </a:ext>
              </a:extLst>
            </p:cNvPr>
            <p:cNvSpPr/>
            <p:nvPr/>
          </p:nvSpPr>
          <p:spPr>
            <a:xfrm>
              <a:off x="7077636" y="3410659"/>
              <a:ext cx="415090" cy="653044"/>
            </a:xfrm>
            <a:custGeom>
              <a:avLst/>
              <a:gdLst/>
              <a:ahLst/>
              <a:cxnLst/>
              <a:rect l="l" t="t" r="r" b="b"/>
              <a:pathLst>
                <a:path w="9928" h="15624" fill="none" extrusionOk="0">
                  <a:moveTo>
                    <a:pt x="9927" y="0"/>
                  </a:moveTo>
                  <a:cubicBezTo>
                    <a:pt x="9927" y="0"/>
                    <a:pt x="2061" y="8437"/>
                    <a:pt x="0" y="15623"/>
                  </a:cubicBezTo>
                </a:path>
              </a:pathLst>
            </a:custGeom>
            <a:noFill/>
            <a:ln w="14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4756;p115">
              <a:extLst>
                <a:ext uri="{FF2B5EF4-FFF2-40B4-BE49-F238E27FC236}">
                  <a16:creationId xmlns:a16="http://schemas.microsoft.com/office/drawing/2014/main" id="{13D27D1B-ADF7-193F-A814-6A7DDE5086E9}"/>
                </a:ext>
              </a:extLst>
            </p:cNvPr>
            <p:cNvSpPr/>
            <p:nvPr/>
          </p:nvSpPr>
          <p:spPr>
            <a:xfrm>
              <a:off x="7486789" y="3350052"/>
              <a:ext cx="132914" cy="70262"/>
            </a:xfrm>
            <a:custGeom>
              <a:avLst/>
              <a:gdLst/>
              <a:ahLst/>
              <a:cxnLst/>
              <a:rect l="l" t="t" r="r" b="b"/>
              <a:pathLst>
                <a:path w="3179" h="1681" extrusionOk="0">
                  <a:moveTo>
                    <a:pt x="2487" y="1"/>
                  </a:moveTo>
                  <a:cubicBezTo>
                    <a:pt x="2174" y="1"/>
                    <a:pt x="1767" y="90"/>
                    <a:pt x="1349" y="266"/>
                  </a:cubicBezTo>
                  <a:cubicBezTo>
                    <a:pt x="544" y="604"/>
                    <a:pt x="1" y="1136"/>
                    <a:pt x="135" y="1453"/>
                  </a:cubicBezTo>
                  <a:cubicBezTo>
                    <a:pt x="199" y="1605"/>
                    <a:pt x="407" y="1680"/>
                    <a:pt x="695" y="1680"/>
                  </a:cubicBezTo>
                  <a:cubicBezTo>
                    <a:pt x="1007" y="1680"/>
                    <a:pt x="1414" y="1592"/>
                    <a:pt x="1832" y="1416"/>
                  </a:cubicBezTo>
                  <a:cubicBezTo>
                    <a:pt x="2636" y="1078"/>
                    <a:pt x="3179" y="546"/>
                    <a:pt x="3046" y="228"/>
                  </a:cubicBezTo>
                  <a:cubicBezTo>
                    <a:pt x="2982" y="76"/>
                    <a:pt x="2775" y="1"/>
                    <a:pt x="24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4757;p115">
              <a:extLst>
                <a:ext uri="{FF2B5EF4-FFF2-40B4-BE49-F238E27FC236}">
                  <a16:creationId xmlns:a16="http://schemas.microsoft.com/office/drawing/2014/main" id="{DFABF55F-2508-608A-9161-0378822B8991}"/>
                </a:ext>
              </a:extLst>
            </p:cNvPr>
            <p:cNvSpPr/>
            <p:nvPr/>
          </p:nvSpPr>
          <p:spPr>
            <a:xfrm>
              <a:off x="7359310" y="3404222"/>
              <a:ext cx="132956" cy="70220"/>
            </a:xfrm>
            <a:custGeom>
              <a:avLst/>
              <a:gdLst/>
              <a:ahLst/>
              <a:cxnLst/>
              <a:rect l="l" t="t" r="r" b="b"/>
              <a:pathLst>
                <a:path w="3180" h="1680" extrusionOk="0">
                  <a:moveTo>
                    <a:pt x="2486" y="1"/>
                  </a:moveTo>
                  <a:cubicBezTo>
                    <a:pt x="2174" y="1"/>
                    <a:pt x="1767" y="89"/>
                    <a:pt x="1349" y="265"/>
                  </a:cubicBezTo>
                  <a:cubicBezTo>
                    <a:pt x="545" y="604"/>
                    <a:pt x="0" y="1136"/>
                    <a:pt x="134" y="1452"/>
                  </a:cubicBezTo>
                  <a:cubicBezTo>
                    <a:pt x="198" y="1604"/>
                    <a:pt x="406" y="1680"/>
                    <a:pt x="693" y="1680"/>
                  </a:cubicBezTo>
                  <a:cubicBezTo>
                    <a:pt x="1006" y="1680"/>
                    <a:pt x="1412" y="1591"/>
                    <a:pt x="1831" y="1415"/>
                  </a:cubicBezTo>
                  <a:cubicBezTo>
                    <a:pt x="2636" y="1076"/>
                    <a:pt x="3180" y="545"/>
                    <a:pt x="3046" y="228"/>
                  </a:cubicBezTo>
                  <a:cubicBezTo>
                    <a:pt x="2982" y="76"/>
                    <a:pt x="2774" y="1"/>
                    <a:pt x="24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4758;p115">
              <a:extLst>
                <a:ext uri="{FF2B5EF4-FFF2-40B4-BE49-F238E27FC236}">
                  <a16:creationId xmlns:a16="http://schemas.microsoft.com/office/drawing/2014/main" id="{EC1E1B25-04C1-60B9-90D7-96C6BCABA359}"/>
                </a:ext>
              </a:extLst>
            </p:cNvPr>
            <p:cNvSpPr/>
            <p:nvPr/>
          </p:nvSpPr>
          <p:spPr>
            <a:xfrm>
              <a:off x="7476588" y="3285266"/>
              <a:ext cx="76554" cy="123846"/>
            </a:xfrm>
            <a:custGeom>
              <a:avLst/>
              <a:gdLst/>
              <a:ahLst/>
              <a:cxnLst/>
              <a:rect l="l" t="t" r="r" b="b"/>
              <a:pathLst>
                <a:path w="1831" h="2963" extrusionOk="0">
                  <a:moveTo>
                    <a:pt x="1413" y="0"/>
                  </a:moveTo>
                  <a:cubicBezTo>
                    <a:pt x="1092" y="0"/>
                    <a:pt x="635" y="518"/>
                    <a:pt x="339" y="1246"/>
                  </a:cubicBezTo>
                  <a:cubicBezTo>
                    <a:pt x="10" y="2055"/>
                    <a:pt x="1" y="2815"/>
                    <a:pt x="319" y="2943"/>
                  </a:cubicBezTo>
                  <a:cubicBezTo>
                    <a:pt x="351" y="2956"/>
                    <a:pt x="385" y="2963"/>
                    <a:pt x="420" y="2963"/>
                  </a:cubicBezTo>
                  <a:cubicBezTo>
                    <a:pt x="740" y="2963"/>
                    <a:pt x="1196" y="2445"/>
                    <a:pt x="1494" y="1716"/>
                  </a:cubicBezTo>
                  <a:cubicBezTo>
                    <a:pt x="1822" y="908"/>
                    <a:pt x="1831" y="148"/>
                    <a:pt x="1513" y="19"/>
                  </a:cubicBezTo>
                  <a:cubicBezTo>
                    <a:pt x="1482" y="7"/>
                    <a:pt x="1448" y="0"/>
                    <a:pt x="14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4759;p115">
              <a:extLst>
                <a:ext uri="{FF2B5EF4-FFF2-40B4-BE49-F238E27FC236}">
                  <a16:creationId xmlns:a16="http://schemas.microsoft.com/office/drawing/2014/main" id="{CB6E4ED1-55F6-71A3-018A-543016BA1F68}"/>
                </a:ext>
              </a:extLst>
            </p:cNvPr>
            <p:cNvSpPr/>
            <p:nvPr/>
          </p:nvSpPr>
          <p:spPr>
            <a:xfrm>
              <a:off x="7424409" y="3288234"/>
              <a:ext cx="77808" cy="123386"/>
            </a:xfrm>
            <a:custGeom>
              <a:avLst/>
              <a:gdLst/>
              <a:ahLst/>
              <a:cxnLst/>
              <a:rect l="l" t="t" r="r" b="b"/>
              <a:pathLst>
                <a:path w="1861" h="2952" extrusionOk="0">
                  <a:moveTo>
                    <a:pt x="422" y="0"/>
                  </a:moveTo>
                  <a:cubicBezTo>
                    <a:pt x="385" y="0"/>
                    <a:pt x="351" y="7"/>
                    <a:pt x="319" y="21"/>
                  </a:cubicBezTo>
                  <a:cubicBezTo>
                    <a:pt x="0" y="155"/>
                    <a:pt x="19" y="913"/>
                    <a:pt x="356" y="1718"/>
                  </a:cubicBezTo>
                  <a:cubicBezTo>
                    <a:pt x="660" y="2441"/>
                    <a:pt x="1120" y="2952"/>
                    <a:pt x="1440" y="2952"/>
                  </a:cubicBezTo>
                  <a:cubicBezTo>
                    <a:pt x="1476" y="2952"/>
                    <a:pt x="1511" y="2946"/>
                    <a:pt x="1542" y="2932"/>
                  </a:cubicBezTo>
                  <a:cubicBezTo>
                    <a:pt x="1860" y="2798"/>
                    <a:pt x="1844" y="2039"/>
                    <a:pt x="1505" y="1235"/>
                  </a:cubicBezTo>
                  <a:cubicBezTo>
                    <a:pt x="1201" y="513"/>
                    <a:pt x="741" y="0"/>
                    <a:pt x="4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4760;p115">
              <a:extLst>
                <a:ext uri="{FF2B5EF4-FFF2-40B4-BE49-F238E27FC236}">
                  <a16:creationId xmlns:a16="http://schemas.microsoft.com/office/drawing/2014/main" id="{0623BD2D-06C8-BB99-AB57-CB269412952C}"/>
                </a:ext>
              </a:extLst>
            </p:cNvPr>
            <p:cNvSpPr/>
            <p:nvPr/>
          </p:nvSpPr>
          <p:spPr>
            <a:xfrm>
              <a:off x="7361192" y="3351223"/>
              <a:ext cx="133207" cy="69384"/>
            </a:xfrm>
            <a:custGeom>
              <a:avLst/>
              <a:gdLst/>
              <a:ahLst/>
              <a:cxnLst/>
              <a:rect l="l" t="t" r="r" b="b"/>
              <a:pathLst>
                <a:path w="3186" h="1660" extrusionOk="0">
                  <a:moveTo>
                    <a:pt x="705" y="0"/>
                  </a:moveTo>
                  <a:cubicBezTo>
                    <a:pt x="408" y="0"/>
                    <a:pt x="194" y="77"/>
                    <a:pt x="130" y="233"/>
                  </a:cubicBezTo>
                  <a:cubicBezTo>
                    <a:pt x="1" y="551"/>
                    <a:pt x="549" y="1077"/>
                    <a:pt x="1357" y="1407"/>
                  </a:cubicBezTo>
                  <a:cubicBezTo>
                    <a:pt x="1771" y="1575"/>
                    <a:pt x="2171" y="1659"/>
                    <a:pt x="2481" y="1659"/>
                  </a:cubicBezTo>
                  <a:cubicBezTo>
                    <a:pt x="2778" y="1659"/>
                    <a:pt x="2991" y="1582"/>
                    <a:pt x="3054" y="1426"/>
                  </a:cubicBezTo>
                  <a:cubicBezTo>
                    <a:pt x="3185" y="1108"/>
                    <a:pt x="2636" y="582"/>
                    <a:pt x="1828" y="252"/>
                  </a:cubicBezTo>
                  <a:cubicBezTo>
                    <a:pt x="1415" y="84"/>
                    <a:pt x="1015" y="0"/>
                    <a:pt x="7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4761;p115">
              <a:extLst>
                <a:ext uri="{FF2B5EF4-FFF2-40B4-BE49-F238E27FC236}">
                  <a16:creationId xmlns:a16="http://schemas.microsoft.com/office/drawing/2014/main" id="{FDE13AF2-A26C-0D48-2EED-6B2AB66382FB}"/>
                </a:ext>
              </a:extLst>
            </p:cNvPr>
            <p:cNvSpPr/>
            <p:nvPr/>
          </p:nvSpPr>
          <p:spPr>
            <a:xfrm>
              <a:off x="7487040" y="3406688"/>
              <a:ext cx="135088" cy="67169"/>
            </a:xfrm>
            <a:custGeom>
              <a:avLst/>
              <a:gdLst/>
              <a:ahLst/>
              <a:cxnLst/>
              <a:rect l="l" t="t" r="r" b="b"/>
              <a:pathLst>
                <a:path w="3231" h="1607" extrusionOk="0">
                  <a:moveTo>
                    <a:pt x="557" y="1"/>
                  </a:moveTo>
                  <a:cubicBezTo>
                    <a:pt x="336" y="1"/>
                    <a:pt x="184" y="49"/>
                    <a:pt x="130" y="181"/>
                  </a:cubicBezTo>
                  <a:cubicBezTo>
                    <a:pt x="0" y="500"/>
                    <a:pt x="549" y="1026"/>
                    <a:pt x="1357" y="1355"/>
                  </a:cubicBezTo>
                  <a:cubicBezTo>
                    <a:pt x="1769" y="1523"/>
                    <a:pt x="2166" y="1607"/>
                    <a:pt x="2474" y="1607"/>
                  </a:cubicBezTo>
                  <a:cubicBezTo>
                    <a:pt x="2772" y="1607"/>
                    <a:pt x="2987" y="1529"/>
                    <a:pt x="3054" y="1374"/>
                  </a:cubicBezTo>
                  <a:cubicBezTo>
                    <a:pt x="3230" y="966"/>
                    <a:pt x="2715" y="377"/>
                    <a:pt x="1827" y="200"/>
                  </a:cubicBezTo>
                  <a:cubicBezTo>
                    <a:pt x="1325" y="100"/>
                    <a:pt x="872" y="1"/>
                    <a:pt x="55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4762;p115">
              <a:extLst>
                <a:ext uri="{FF2B5EF4-FFF2-40B4-BE49-F238E27FC236}">
                  <a16:creationId xmlns:a16="http://schemas.microsoft.com/office/drawing/2014/main" id="{2DA8BD80-5580-6E37-C09A-C26EB1A5A025}"/>
                </a:ext>
              </a:extLst>
            </p:cNvPr>
            <p:cNvSpPr/>
            <p:nvPr/>
          </p:nvSpPr>
          <p:spPr>
            <a:xfrm>
              <a:off x="7476671" y="3412373"/>
              <a:ext cx="77850" cy="123428"/>
            </a:xfrm>
            <a:custGeom>
              <a:avLst/>
              <a:gdLst/>
              <a:ahLst/>
              <a:cxnLst/>
              <a:rect l="l" t="t" r="r" b="b"/>
              <a:pathLst>
                <a:path w="1862" h="2953" extrusionOk="0">
                  <a:moveTo>
                    <a:pt x="422" y="1"/>
                  </a:moveTo>
                  <a:cubicBezTo>
                    <a:pt x="385" y="1"/>
                    <a:pt x="351" y="7"/>
                    <a:pt x="318" y="21"/>
                  </a:cubicBezTo>
                  <a:cubicBezTo>
                    <a:pt x="1" y="154"/>
                    <a:pt x="18" y="915"/>
                    <a:pt x="356" y="1718"/>
                  </a:cubicBezTo>
                  <a:cubicBezTo>
                    <a:pt x="659" y="2441"/>
                    <a:pt x="1119" y="2953"/>
                    <a:pt x="1440" y="2953"/>
                  </a:cubicBezTo>
                  <a:cubicBezTo>
                    <a:pt x="1476" y="2953"/>
                    <a:pt x="1511" y="2946"/>
                    <a:pt x="1543" y="2933"/>
                  </a:cubicBezTo>
                  <a:cubicBezTo>
                    <a:pt x="1862" y="2800"/>
                    <a:pt x="1844" y="2040"/>
                    <a:pt x="1506" y="1236"/>
                  </a:cubicBezTo>
                  <a:cubicBezTo>
                    <a:pt x="1202" y="513"/>
                    <a:pt x="742" y="1"/>
                    <a:pt x="4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4763;p115">
              <a:extLst>
                <a:ext uri="{FF2B5EF4-FFF2-40B4-BE49-F238E27FC236}">
                  <a16:creationId xmlns:a16="http://schemas.microsoft.com/office/drawing/2014/main" id="{BE895618-54C1-BBB0-DD3A-6794AADD8F53}"/>
                </a:ext>
              </a:extLst>
            </p:cNvPr>
            <p:cNvSpPr/>
            <p:nvPr/>
          </p:nvSpPr>
          <p:spPr>
            <a:xfrm>
              <a:off x="7426750" y="3412414"/>
              <a:ext cx="76554" cy="123930"/>
            </a:xfrm>
            <a:custGeom>
              <a:avLst/>
              <a:gdLst/>
              <a:ahLst/>
              <a:cxnLst/>
              <a:rect l="l" t="t" r="r" b="b"/>
              <a:pathLst>
                <a:path w="1831" h="2965" extrusionOk="0">
                  <a:moveTo>
                    <a:pt x="1412" y="1"/>
                  </a:moveTo>
                  <a:cubicBezTo>
                    <a:pt x="1091" y="1"/>
                    <a:pt x="636" y="518"/>
                    <a:pt x="339" y="1247"/>
                  </a:cubicBezTo>
                  <a:cubicBezTo>
                    <a:pt x="9" y="2055"/>
                    <a:pt x="1" y="2816"/>
                    <a:pt x="319" y="2945"/>
                  </a:cubicBezTo>
                  <a:cubicBezTo>
                    <a:pt x="351" y="2958"/>
                    <a:pt x="384" y="2964"/>
                    <a:pt x="420" y="2964"/>
                  </a:cubicBezTo>
                  <a:cubicBezTo>
                    <a:pt x="741" y="2964"/>
                    <a:pt x="1197" y="2446"/>
                    <a:pt x="1494" y="1717"/>
                  </a:cubicBezTo>
                  <a:cubicBezTo>
                    <a:pt x="1824" y="911"/>
                    <a:pt x="1831" y="150"/>
                    <a:pt x="1512" y="20"/>
                  </a:cubicBezTo>
                  <a:cubicBezTo>
                    <a:pt x="1481" y="7"/>
                    <a:pt x="1447" y="1"/>
                    <a:pt x="14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4764;p115">
              <a:extLst>
                <a:ext uri="{FF2B5EF4-FFF2-40B4-BE49-F238E27FC236}">
                  <a16:creationId xmlns:a16="http://schemas.microsoft.com/office/drawing/2014/main" id="{9B4B8A10-2F90-1A66-68D9-4F3C6CC50481}"/>
                </a:ext>
              </a:extLst>
            </p:cNvPr>
            <p:cNvSpPr/>
            <p:nvPr/>
          </p:nvSpPr>
          <p:spPr>
            <a:xfrm>
              <a:off x="7435865" y="3360962"/>
              <a:ext cx="113138" cy="99603"/>
            </a:xfrm>
            <a:custGeom>
              <a:avLst/>
              <a:gdLst/>
              <a:ahLst/>
              <a:cxnLst/>
              <a:rect l="l" t="t" r="r" b="b"/>
              <a:pathLst>
                <a:path w="2706" h="2383" extrusionOk="0">
                  <a:moveTo>
                    <a:pt x="1353" y="0"/>
                  </a:moveTo>
                  <a:cubicBezTo>
                    <a:pt x="1199" y="0"/>
                    <a:pt x="1042" y="31"/>
                    <a:pt x="891" y="94"/>
                  </a:cubicBezTo>
                  <a:cubicBezTo>
                    <a:pt x="286" y="349"/>
                    <a:pt x="0" y="1048"/>
                    <a:pt x="256" y="1653"/>
                  </a:cubicBezTo>
                  <a:cubicBezTo>
                    <a:pt x="447" y="2108"/>
                    <a:pt x="889" y="2382"/>
                    <a:pt x="1353" y="2382"/>
                  </a:cubicBezTo>
                  <a:cubicBezTo>
                    <a:pt x="1507" y="2382"/>
                    <a:pt x="1664" y="2352"/>
                    <a:pt x="1815" y="2288"/>
                  </a:cubicBezTo>
                  <a:cubicBezTo>
                    <a:pt x="2421" y="2034"/>
                    <a:pt x="2706" y="1335"/>
                    <a:pt x="2451" y="729"/>
                  </a:cubicBezTo>
                  <a:cubicBezTo>
                    <a:pt x="2259" y="275"/>
                    <a:pt x="1817" y="0"/>
                    <a:pt x="13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4765;p115">
              <a:extLst>
                <a:ext uri="{FF2B5EF4-FFF2-40B4-BE49-F238E27FC236}">
                  <a16:creationId xmlns:a16="http://schemas.microsoft.com/office/drawing/2014/main" id="{06A87A0F-8EFC-5B5E-3C10-69C310EA0574}"/>
                </a:ext>
              </a:extLst>
            </p:cNvPr>
            <p:cNvSpPr/>
            <p:nvPr/>
          </p:nvSpPr>
          <p:spPr>
            <a:xfrm>
              <a:off x="7462999" y="3384577"/>
              <a:ext cx="59328" cy="52205"/>
            </a:xfrm>
            <a:custGeom>
              <a:avLst/>
              <a:gdLst/>
              <a:ahLst/>
              <a:cxnLst/>
              <a:rect l="l" t="t" r="r" b="b"/>
              <a:pathLst>
                <a:path w="1419" h="1249" extrusionOk="0">
                  <a:moveTo>
                    <a:pt x="709" y="1"/>
                  </a:moveTo>
                  <a:cubicBezTo>
                    <a:pt x="629" y="1"/>
                    <a:pt x="547" y="16"/>
                    <a:pt x="468" y="50"/>
                  </a:cubicBezTo>
                  <a:cubicBezTo>
                    <a:pt x="150" y="184"/>
                    <a:pt x="1" y="550"/>
                    <a:pt x="135" y="866"/>
                  </a:cubicBezTo>
                  <a:cubicBezTo>
                    <a:pt x="236" y="1105"/>
                    <a:pt x="467" y="1249"/>
                    <a:pt x="711" y="1249"/>
                  </a:cubicBezTo>
                  <a:cubicBezTo>
                    <a:pt x="791" y="1249"/>
                    <a:pt x="873" y="1233"/>
                    <a:pt x="952" y="1199"/>
                  </a:cubicBezTo>
                  <a:cubicBezTo>
                    <a:pt x="1269" y="1065"/>
                    <a:pt x="1419" y="699"/>
                    <a:pt x="1284" y="382"/>
                  </a:cubicBezTo>
                  <a:cubicBezTo>
                    <a:pt x="1184" y="144"/>
                    <a:pt x="952" y="1"/>
                    <a:pt x="7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4766;p115">
              <a:extLst>
                <a:ext uri="{FF2B5EF4-FFF2-40B4-BE49-F238E27FC236}">
                  <a16:creationId xmlns:a16="http://schemas.microsoft.com/office/drawing/2014/main" id="{43E3A2E6-D73F-CF5C-E539-CDFFB3BA4FB4}"/>
                </a:ext>
              </a:extLst>
            </p:cNvPr>
            <p:cNvSpPr/>
            <p:nvPr/>
          </p:nvSpPr>
          <p:spPr>
            <a:xfrm>
              <a:off x="6312472" y="4020150"/>
              <a:ext cx="362911" cy="327358"/>
            </a:xfrm>
            <a:custGeom>
              <a:avLst/>
              <a:gdLst/>
              <a:ahLst/>
              <a:cxnLst/>
              <a:rect l="l" t="t" r="r" b="b"/>
              <a:pathLst>
                <a:path w="8680" h="7832" extrusionOk="0">
                  <a:moveTo>
                    <a:pt x="1636" y="3478"/>
                  </a:moveTo>
                  <a:cubicBezTo>
                    <a:pt x="1699" y="3478"/>
                    <a:pt x="1743" y="3482"/>
                    <a:pt x="1743" y="3482"/>
                  </a:cubicBezTo>
                  <a:cubicBezTo>
                    <a:pt x="1593" y="3654"/>
                    <a:pt x="1424" y="3717"/>
                    <a:pt x="1313" y="3717"/>
                  </a:cubicBezTo>
                  <a:cubicBezTo>
                    <a:pt x="1208" y="3717"/>
                    <a:pt x="1155" y="3661"/>
                    <a:pt x="1219" y="3590"/>
                  </a:cubicBezTo>
                  <a:cubicBezTo>
                    <a:pt x="1307" y="3494"/>
                    <a:pt x="1510" y="3478"/>
                    <a:pt x="1636" y="3478"/>
                  </a:cubicBezTo>
                  <a:close/>
                  <a:moveTo>
                    <a:pt x="4470" y="0"/>
                  </a:moveTo>
                  <a:cubicBezTo>
                    <a:pt x="4001" y="0"/>
                    <a:pt x="3491" y="327"/>
                    <a:pt x="3192" y="558"/>
                  </a:cubicBezTo>
                  <a:cubicBezTo>
                    <a:pt x="2728" y="918"/>
                    <a:pt x="1865" y="1394"/>
                    <a:pt x="1865" y="1394"/>
                  </a:cubicBezTo>
                  <a:cubicBezTo>
                    <a:pt x="1865" y="1394"/>
                    <a:pt x="1851" y="1401"/>
                    <a:pt x="1833" y="1412"/>
                  </a:cubicBezTo>
                  <a:cubicBezTo>
                    <a:pt x="2530" y="1523"/>
                    <a:pt x="3678" y="1759"/>
                    <a:pt x="3944" y="2124"/>
                  </a:cubicBezTo>
                  <a:cubicBezTo>
                    <a:pt x="4047" y="2252"/>
                    <a:pt x="4045" y="2300"/>
                    <a:pt x="3982" y="2300"/>
                  </a:cubicBezTo>
                  <a:cubicBezTo>
                    <a:pt x="3865" y="2300"/>
                    <a:pt x="3536" y="2133"/>
                    <a:pt x="3272" y="2004"/>
                  </a:cubicBezTo>
                  <a:cubicBezTo>
                    <a:pt x="2986" y="1865"/>
                    <a:pt x="2094" y="1670"/>
                    <a:pt x="1552" y="1582"/>
                  </a:cubicBezTo>
                  <a:cubicBezTo>
                    <a:pt x="1251" y="1789"/>
                    <a:pt x="802" y="2181"/>
                    <a:pt x="520" y="2796"/>
                  </a:cubicBezTo>
                  <a:cubicBezTo>
                    <a:pt x="501" y="2841"/>
                    <a:pt x="481" y="2886"/>
                    <a:pt x="463" y="2930"/>
                  </a:cubicBezTo>
                  <a:cubicBezTo>
                    <a:pt x="1104" y="2862"/>
                    <a:pt x="2414" y="2732"/>
                    <a:pt x="3111" y="2732"/>
                  </a:cubicBezTo>
                  <a:cubicBezTo>
                    <a:pt x="3232" y="2732"/>
                    <a:pt x="3335" y="2736"/>
                    <a:pt x="3412" y="2745"/>
                  </a:cubicBezTo>
                  <a:cubicBezTo>
                    <a:pt x="3986" y="2812"/>
                    <a:pt x="3979" y="3030"/>
                    <a:pt x="3659" y="3030"/>
                  </a:cubicBezTo>
                  <a:cubicBezTo>
                    <a:pt x="3600" y="3030"/>
                    <a:pt x="3529" y="3022"/>
                    <a:pt x="3449" y="3005"/>
                  </a:cubicBezTo>
                  <a:cubicBezTo>
                    <a:pt x="3320" y="2976"/>
                    <a:pt x="3061" y="2961"/>
                    <a:pt x="2738" y="2961"/>
                  </a:cubicBezTo>
                  <a:cubicBezTo>
                    <a:pt x="1995" y="2961"/>
                    <a:pt x="919" y="3041"/>
                    <a:pt x="349" y="3217"/>
                  </a:cubicBezTo>
                  <a:cubicBezTo>
                    <a:pt x="194" y="3645"/>
                    <a:pt x="82" y="4104"/>
                    <a:pt x="35" y="4537"/>
                  </a:cubicBezTo>
                  <a:cubicBezTo>
                    <a:pt x="447" y="4346"/>
                    <a:pt x="1422" y="3922"/>
                    <a:pt x="2229" y="3776"/>
                  </a:cubicBezTo>
                  <a:cubicBezTo>
                    <a:pt x="2478" y="3730"/>
                    <a:pt x="2688" y="3711"/>
                    <a:pt x="2858" y="3711"/>
                  </a:cubicBezTo>
                  <a:cubicBezTo>
                    <a:pt x="3409" y="3711"/>
                    <a:pt x="3536" y="3907"/>
                    <a:pt x="3166" y="4002"/>
                  </a:cubicBezTo>
                  <a:cubicBezTo>
                    <a:pt x="2707" y="4119"/>
                    <a:pt x="1025" y="3905"/>
                    <a:pt x="12" y="4857"/>
                  </a:cubicBezTo>
                  <a:cubicBezTo>
                    <a:pt x="1" y="5230"/>
                    <a:pt x="47" y="5567"/>
                    <a:pt x="169" y="5824"/>
                  </a:cubicBezTo>
                  <a:cubicBezTo>
                    <a:pt x="185" y="5861"/>
                    <a:pt x="202" y="5893"/>
                    <a:pt x="218" y="5928"/>
                  </a:cubicBezTo>
                  <a:cubicBezTo>
                    <a:pt x="413" y="5637"/>
                    <a:pt x="914" y="5039"/>
                    <a:pt x="1867" y="4802"/>
                  </a:cubicBezTo>
                  <a:cubicBezTo>
                    <a:pt x="2031" y="4757"/>
                    <a:pt x="2155" y="4738"/>
                    <a:pt x="2246" y="4738"/>
                  </a:cubicBezTo>
                  <a:cubicBezTo>
                    <a:pt x="2800" y="4738"/>
                    <a:pt x="2064" y="5477"/>
                    <a:pt x="1252" y="5766"/>
                  </a:cubicBezTo>
                  <a:cubicBezTo>
                    <a:pt x="763" y="5940"/>
                    <a:pt x="496" y="6080"/>
                    <a:pt x="350" y="6176"/>
                  </a:cubicBezTo>
                  <a:cubicBezTo>
                    <a:pt x="567" y="6542"/>
                    <a:pt x="731" y="6579"/>
                    <a:pt x="1189" y="6828"/>
                  </a:cubicBezTo>
                  <a:cubicBezTo>
                    <a:pt x="1548" y="7024"/>
                    <a:pt x="1944" y="7292"/>
                    <a:pt x="2308" y="7502"/>
                  </a:cubicBezTo>
                  <a:cubicBezTo>
                    <a:pt x="2505" y="7381"/>
                    <a:pt x="2861" y="7081"/>
                    <a:pt x="3005" y="6437"/>
                  </a:cubicBezTo>
                  <a:cubicBezTo>
                    <a:pt x="3200" y="5573"/>
                    <a:pt x="3322" y="5321"/>
                    <a:pt x="3565" y="5321"/>
                  </a:cubicBezTo>
                  <a:cubicBezTo>
                    <a:pt x="3578" y="5321"/>
                    <a:pt x="3591" y="5322"/>
                    <a:pt x="3604" y="5323"/>
                  </a:cubicBezTo>
                  <a:cubicBezTo>
                    <a:pt x="3873" y="5351"/>
                    <a:pt x="3832" y="6753"/>
                    <a:pt x="3537" y="7228"/>
                  </a:cubicBezTo>
                  <a:cubicBezTo>
                    <a:pt x="3299" y="7610"/>
                    <a:pt x="2927" y="7662"/>
                    <a:pt x="2686" y="7701"/>
                  </a:cubicBezTo>
                  <a:cubicBezTo>
                    <a:pt x="2765" y="7737"/>
                    <a:pt x="2840" y="7766"/>
                    <a:pt x="2911" y="7789"/>
                  </a:cubicBezTo>
                  <a:cubicBezTo>
                    <a:pt x="3012" y="7820"/>
                    <a:pt x="3111" y="7831"/>
                    <a:pt x="3211" y="7831"/>
                  </a:cubicBezTo>
                  <a:cubicBezTo>
                    <a:pt x="3498" y="7831"/>
                    <a:pt x="3782" y="7735"/>
                    <a:pt x="4066" y="7735"/>
                  </a:cubicBezTo>
                  <a:cubicBezTo>
                    <a:pt x="4099" y="7735"/>
                    <a:pt x="4131" y="7736"/>
                    <a:pt x="4164" y="7739"/>
                  </a:cubicBezTo>
                  <a:cubicBezTo>
                    <a:pt x="4269" y="7448"/>
                    <a:pt x="4528" y="6651"/>
                    <a:pt x="4512" y="5889"/>
                  </a:cubicBezTo>
                  <a:cubicBezTo>
                    <a:pt x="4497" y="5080"/>
                    <a:pt x="4472" y="4620"/>
                    <a:pt x="4638" y="4620"/>
                  </a:cubicBezTo>
                  <a:cubicBezTo>
                    <a:pt x="4668" y="4620"/>
                    <a:pt x="4704" y="4635"/>
                    <a:pt x="4747" y="4666"/>
                  </a:cubicBezTo>
                  <a:cubicBezTo>
                    <a:pt x="5020" y="4855"/>
                    <a:pt x="5434" y="6559"/>
                    <a:pt x="4519" y="7786"/>
                  </a:cubicBezTo>
                  <a:cubicBezTo>
                    <a:pt x="5012" y="7771"/>
                    <a:pt x="5776" y="7364"/>
                    <a:pt x="6338" y="7098"/>
                  </a:cubicBezTo>
                  <a:cubicBezTo>
                    <a:pt x="6339" y="7096"/>
                    <a:pt x="6341" y="7096"/>
                    <a:pt x="6344" y="7095"/>
                  </a:cubicBezTo>
                  <a:cubicBezTo>
                    <a:pt x="6404" y="6763"/>
                    <a:pt x="6437" y="6199"/>
                    <a:pt x="6140" y="5610"/>
                  </a:cubicBezTo>
                  <a:cubicBezTo>
                    <a:pt x="5674" y="4685"/>
                    <a:pt x="5371" y="4147"/>
                    <a:pt x="5427" y="4073"/>
                  </a:cubicBezTo>
                  <a:cubicBezTo>
                    <a:pt x="5432" y="4066"/>
                    <a:pt x="5437" y="4063"/>
                    <a:pt x="5444" y="4063"/>
                  </a:cubicBezTo>
                  <a:cubicBezTo>
                    <a:pt x="5517" y="4063"/>
                    <a:pt x="5700" y="4402"/>
                    <a:pt x="5846" y="4554"/>
                  </a:cubicBezTo>
                  <a:cubicBezTo>
                    <a:pt x="5990" y="4707"/>
                    <a:pt x="6891" y="5966"/>
                    <a:pt x="6710" y="6902"/>
                  </a:cubicBezTo>
                  <a:cubicBezTo>
                    <a:pt x="7125" y="6660"/>
                    <a:pt x="7604" y="6296"/>
                    <a:pt x="7955" y="5770"/>
                  </a:cubicBezTo>
                  <a:cubicBezTo>
                    <a:pt x="7658" y="5382"/>
                    <a:pt x="6838" y="4320"/>
                    <a:pt x="6625" y="4077"/>
                  </a:cubicBezTo>
                  <a:cubicBezTo>
                    <a:pt x="6701" y="4057"/>
                    <a:pt x="6820" y="4035"/>
                    <a:pt x="6959" y="4035"/>
                  </a:cubicBezTo>
                  <a:cubicBezTo>
                    <a:pt x="7390" y="4035"/>
                    <a:pt x="8018" y="4243"/>
                    <a:pt x="8183" y="5358"/>
                  </a:cubicBezTo>
                  <a:cubicBezTo>
                    <a:pt x="8251" y="5212"/>
                    <a:pt x="8309" y="5057"/>
                    <a:pt x="8352" y="4889"/>
                  </a:cubicBezTo>
                  <a:cubicBezTo>
                    <a:pt x="8680" y="3644"/>
                    <a:pt x="8560" y="2317"/>
                    <a:pt x="7078" y="1779"/>
                  </a:cubicBezTo>
                  <a:cubicBezTo>
                    <a:pt x="7009" y="1757"/>
                    <a:pt x="6939" y="1747"/>
                    <a:pt x="6866" y="1747"/>
                  </a:cubicBezTo>
                  <a:cubicBezTo>
                    <a:pt x="6327" y="1747"/>
                    <a:pt x="5712" y="2301"/>
                    <a:pt x="5601" y="2504"/>
                  </a:cubicBezTo>
                  <a:cubicBezTo>
                    <a:pt x="5539" y="2618"/>
                    <a:pt x="5423" y="2701"/>
                    <a:pt x="5335" y="2701"/>
                  </a:cubicBezTo>
                  <a:cubicBezTo>
                    <a:pt x="5244" y="2701"/>
                    <a:pt x="5183" y="2612"/>
                    <a:pt x="5244" y="2378"/>
                  </a:cubicBezTo>
                  <a:cubicBezTo>
                    <a:pt x="5244" y="2378"/>
                    <a:pt x="5702" y="1113"/>
                    <a:pt x="5163" y="363"/>
                  </a:cubicBezTo>
                  <a:cubicBezTo>
                    <a:pt x="4972" y="98"/>
                    <a:pt x="4727" y="0"/>
                    <a:pt x="44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4767;p115">
              <a:extLst>
                <a:ext uri="{FF2B5EF4-FFF2-40B4-BE49-F238E27FC236}">
                  <a16:creationId xmlns:a16="http://schemas.microsoft.com/office/drawing/2014/main" id="{DABFF4D9-D313-6201-C528-6637A0891150}"/>
                </a:ext>
              </a:extLst>
            </p:cNvPr>
            <p:cNvSpPr/>
            <p:nvPr/>
          </p:nvSpPr>
          <p:spPr>
            <a:xfrm>
              <a:off x="5978201" y="3841424"/>
              <a:ext cx="622718" cy="267797"/>
            </a:xfrm>
            <a:custGeom>
              <a:avLst/>
              <a:gdLst/>
              <a:ahLst/>
              <a:cxnLst/>
              <a:rect l="l" t="t" r="r" b="b"/>
              <a:pathLst>
                <a:path w="14894" h="6407" extrusionOk="0">
                  <a:moveTo>
                    <a:pt x="5194" y="1"/>
                  </a:moveTo>
                  <a:cubicBezTo>
                    <a:pt x="953" y="1"/>
                    <a:pt x="1" y="4209"/>
                    <a:pt x="1377" y="4209"/>
                  </a:cubicBezTo>
                  <a:cubicBezTo>
                    <a:pt x="1455" y="4209"/>
                    <a:pt x="1539" y="4196"/>
                    <a:pt x="1631" y="4168"/>
                  </a:cubicBezTo>
                  <a:cubicBezTo>
                    <a:pt x="2143" y="4011"/>
                    <a:pt x="2672" y="3936"/>
                    <a:pt x="3224" y="3936"/>
                  </a:cubicBezTo>
                  <a:cubicBezTo>
                    <a:pt x="4819" y="3936"/>
                    <a:pt x="6603" y="4565"/>
                    <a:pt x="8691" y="5688"/>
                  </a:cubicBezTo>
                  <a:cubicBezTo>
                    <a:pt x="9704" y="6232"/>
                    <a:pt x="10655" y="6406"/>
                    <a:pt x="11458" y="6406"/>
                  </a:cubicBezTo>
                  <a:cubicBezTo>
                    <a:pt x="12882" y="6406"/>
                    <a:pt x="13838" y="5859"/>
                    <a:pt x="13838" y="5859"/>
                  </a:cubicBezTo>
                  <a:lnTo>
                    <a:pt x="14893" y="4455"/>
                  </a:lnTo>
                  <a:cubicBezTo>
                    <a:pt x="14893" y="4455"/>
                    <a:pt x="13976" y="2273"/>
                    <a:pt x="7499" y="362"/>
                  </a:cubicBezTo>
                  <a:cubicBezTo>
                    <a:pt x="6643" y="110"/>
                    <a:pt x="5876" y="1"/>
                    <a:pt x="51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4768;p115">
              <a:extLst>
                <a:ext uri="{FF2B5EF4-FFF2-40B4-BE49-F238E27FC236}">
                  <a16:creationId xmlns:a16="http://schemas.microsoft.com/office/drawing/2014/main" id="{C4F2E459-B370-7D49-7B13-D4C10FA71B49}"/>
                </a:ext>
              </a:extLst>
            </p:cNvPr>
            <p:cNvSpPr/>
            <p:nvPr/>
          </p:nvSpPr>
          <p:spPr>
            <a:xfrm>
              <a:off x="6057640" y="3821236"/>
              <a:ext cx="468648" cy="215633"/>
            </a:xfrm>
            <a:custGeom>
              <a:avLst/>
              <a:gdLst/>
              <a:ahLst/>
              <a:cxnLst/>
              <a:rect l="l" t="t" r="r" b="b"/>
              <a:pathLst>
                <a:path w="11209" h="5159" fill="none" extrusionOk="0">
                  <a:moveTo>
                    <a:pt x="0" y="2839"/>
                  </a:moveTo>
                  <a:cubicBezTo>
                    <a:pt x="0" y="2839"/>
                    <a:pt x="3940" y="1"/>
                    <a:pt x="11208" y="5158"/>
                  </a:cubicBezTo>
                </a:path>
              </a:pathLst>
            </a:custGeom>
            <a:noFill/>
            <a:ln w="6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4769;p115">
              <a:extLst>
                <a:ext uri="{FF2B5EF4-FFF2-40B4-BE49-F238E27FC236}">
                  <a16:creationId xmlns:a16="http://schemas.microsoft.com/office/drawing/2014/main" id="{6095F257-7A15-099A-427A-FCF5955CAF2E}"/>
                </a:ext>
              </a:extLst>
            </p:cNvPr>
            <p:cNvSpPr/>
            <p:nvPr/>
          </p:nvSpPr>
          <p:spPr>
            <a:xfrm>
              <a:off x="6117428" y="3910808"/>
              <a:ext cx="122587" cy="83553"/>
            </a:xfrm>
            <a:custGeom>
              <a:avLst/>
              <a:gdLst/>
              <a:ahLst/>
              <a:cxnLst/>
              <a:rect l="l" t="t" r="r" b="b"/>
              <a:pathLst>
                <a:path w="2932" h="1999" fill="none" extrusionOk="0">
                  <a:moveTo>
                    <a:pt x="0" y="1998"/>
                  </a:moveTo>
                  <a:cubicBezTo>
                    <a:pt x="0" y="1998"/>
                    <a:pt x="582" y="368"/>
                    <a:pt x="2931" y="0"/>
                  </a:cubicBezTo>
                </a:path>
              </a:pathLst>
            </a:custGeom>
            <a:noFill/>
            <a:ln w="6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4770;p115">
              <a:extLst>
                <a:ext uri="{FF2B5EF4-FFF2-40B4-BE49-F238E27FC236}">
                  <a16:creationId xmlns:a16="http://schemas.microsoft.com/office/drawing/2014/main" id="{FD9D1216-C97D-DEAC-1DAE-E66389297355}"/>
                </a:ext>
              </a:extLst>
            </p:cNvPr>
            <p:cNvSpPr/>
            <p:nvPr/>
          </p:nvSpPr>
          <p:spPr>
            <a:xfrm>
              <a:off x="6237172" y="3855175"/>
              <a:ext cx="71997" cy="70680"/>
            </a:xfrm>
            <a:custGeom>
              <a:avLst/>
              <a:gdLst/>
              <a:ahLst/>
              <a:cxnLst/>
              <a:rect l="l" t="t" r="r" b="b"/>
              <a:pathLst>
                <a:path w="1722" h="1691" fill="none" extrusionOk="0">
                  <a:moveTo>
                    <a:pt x="1721" y="1690"/>
                  </a:moveTo>
                  <a:cubicBezTo>
                    <a:pt x="1721" y="1690"/>
                    <a:pt x="976" y="823"/>
                    <a:pt x="0" y="0"/>
                  </a:cubicBezTo>
                </a:path>
              </a:pathLst>
            </a:custGeom>
            <a:noFill/>
            <a:ln w="6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4771;p115">
              <a:extLst>
                <a:ext uri="{FF2B5EF4-FFF2-40B4-BE49-F238E27FC236}">
                  <a16:creationId xmlns:a16="http://schemas.microsoft.com/office/drawing/2014/main" id="{AAC75B92-4965-1006-73ED-01967F80F940}"/>
                </a:ext>
              </a:extLst>
            </p:cNvPr>
            <p:cNvSpPr/>
            <p:nvPr/>
          </p:nvSpPr>
          <p:spPr>
            <a:xfrm>
              <a:off x="6256363" y="3963932"/>
              <a:ext cx="153526" cy="56259"/>
            </a:xfrm>
            <a:custGeom>
              <a:avLst/>
              <a:gdLst/>
              <a:ahLst/>
              <a:cxnLst/>
              <a:rect l="l" t="t" r="r" b="b"/>
              <a:pathLst>
                <a:path w="3672" h="1346" fill="none" extrusionOk="0">
                  <a:moveTo>
                    <a:pt x="3672" y="55"/>
                  </a:moveTo>
                  <a:cubicBezTo>
                    <a:pt x="3672" y="55"/>
                    <a:pt x="1626" y="1"/>
                    <a:pt x="0" y="1345"/>
                  </a:cubicBezTo>
                </a:path>
              </a:pathLst>
            </a:custGeom>
            <a:noFill/>
            <a:ln w="6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4772;p115">
              <a:extLst>
                <a:ext uri="{FF2B5EF4-FFF2-40B4-BE49-F238E27FC236}">
                  <a16:creationId xmlns:a16="http://schemas.microsoft.com/office/drawing/2014/main" id="{BF965DBC-F8CD-2B8D-E273-91BC9BF9643F}"/>
                </a:ext>
              </a:extLst>
            </p:cNvPr>
            <p:cNvSpPr/>
            <p:nvPr/>
          </p:nvSpPr>
          <p:spPr>
            <a:xfrm>
              <a:off x="6423017" y="3914152"/>
              <a:ext cx="57572" cy="92122"/>
            </a:xfrm>
            <a:custGeom>
              <a:avLst/>
              <a:gdLst/>
              <a:ahLst/>
              <a:cxnLst/>
              <a:rect l="l" t="t" r="r" b="b"/>
              <a:pathLst>
                <a:path w="1377" h="2204" fill="none" extrusionOk="0">
                  <a:moveTo>
                    <a:pt x="1377" y="2203"/>
                  </a:moveTo>
                  <a:cubicBezTo>
                    <a:pt x="1377" y="2203"/>
                    <a:pt x="1020" y="903"/>
                    <a:pt x="0" y="1"/>
                  </a:cubicBezTo>
                </a:path>
              </a:pathLst>
            </a:custGeom>
            <a:noFill/>
            <a:ln w="6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4773;p115">
              <a:extLst>
                <a:ext uri="{FF2B5EF4-FFF2-40B4-BE49-F238E27FC236}">
                  <a16:creationId xmlns:a16="http://schemas.microsoft.com/office/drawing/2014/main" id="{1580C7DC-ECF6-EAE2-6B2D-B3F9F5D79F6A}"/>
                </a:ext>
              </a:extLst>
            </p:cNvPr>
            <p:cNvSpPr/>
            <p:nvPr/>
          </p:nvSpPr>
          <p:spPr>
            <a:xfrm>
              <a:off x="6133901" y="4050161"/>
              <a:ext cx="457067" cy="163052"/>
            </a:xfrm>
            <a:custGeom>
              <a:avLst/>
              <a:gdLst/>
              <a:ahLst/>
              <a:cxnLst/>
              <a:rect l="l" t="t" r="r" b="b"/>
              <a:pathLst>
                <a:path w="10932" h="3901" extrusionOk="0">
                  <a:moveTo>
                    <a:pt x="4361" y="0"/>
                  </a:moveTo>
                  <a:cubicBezTo>
                    <a:pt x="301" y="0"/>
                    <a:pt x="1" y="3742"/>
                    <a:pt x="1005" y="3742"/>
                  </a:cubicBezTo>
                  <a:cubicBezTo>
                    <a:pt x="1086" y="3742"/>
                    <a:pt x="1176" y="3718"/>
                    <a:pt x="1273" y="3665"/>
                  </a:cubicBezTo>
                  <a:cubicBezTo>
                    <a:pt x="1912" y="3316"/>
                    <a:pt x="2637" y="3156"/>
                    <a:pt x="3463" y="3156"/>
                  </a:cubicBezTo>
                  <a:cubicBezTo>
                    <a:pt x="4382" y="3156"/>
                    <a:pt x="5427" y="3354"/>
                    <a:pt x="6619" y="3709"/>
                  </a:cubicBezTo>
                  <a:cubicBezTo>
                    <a:pt x="7079" y="3846"/>
                    <a:pt x="7507" y="3901"/>
                    <a:pt x="7897" y="3901"/>
                  </a:cubicBezTo>
                  <a:cubicBezTo>
                    <a:pt x="9428" y="3901"/>
                    <a:pt x="10377" y="3062"/>
                    <a:pt x="10377" y="3062"/>
                  </a:cubicBezTo>
                  <a:lnTo>
                    <a:pt x="10931" y="1884"/>
                  </a:lnTo>
                  <a:cubicBezTo>
                    <a:pt x="10931" y="1884"/>
                    <a:pt x="9939" y="441"/>
                    <a:pt x="4956" y="25"/>
                  </a:cubicBezTo>
                  <a:cubicBezTo>
                    <a:pt x="4749" y="8"/>
                    <a:pt x="4551" y="0"/>
                    <a:pt x="43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4774;p115">
              <a:extLst>
                <a:ext uri="{FF2B5EF4-FFF2-40B4-BE49-F238E27FC236}">
                  <a16:creationId xmlns:a16="http://schemas.microsoft.com/office/drawing/2014/main" id="{95AB9F3C-6F9C-F0ED-73CE-064B5918699E}"/>
                </a:ext>
              </a:extLst>
            </p:cNvPr>
            <p:cNvSpPr/>
            <p:nvPr/>
          </p:nvSpPr>
          <p:spPr>
            <a:xfrm>
              <a:off x="6183906" y="4035991"/>
              <a:ext cx="354382" cy="110889"/>
            </a:xfrm>
            <a:custGeom>
              <a:avLst/>
              <a:gdLst/>
              <a:ahLst/>
              <a:cxnLst/>
              <a:rect l="l" t="t" r="r" b="b"/>
              <a:pathLst>
                <a:path w="8476" h="2653" fill="none" extrusionOk="0">
                  <a:moveTo>
                    <a:pt x="0" y="2650"/>
                  </a:moveTo>
                  <a:cubicBezTo>
                    <a:pt x="0" y="2650"/>
                    <a:pt x="2430" y="1"/>
                    <a:pt x="8475" y="2652"/>
                  </a:cubicBezTo>
                </a:path>
              </a:pathLst>
            </a:custGeom>
            <a:noFill/>
            <a:ln w="6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4775;p115">
              <a:extLst>
                <a:ext uri="{FF2B5EF4-FFF2-40B4-BE49-F238E27FC236}">
                  <a16:creationId xmlns:a16="http://schemas.microsoft.com/office/drawing/2014/main" id="{CA90DA5F-D750-8300-AD6F-2FE313205AA0}"/>
                </a:ext>
              </a:extLst>
            </p:cNvPr>
            <p:cNvSpPr/>
            <p:nvPr/>
          </p:nvSpPr>
          <p:spPr>
            <a:xfrm>
              <a:off x="6235458" y="4098353"/>
              <a:ext cx="76345" cy="78955"/>
            </a:xfrm>
            <a:custGeom>
              <a:avLst/>
              <a:gdLst/>
              <a:ahLst/>
              <a:cxnLst/>
              <a:rect l="l" t="t" r="r" b="b"/>
              <a:pathLst>
                <a:path w="1826" h="1889" fill="none" extrusionOk="0">
                  <a:moveTo>
                    <a:pt x="0" y="1888"/>
                  </a:moveTo>
                  <a:cubicBezTo>
                    <a:pt x="0" y="1888"/>
                    <a:pt x="176" y="619"/>
                    <a:pt x="1825" y="0"/>
                  </a:cubicBezTo>
                </a:path>
              </a:pathLst>
            </a:custGeom>
            <a:noFill/>
            <a:ln w="6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4776;p115">
              <a:extLst>
                <a:ext uri="{FF2B5EF4-FFF2-40B4-BE49-F238E27FC236}">
                  <a16:creationId xmlns:a16="http://schemas.microsoft.com/office/drawing/2014/main" id="{BA3AB2BB-78DA-A380-5FC8-7B56A7FD3C1C}"/>
                </a:ext>
              </a:extLst>
            </p:cNvPr>
            <p:cNvSpPr/>
            <p:nvPr/>
          </p:nvSpPr>
          <p:spPr>
            <a:xfrm>
              <a:off x="6301392" y="4058395"/>
              <a:ext cx="62757" cy="40502"/>
            </a:xfrm>
            <a:custGeom>
              <a:avLst/>
              <a:gdLst/>
              <a:ahLst/>
              <a:cxnLst/>
              <a:rect l="l" t="t" r="r" b="b"/>
              <a:pathLst>
                <a:path w="1501" h="969" fill="none" extrusionOk="0">
                  <a:moveTo>
                    <a:pt x="1501" y="969"/>
                  </a:moveTo>
                  <a:cubicBezTo>
                    <a:pt x="1501" y="969"/>
                    <a:pt x="831" y="451"/>
                    <a:pt x="1" y="1"/>
                  </a:cubicBezTo>
                </a:path>
              </a:pathLst>
            </a:custGeom>
            <a:noFill/>
            <a:ln w="6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4777;p115">
              <a:extLst>
                <a:ext uri="{FF2B5EF4-FFF2-40B4-BE49-F238E27FC236}">
                  <a16:creationId xmlns:a16="http://schemas.microsoft.com/office/drawing/2014/main" id="{B9AA4019-0D5F-3047-AC56-5E53068218F4}"/>
                </a:ext>
              </a:extLst>
            </p:cNvPr>
            <p:cNvSpPr/>
            <p:nvPr/>
          </p:nvSpPr>
          <p:spPr>
            <a:xfrm>
              <a:off x="6339983" y="4113066"/>
              <a:ext cx="103271" cy="62111"/>
            </a:xfrm>
            <a:custGeom>
              <a:avLst/>
              <a:gdLst/>
              <a:ahLst/>
              <a:cxnLst/>
              <a:rect l="l" t="t" r="r" b="b"/>
              <a:pathLst>
                <a:path w="2470" h="1486" fill="none" extrusionOk="0">
                  <a:moveTo>
                    <a:pt x="2470" y="0"/>
                  </a:moveTo>
                  <a:cubicBezTo>
                    <a:pt x="2470" y="0"/>
                    <a:pt x="978" y="268"/>
                    <a:pt x="0" y="1486"/>
                  </a:cubicBezTo>
                </a:path>
              </a:pathLst>
            </a:custGeom>
            <a:noFill/>
            <a:ln w="6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4778;p115">
              <a:extLst>
                <a:ext uri="{FF2B5EF4-FFF2-40B4-BE49-F238E27FC236}">
                  <a16:creationId xmlns:a16="http://schemas.microsoft.com/office/drawing/2014/main" id="{5291BBD8-10CD-EF80-A322-7505CA4F2813}"/>
                </a:ext>
              </a:extLst>
            </p:cNvPr>
            <p:cNvSpPr/>
            <p:nvPr/>
          </p:nvSpPr>
          <p:spPr>
            <a:xfrm>
              <a:off x="6445009" y="4073358"/>
              <a:ext cx="55524" cy="58182"/>
            </a:xfrm>
            <a:custGeom>
              <a:avLst/>
              <a:gdLst/>
              <a:ahLst/>
              <a:cxnLst/>
              <a:rect l="l" t="t" r="r" b="b"/>
              <a:pathLst>
                <a:path w="1328" h="1392" fill="none" extrusionOk="0">
                  <a:moveTo>
                    <a:pt x="1328" y="1391"/>
                  </a:moveTo>
                  <a:cubicBezTo>
                    <a:pt x="1328" y="1391"/>
                    <a:pt x="874" y="502"/>
                    <a:pt x="0" y="0"/>
                  </a:cubicBezTo>
                </a:path>
              </a:pathLst>
            </a:custGeom>
            <a:noFill/>
            <a:ln w="6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4779;p115">
              <a:extLst>
                <a:ext uri="{FF2B5EF4-FFF2-40B4-BE49-F238E27FC236}">
                  <a16:creationId xmlns:a16="http://schemas.microsoft.com/office/drawing/2014/main" id="{E7365159-A9FD-BA4C-44A8-11017894AB06}"/>
                </a:ext>
              </a:extLst>
            </p:cNvPr>
            <p:cNvSpPr/>
            <p:nvPr/>
          </p:nvSpPr>
          <p:spPr>
            <a:xfrm>
              <a:off x="6377779" y="3885061"/>
              <a:ext cx="297645" cy="433357"/>
            </a:xfrm>
            <a:custGeom>
              <a:avLst/>
              <a:gdLst/>
              <a:ahLst/>
              <a:cxnLst/>
              <a:rect l="l" t="t" r="r" b="b"/>
              <a:pathLst>
                <a:path w="7119" h="10368" extrusionOk="0">
                  <a:moveTo>
                    <a:pt x="10" y="1"/>
                  </a:moveTo>
                  <a:lnTo>
                    <a:pt x="10" y="1"/>
                  </a:lnTo>
                  <a:cubicBezTo>
                    <a:pt x="1" y="947"/>
                    <a:pt x="147" y="4877"/>
                    <a:pt x="2939" y="8491"/>
                  </a:cubicBezTo>
                  <a:cubicBezTo>
                    <a:pt x="2937" y="8077"/>
                    <a:pt x="2960" y="7850"/>
                    <a:pt x="3077" y="7850"/>
                  </a:cubicBezTo>
                  <a:cubicBezTo>
                    <a:pt x="3106" y="7850"/>
                    <a:pt x="3142" y="7864"/>
                    <a:pt x="3185" y="7894"/>
                  </a:cubicBezTo>
                  <a:cubicBezTo>
                    <a:pt x="3331" y="7997"/>
                    <a:pt x="3516" y="8530"/>
                    <a:pt x="3520" y="9193"/>
                  </a:cubicBezTo>
                  <a:cubicBezTo>
                    <a:pt x="3872" y="9594"/>
                    <a:pt x="4262" y="9986"/>
                    <a:pt x="4690" y="10368"/>
                  </a:cubicBezTo>
                  <a:cubicBezTo>
                    <a:pt x="4718" y="10353"/>
                    <a:pt x="4747" y="10339"/>
                    <a:pt x="4776" y="10327"/>
                  </a:cubicBezTo>
                  <a:cubicBezTo>
                    <a:pt x="4777" y="10327"/>
                    <a:pt x="4779" y="10326"/>
                    <a:pt x="4782" y="10324"/>
                  </a:cubicBezTo>
                  <a:cubicBezTo>
                    <a:pt x="4844" y="9992"/>
                    <a:pt x="4875" y="9429"/>
                    <a:pt x="4578" y="8839"/>
                  </a:cubicBezTo>
                  <a:cubicBezTo>
                    <a:pt x="4222" y="8130"/>
                    <a:pt x="3960" y="7647"/>
                    <a:pt x="3882" y="7428"/>
                  </a:cubicBezTo>
                  <a:cubicBezTo>
                    <a:pt x="3916" y="7411"/>
                    <a:pt x="3949" y="7394"/>
                    <a:pt x="3980" y="7378"/>
                  </a:cubicBezTo>
                  <a:cubicBezTo>
                    <a:pt x="4068" y="7488"/>
                    <a:pt x="4185" y="7679"/>
                    <a:pt x="4284" y="7784"/>
                  </a:cubicBezTo>
                  <a:cubicBezTo>
                    <a:pt x="4428" y="7937"/>
                    <a:pt x="5328" y="9195"/>
                    <a:pt x="5148" y="10131"/>
                  </a:cubicBezTo>
                  <a:cubicBezTo>
                    <a:pt x="5563" y="9888"/>
                    <a:pt x="6042" y="9525"/>
                    <a:pt x="6393" y="8999"/>
                  </a:cubicBezTo>
                  <a:cubicBezTo>
                    <a:pt x="6096" y="8611"/>
                    <a:pt x="5276" y="7549"/>
                    <a:pt x="5063" y="7306"/>
                  </a:cubicBezTo>
                  <a:cubicBezTo>
                    <a:pt x="5138" y="7285"/>
                    <a:pt x="5258" y="7263"/>
                    <a:pt x="5398" y="7263"/>
                  </a:cubicBezTo>
                  <a:cubicBezTo>
                    <a:pt x="5828" y="7263"/>
                    <a:pt x="6456" y="7472"/>
                    <a:pt x="6622" y="8588"/>
                  </a:cubicBezTo>
                  <a:cubicBezTo>
                    <a:pt x="6689" y="8441"/>
                    <a:pt x="6747" y="8286"/>
                    <a:pt x="6790" y="8119"/>
                  </a:cubicBezTo>
                  <a:cubicBezTo>
                    <a:pt x="7119" y="6873"/>
                    <a:pt x="6998" y="5547"/>
                    <a:pt x="5516" y="5008"/>
                  </a:cubicBezTo>
                  <a:cubicBezTo>
                    <a:pt x="5447" y="4985"/>
                    <a:pt x="5376" y="4975"/>
                    <a:pt x="5304" y="4975"/>
                  </a:cubicBezTo>
                  <a:cubicBezTo>
                    <a:pt x="5013" y="4975"/>
                    <a:pt x="4701" y="5137"/>
                    <a:pt x="4458" y="5317"/>
                  </a:cubicBezTo>
                  <a:cubicBezTo>
                    <a:pt x="4297" y="5219"/>
                    <a:pt x="4098" y="5114"/>
                    <a:pt x="3857" y="5005"/>
                  </a:cubicBezTo>
                  <a:cubicBezTo>
                    <a:pt x="4129" y="4901"/>
                    <a:pt x="4281" y="4815"/>
                    <a:pt x="4281" y="4815"/>
                  </a:cubicBezTo>
                  <a:lnTo>
                    <a:pt x="5335" y="3409"/>
                  </a:lnTo>
                  <a:cubicBezTo>
                    <a:pt x="5335" y="3409"/>
                    <a:pt x="4622" y="1712"/>
                    <a:pt x="10" y="1"/>
                  </a:cubicBezTo>
                  <a:close/>
                </a:path>
              </a:pathLst>
            </a:custGeom>
            <a:solidFill>
              <a:srgbClr val="000000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4780;p115">
              <a:extLst>
                <a:ext uri="{FF2B5EF4-FFF2-40B4-BE49-F238E27FC236}">
                  <a16:creationId xmlns:a16="http://schemas.microsoft.com/office/drawing/2014/main" id="{CC2D6884-8576-5583-3C48-DD909EA13986}"/>
                </a:ext>
              </a:extLst>
            </p:cNvPr>
            <p:cNvSpPr/>
            <p:nvPr/>
          </p:nvSpPr>
          <p:spPr>
            <a:xfrm>
              <a:off x="6063535" y="3585916"/>
              <a:ext cx="157289" cy="70847"/>
            </a:xfrm>
            <a:custGeom>
              <a:avLst/>
              <a:gdLst/>
              <a:ahLst/>
              <a:cxnLst/>
              <a:rect l="l" t="t" r="r" b="b"/>
              <a:pathLst>
                <a:path w="3762" h="1695" extrusionOk="0">
                  <a:moveTo>
                    <a:pt x="492" y="0"/>
                  </a:moveTo>
                  <a:lnTo>
                    <a:pt x="492" y="0"/>
                  </a:lnTo>
                  <a:cubicBezTo>
                    <a:pt x="493" y="1"/>
                    <a:pt x="0" y="1223"/>
                    <a:pt x="3762" y="1694"/>
                  </a:cubicBezTo>
                  <a:lnTo>
                    <a:pt x="4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4781;p115">
              <a:extLst>
                <a:ext uri="{FF2B5EF4-FFF2-40B4-BE49-F238E27FC236}">
                  <a16:creationId xmlns:a16="http://schemas.microsoft.com/office/drawing/2014/main" id="{EF733844-D430-50AD-BF1F-6F768DFAABAA}"/>
                </a:ext>
              </a:extLst>
            </p:cNvPr>
            <p:cNvSpPr/>
            <p:nvPr/>
          </p:nvSpPr>
          <p:spPr>
            <a:xfrm>
              <a:off x="6084105" y="3576929"/>
              <a:ext cx="136719" cy="79833"/>
            </a:xfrm>
            <a:custGeom>
              <a:avLst/>
              <a:gdLst/>
              <a:ahLst/>
              <a:cxnLst/>
              <a:rect l="l" t="t" r="r" b="b"/>
              <a:pathLst>
                <a:path w="3270" h="1910" extrusionOk="0">
                  <a:moveTo>
                    <a:pt x="0" y="215"/>
                  </a:moveTo>
                  <a:cubicBezTo>
                    <a:pt x="0" y="215"/>
                    <a:pt x="0" y="215"/>
                    <a:pt x="0" y="215"/>
                  </a:cubicBezTo>
                  <a:lnTo>
                    <a:pt x="0" y="215"/>
                  </a:lnTo>
                  <a:lnTo>
                    <a:pt x="0" y="215"/>
                  </a:lnTo>
                  <a:close/>
                  <a:moveTo>
                    <a:pt x="516" y="0"/>
                  </a:moveTo>
                  <a:cubicBezTo>
                    <a:pt x="141" y="0"/>
                    <a:pt x="1" y="215"/>
                    <a:pt x="0" y="215"/>
                  </a:cubicBezTo>
                  <a:cubicBezTo>
                    <a:pt x="0" y="215"/>
                    <a:pt x="0" y="215"/>
                    <a:pt x="0" y="215"/>
                  </a:cubicBezTo>
                  <a:lnTo>
                    <a:pt x="0" y="215"/>
                  </a:lnTo>
                  <a:lnTo>
                    <a:pt x="3270" y="1909"/>
                  </a:lnTo>
                  <a:cubicBezTo>
                    <a:pt x="1844" y="345"/>
                    <a:pt x="991" y="0"/>
                    <a:pt x="51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4782;p115">
              <a:extLst>
                <a:ext uri="{FF2B5EF4-FFF2-40B4-BE49-F238E27FC236}">
                  <a16:creationId xmlns:a16="http://schemas.microsoft.com/office/drawing/2014/main" id="{5DDC27A4-CF76-E14E-90F7-2F4C66447977}"/>
                </a:ext>
              </a:extLst>
            </p:cNvPr>
            <p:cNvSpPr/>
            <p:nvPr/>
          </p:nvSpPr>
          <p:spPr>
            <a:xfrm>
              <a:off x="6124703" y="3606940"/>
              <a:ext cx="460579" cy="238747"/>
            </a:xfrm>
            <a:custGeom>
              <a:avLst/>
              <a:gdLst/>
              <a:ahLst/>
              <a:cxnLst/>
              <a:rect l="l" t="t" r="r" b="b"/>
              <a:pathLst>
                <a:path w="11016" h="5712" fill="none" extrusionOk="0">
                  <a:moveTo>
                    <a:pt x="0" y="1"/>
                  </a:moveTo>
                  <a:lnTo>
                    <a:pt x="11016" y="5711"/>
                  </a:lnTo>
                </a:path>
              </a:pathLst>
            </a:custGeom>
            <a:noFill/>
            <a:ln w="5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4783;p115">
              <a:extLst>
                <a:ext uri="{FF2B5EF4-FFF2-40B4-BE49-F238E27FC236}">
                  <a16:creationId xmlns:a16="http://schemas.microsoft.com/office/drawing/2014/main" id="{0D067C8C-941E-BA35-E2D9-7085306B4993}"/>
                </a:ext>
              </a:extLst>
            </p:cNvPr>
            <p:cNvSpPr/>
            <p:nvPr/>
          </p:nvSpPr>
          <p:spPr>
            <a:xfrm>
              <a:off x="6182317" y="3519416"/>
              <a:ext cx="97125" cy="146751"/>
            </a:xfrm>
            <a:custGeom>
              <a:avLst/>
              <a:gdLst/>
              <a:ahLst/>
              <a:cxnLst/>
              <a:rect l="l" t="t" r="r" b="b"/>
              <a:pathLst>
                <a:path w="2323" h="3511" extrusionOk="0">
                  <a:moveTo>
                    <a:pt x="1209" y="0"/>
                  </a:moveTo>
                  <a:cubicBezTo>
                    <a:pt x="1207" y="0"/>
                    <a:pt x="0" y="519"/>
                    <a:pt x="2323" y="3510"/>
                  </a:cubicBezTo>
                  <a:lnTo>
                    <a:pt x="1209" y="0"/>
                  </a:lnTo>
                  <a:cubicBezTo>
                    <a:pt x="1209" y="0"/>
                    <a:pt x="1209" y="0"/>
                    <a:pt x="1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4784;p115">
              <a:extLst>
                <a:ext uri="{FF2B5EF4-FFF2-40B4-BE49-F238E27FC236}">
                  <a16:creationId xmlns:a16="http://schemas.microsoft.com/office/drawing/2014/main" id="{25F21F40-4DDD-B1FD-8EA7-39B9409C788B}"/>
                </a:ext>
              </a:extLst>
            </p:cNvPr>
            <p:cNvSpPr/>
            <p:nvPr/>
          </p:nvSpPr>
          <p:spPr>
            <a:xfrm>
              <a:off x="6232865" y="3519207"/>
              <a:ext cx="52931" cy="146960"/>
            </a:xfrm>
            <a:custGeom>
              <a:avLst/>
              <a:gdLst/>
              <a:ahLst/>
              <a:cxnLst/>
              <a:rect l="l" t="t" r="r" b="b"/>
              <a:pathLst>
                <a:path w="1266" h="3516" extrusionOk="0">
                  <a:moveTo>
                    <a:pt x="58" y="1"/>
                  </a:moveTo>
                  <a:cubicBezTo>
                    <a:pt x="22" y="1"/>
                    <a:pt x="0" y="5"/>
                    <a:pt x="0" y="5"/>
                  </a:cubicBezTo>
                  <a:lnTo>
                    <a:pt x="1114" y="3515"/>
                  </a:lnTo>
                  <a:cubicBezTo>
                    <a:pt x="1266" y="216"/>
                    <a:pt x="308" y="1"/>
                    <a:pt x="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4785;p115">
              <a:extLst>
                <a:ext uri="{FF2B5EF4-FFF2-40B4-BE49-F238E27FC236}">
                  <a16:creationId xmlns:a16="http://schemas.microsoft.com/office/drawing/2014/main" id="{BBD6018E-E6E9-5CB1-93A4-79DAC3BB8657}"/>
                </a:ext>
              </a:extLst>
            </p:cNvPr>
            <p:cNvSpPr/>
            <p:nvPr/>
          </p:nvSpPr>
          <p:spPr>
            <a:xfrm>
              <a:off x="6245534" y="3559291"/>
              <a:ext cx="44528" cy="133376"/>
            </a:xfrm>
            <a:custGeom>
              <a:avLst/>
              <a:gdLst/>
              <a:ahLst/>
              <a:cxnLst/>
              <a:rect l="l" t="t" r="r" b="b"/>
              <a:pathLst>
                <a:path w="1065" h="3191" fill="none" extrusionOk="0">
                  <a:moveTo>
                    <a:pt x="0" y="0"/>
                  </a:moveTo>
                  <a:lnTo>
                    <a:pt x="1064" y="3190"/>
                  </a:lnTo>
                </a:path>
              </a:pathLst>
            </a:custGeom>
            <a:noFill/>
            <a:ln w="5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4786;p115">
              <a:extLst>
                <a:ext uri="{FF2B5EF4-FFF2-40B4-BE49-F238E27FC236}">
                  <a16:creationId xmlns:a16="http://schemas.microsoft.com/office/drawing/2014/main" id="{00DA5F3E-38B8-D83F-72EC-BA725F6346E0}"/>
                </a:ext>
              </a:extLst>
            </p:cNvPr>
            <p:cNvSpPr/>
            <p:nvPr/>
          </p:nvSpPr>
          <p:spPr>
            <a:xfrm>
              <a:off x="6105345" y="3698560"/>
              <a:ext cx="156913" cy="47273"/>
            </a:xfrm>
            <a:custGeom>
              <a:avLst/>
              <a:gdLst/>
              <a:ahLst/>
              <a:cxnLst/>
              <a:rect l="l" t="t" r="r" b="b"/>
              <a:pathLst>
                <a:path w="3753" h="1131" extrusionOk="0">
                  <a:moveTo>
                    <a:pt x="3078" y="1"/>
                  </a:moveTo>
                  <a:cubicBezTo>
                    <a:pt x="0" y="1"/>
                    <a:pt x="242" y="1131"/>
                    <a:pt x="243" y="1131"/>
                  </a:cubicBezTo>
                  <a:lnTo>
                    <a:pt x="3752" y="17"/>
                  </a:lnTo>
                  <a:cubicBezTo>
                    <a:pt x="3511" y="6"/>
                    <a:pt x="3287" y="1"/>
                    <a:pt x="30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4787;p115">
              <a:extLst>
                <a:ext uri="{FF2B5EF4-FFF2-40B4-BE49-F238E27FC236}">
                  <a16:creationId xmlns:a16="http://schemas.microsoft.com/office/drawing/2014/main" id="{C3C388F7-E7EB-CD58-5B49-4CC6F069B7B6}"/>
                </a:ext>
              </a:extLst>
            </p:cNvPr>
            <p:cNvSpPr/>
            <p:nvPr/>
          </p:nvSpPr>
          <p:spPr>
            <a:xfrm>
              <a:off x="6115463" y="3699229"/>
              <a:ext cx="146795" cy="59770"/>
            </a:xfrm>
            <a:custGeom>
              <a:avLst/>
              <a:gdLst/>
              <a:ahLst/>
              <a:cxnLst/>
              <a:rect l="l" t="t" r="r" b="b"/>
              <a:pathLst>
                <a:path w="3511" h="1430" extrusionOk="0">
                  <a:moveTo>
                    <a:pt x="3510" y="1"/>
                  </a:moveTo>
                  <a:lnTo>
                    <a:pt x="1" y="1115"/>
                  </a:lnTo>
                  <a:cubicBezTo>
                    <a:pt x="0" y="1115"/>
                    <a:pt x="135" y="1430"/>
                    <a:pt x="664" y="1430"/>
                  </a:cubicBezTo>
                  <a:cubicBezTo>
                    <a:pt x="1172" y="1430"/>
                    <a:pt x="2044" y="1139"/>
                    <a:pt x="35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4788;p115">
              <a:extLst>
                <a:ext uri="{FF2B5EF4-FFF2-40B4-BE49-F238E27FC236}">
                  <a16:creationId xmlns:a16="http://schemas.microsoft.com/office/drawing/2014/main" id="{046B98C6-7B68-5697-217F-A162204975A3}"/>
                </a:ext>
              </a:extLst>
            </p:cNvPr>
            <p:cNvSpPr/>
            <p:nvPr/>
          </p:nvSpPr>
          <p:spPr>
            <a:xfrm>
              <a:off x="6155308" y="3692625"/>
              <a:ext cx="134754" cy="40544"/>
            </a:xfrm>
            <a:custGeom>
              <a:avLst/>
              <a:gdLst/>
              <a:ahLst/>
              <a:cxnLst/>
              <a:rect l="l" t="t" r="r" b="b"/>
              <a:pathLst>
                <a:path w="3223" h="970" fill="none" extrusionOk="0">
                  <a:moveTo>
                    <a:pt x="0" y="969"/>
                  </a:moveTo>
                  <a:lnTo>
                    <a:pt x="3222" y="0"/>
                  </a:lnTo>
                </a:path>
              </a:pathLst>
            </a:custGeom>
            <a:noFill/>
            <a:ln w="5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4789;p115">
              <a:extLst>
                <a:ext uri="{FF2B5EF4-FFF2-40B4-BE49-F238E27FC236}">
                  <a16:creationId xmlns:a16="http://schemas.microsoft.com/office/drawing/2014/main" id="{74E66EBB-04E1-232D-0BBC-79FDED4623FC}"/>
                </a:ext>
              </a:extLst>
            </p:cNvPr>
            <p:cNvSpPr/>
            <p:nvPr/>
          </p:nvSpPr>
          <p:spPr>
            <a:xfrm>
              <a:off x="6281198" y="3570702"/>
              <a:ext cx="97250" cy="146751"/>
            </a:xfrm>
            <a:custGeom>
              <a:avLst/>
              <a:gdLst/>
              <a:ahLst/>
              <a:cxnLst/>
              <a:rect l="l" t="t" r="r" b="b"/>
              <a:pathLst>
                <a:path w="2326" h="3511" extrusionOk="0">
                  <a:moveTo>
                    <a:pt x="1212" y="0"/>
                  </a:moveTo>
                  <a:cubicBezTo>
                    <a:pt x="1211" y="0"/>
                    <a:pt x="0" y="517"/>
                    <a:pt x="2325" y="3510"/>
                  </a:cubicBezTo>
                  <a:lnTo>
                    <a:pt x="121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4790;p115">
              <a:extLst>
                <a:ext uri="{FF2B5EF4-FFF2-40B4-BE49-F238E27FC236}">
                  <a16:creationId xmlns:a16="http://schemas.microsoft.com/office/drawing/2014/main" id="{8F72AB8C-BE1A-A83D-1C4C-1183D8F42597}"/>
                </a:ext>
              </a:extLst>
            </p:cNvPr>
            <p:cNvSpPr/>
            <p:nvPr/>
          </p:nvSpPr>
          <p:spPr>
            <a:xfrm>
              <a:off x="6331830" y="3570493"/>
              <a:ext cx="52973" cy="146960"/>
            </a:xfrm>
            <a:custGeom>
              <a:avLst/>
              <a:gdLst/>
              <a:ahLst/>
              <a:cxnLst/>
              <a:rect l="l" t="t" r="r" b="b"/>
              <a:pathLst>
                <a:path w="1267" h="3516" extrusionOk="0">
                  <a:moveTo>
                    <a:pt x="58" y="1"/>
                  </a:moveTo>
                  <a:cubicBezTo>
                    <a:pt x="22" y="1"/>
                    <a:pt x="1" y="5"/>
                    <a:pt x="1" y="5"/>
                  </a:cubicBezTo>
                  <a:lnTo>
                    <a:pt x="1114" y="3515"/>
                  </a:lnTo>
                  <a:cubicBezTo>
                    <a:pt x="1267" y="212"/>
                    <a:pt x="306" y="1"/>
                    <a:pt x="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4791;p115">
              <a:extLst>
                <a:ext uri="{FF2B5EF4-FFF2-40B4-BE49-F238E27FC236}">
                  <a16:creationId xmlns:a16="http://schemas.microsoft.com/office/drawing/2014/main" id="{6DA12DCE-1967-25B1-C918-E06FB79708D7}"/>
                </a:ext>
              </a:extLst>
            </p:cNvPr>
            <p:cNvSpPr/>
            <p:nvPr/>
          </p:nvSpPr>
          <p:spPr>
            <a:xfrm>
              <a:off x="6344498" y="3610576"/>
              <a:ext cx="44528" cy="133418"/>
            </a:xfrm>
            <a:custGeom>
              <a:avLst/>
              <a:gdLst/>
              <a:ahLst/>
              <a:cxnLst/>
              <a:rect l="l" t="t" r="r" b="b"/>
              <a:pathLst>
                <a:path w="1065" h="3192" fill="none" extrusionOk="0">
                  <a:moveTo>
                    <a:pt x="1" y="0"/>
                  </a:moveTo>
                  <a:lnTo>
                    <a:pt x="1065" y="3191"/>
                  </a:lnTo>
                </a:path>
              </a:pathLst>
            </a:custGeom>
            <a:noFill/>
            <a:ln w="5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4792;p115">
              <a:extLst>
                <a:ext uri="{FF2B5EF4-FFF2-40B4-BE49-F238E27FC236}">
                  <a16:creationId xmlns:a16="http://schemas.microsoft.com/office/drawing/2014/main" id="{D23F8D68-9273-A8D6-E185-32C75C71F26D}"/>
                </a:ext>
              </a:extLst>
            </p:cNvPr>
            <p:cNvSpPr/>
            <p:nvPr/>
          </p:nvSpPr>
          <p:spPr>
            <a:xfrm>
              <a:off x="6204309" y="3749887"/>
              <a:ext cx="156913" cy="47273"/>
            </a:xfrm>
            <a:custGeom>
              <a:avLst/>
              <a:gdLst/>
              <a:ahLst/>
              <a:cxnLst/>
              <a:rect l="l" t="t" r="r" b="b"/>
              <a:pathLst>
                <a:path w="3753" h="1131" extrusionOk="0">
                  <a:moveTo>
                    <a:pt x="3077" y="1"/>
                  </a:moveTo>
                  <a:cubicBezTo>
                    <a:pt x="1" y="1"/>
                    <a:pt x="244" y="1130"/>
                    <a:pt x="244" y="1130"/>
                  </a:cubicBezTo>
                  <a:lnTo>
                    <a:pt x="3753" y="17"/>
                  </a:lnTo>
                  <a:cubicBezTo>
                    <a:pt x="3511" y="6"/>
                    <a:pt x="3287" y="1"/>
                    <a:pt x="30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4793;p115">
              <a:extLst>
                <a:ext uri="{FF2B5EF4-FFF2-40B4-BE49-F238E27FC236}">
                  <a16:creationId xmlns:a16="http://schemas.microsoft.com/office/drawing/2014/main" id="{A52BC4EB-A9AA-529D-D548-B5F51AC0EF01}"/>
                </a:ext>
              </a:extLst>
            </p:cNvPr>
            <p:cNvSpPr/>
            <p:nvPr/>
          </p:nvSpPr>
          <p:spPr>
            <a:xfrm>
              <a:off x="6214511" y="3750556"/>
              <a:ext cx="146711" cy="59770"/>
            </a:xfrm>
            <a:custGeom>
              <a:avLst/>
              <a:gdLst/>
              <a:ahLst/>
              <a:cxnLst/>
              <a:rect l="l" t="t" r="r" b="b"/>
              <a:pathLst>
                <a:path w="3509" h="1430" extrusionOk="0">
                  <a:moveTo>
                    <a:pt x="3509" y="1"/>
                  </a:moveTo>
                  <a:lnTo>
                    <a:pt x="0" y="1114"/>
                  </a:lnTo>
                  <a:lnTo>
                    <a:pt x="0" y="1114"/>
                  </a:lnTo>
                  <a:cubicBezTo>
                    <a:pt x="0" y="1114"/>
                    <a:pt x="0" y="1114"/>
                    <a:pt x="0" y="1114"/>
                  </a:cubicBezTo>
                  <a:cubicBezTo>
                    <a:pt x="0" y="1114"/>
                    <a:pt x="0" y="1114"/>
                    <a:pt x="0" y="1114"/>
                  </a:cubicBezTo>
                  <a:lnTo>
                    <a:pt x="0" y="1114"/>
                  </a:lnTo>
                  <a:lnTo>
                    <a:pt x="0" y="1114"/>
                  </a:lnTo>
                  <a:cubicBezTo>
                    <a:pt x="0" y="1115"/>
                    <a:pt x="135" y="1430"/>
                    <a:pt x="664" y="1430"/>
                  </a:cubicBezTo>
                  <a:cubicBezTo>
                    <a:pt x="1172" y="1430"/>
                    <a:pt x="2044" y="1139"/>
                    <a:pt x="35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4794;p115">
              <a:extLst>
                <a:ext uri="{FF2B5EF4-FFF2-40B4-BE49-F238E27FC236}">
                  <a16:creationId xmlns:a16="http://schemas.microsoft.com/office/drawing/2014/main" id="{F63D9167-BD1E-C645-C90F-27FCFF9D31A2}"/>
                </a:ext>
              </a:extLst>
            </p:cNvPr>
            <p:cNvSpPr/>
            <p:nvPr/>
          </p:nvSpPr>
          <p:spPr>
            <a:xfrm>
              <a:off x="6254314" y="3743952"/>
              <a:ext cx="134712" cy="40544"/>
            </a:xfrm>
            <a:custGeom>
              <a:avLst/>
              <a:gdLst/>
              <a:ahLst/>
              <a:cxnLst/>
              <a:rect l="l" t="t" r="r" b="b"/>
              <a:pathLst>
                <a:path w="3222" h="970" fill="none" extrusionOk="0">
                  <a:moveTo>
                    <a:pt x="1" y="969"/>
                  </a:moveTo>
                  <a:lnTo>
                    <a:pt x="3222" y="0"/>
                  </a:lnTo>
                </a:path>
              </a:pathLst>
            </a:custGeom>
            <a:noFill/>
            <a:ln w="5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4795;p115">
              <a:extLst>
                <a:ext uri="{FF2B5EF4-FFF2-40B4-BE49-F238E27FC236}">
                  <a16:creationId xmlns:a16="http://schemas.microsoft.com/office/drawing/2014/main" id="{D35C9CBA-9182-067E-CE11-D90252916472}"/>
                </a:ext>
              </a:extLst>
            </p:cNvPr>
            <p:cNvSpPr/>
            <p:nvPr/>
          </p:nvSpPr>
          <p:spPr>
            <a:xfrm>
              <a:off x="6380246" y="3622029"/>
              <a:ext cx="97250" cy="146751"/>
            </a:xfrm>
            <a:custGeom>
              <a:avLst/>
              <a:gdLst/>
              <a:ahLst/>
              <a:cxnLst/>
              <a:rect l="l" t="t" r="r" b="b"/>
              <a:pathLst>
                <a:path w="2326" h="3511" extrusionOk="0">
                  <a:moveTo>
                    <a:pt x="1212" y="0"/>
                  </a:moveTo>
                  <a:cubicBezTo>
                    <a:pt x="1209" y="0"/>
                    <a:pt x="1" y="519"/>
                    <a:pt x="2325" y="3510"/>
                  </a:cubicBezTo>
                  <a:lnTo>
                    <a:pt x="1212" y="0"/>
                  </a:lnTo>
                  <a:cubicBezTo>
                    <a:pt x="1212" y="0"/>
                    <a:pt x="1212" y="0"/>
                    <a:pt x="12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4796;p115">
              <a:extLst>
                <a:ext uri="{FF2B5EF4-FFF2-40B4-BE49-F238E27FC236}">
                  <a16:creationId xmlns:a16="http://schemas.microsoft.com/office/drawing/2014/main" id="{67314847-7A10-36C5-4DF2-ECC229CEAA39}"/>
                </a:ext>
              </a:extLst>
            </p:cNvPr>
            <p:cNvSpPr/>
            <p:nvPr/>
          </p:nvSpPr>
          <p:spPr>
            <a:xfrm>
              <a:off x="6430877" y="3621820"/>
              <a:ext cx="52931" cy="146960"/>
            </a:xfrm>
            <a:custGeom>
              <a:avLst/>
              <a:gdLst/>
              <a:ahLst/>
              <a:cxnLst/>
              <a:rect l="l" t="t" r="r" b="b"/>
              <a:pathLst>
                <a:path w="1266" h="3516" extrusionOk="0">
                  <a:moveTo>
                    <a:pt x="59" y="1"/>
                  </a:moveTo>
                  <a:cubicBezTo>
                    <a:pt x="22" y="1"/>
                    <a:pt x="1" y="5"/>
                    <a:pt x="1" y="5"/>
                  </a:cubicBezTo>
                  <a:lnTo>
                    <a:pt x="1114" y="3515"/>
                  </a:lnTo>
                  <a:cubicBezTo>
                    <a:pt x="1265" y="215"/>
                    <a:pt x="307" y="1"/>
                    <a:pt x="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4797;p115">
              <a:extLst>
                <a:ext uri="{FF2B5EF4-FFF2-40B4-BE49-F238E27FC236}">
                  <a16:creationId xmlns:a16="http://schemas.microsoft.com/office/drawing/2014/main" id="{7CA9A788-0BD9-8EEE-001C-BBC70F3E1057}"/>
                </a:ext>
              </a:extLst>
            </p:cNvPr>
            <p:cNvSpPr/>
            <p:nvPr/>
          </p:nvSpPr>
          <p:spPr>
            <a:xfrm>
              <a:off x="6443504" y="3661904"/>
              <a:ext cx="44569" cy="133376"/>
            </a:xfrm>
            <a:custGeom>
              <a:avLst/>
              <a:gdLst/>
              <a:ahLst/>
              <a:cxnLst/>
              <a:rect l="l" t="t" r="r" b="b"/>
              <a:pathLst>
                <a:path w="1066" h="3191" fill="none" extrusionOk="0">
                  <a:moveTo>
                    <a:pt x="1" y="0"/>
                  </a:moveTo>
                  <a:lnTo>
                    <a:pt x="1066" y="3190"/>
                  </a:lnTo>
                </a:path>
              </a:pathLst>
            </a:custGeom>
            <a:noFill/>
            <a:ln w="5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4798;p115">
              <a:extLst>
                <a:ext uri="{FF2B5EF4-FFF2-40B4-BE49-F238E27FC236}">
                  <a16:creationId xmlns:a16="http://schemas.microsoft.com/office/drawing/2014/main" id="{B3526EED-0D7E-DE8D-1DC8-C523AFBAC848}"/>
                </a:ext>
              </a:extLst>
            </p:cNvPr>
            <p:cNvSpPr/>
            <p:nvPr/>
          </p:nvSpPr>
          <p:spPr>
            <a:xfrm>
              <a:off x="6303357" y="3801173"/>
              <a:ext cx="156871" cy="47273"/>
            </a:xfrm>
            <a:custGeom>
              <a:avLst/>
              <a:gdLst/>
              <a:ahLst/>
              <a:cxnLst/>
              <a:rect l="l" t="t" r="r" b="b"/>
              <a:pathLst>
                <a:path w="3752" h="1131" extrusionOk="0">
                  <a:moveTo>
                    <a:pt x="3077" y="0"/>
                  </a:moveTo>
                  <a:cubicBezTo>
                    <a:pt x="0" y="0"/>
                    <a:pt x="242" y="1130"/>
                    <a:pt x="242" y="1130"/>
                  </a:cubicBezTo>
                  <a:lnTo>
                    <a:pt x="3752" y="17"/>
                  </a:lnTo>
                  <a:cubicBezTo>
                    <a:pt x="3511" y="6"/>
                    <a:pt x="3286" y="0"/>
                    <a:pt x="3077" y="0"/>
                  </a:cubicBezTo>
                  <a:close/>
                </a:path>
              </a:pathLst>
            </a:custGeom>
            <a:solidFill>
              <a:srgbClr val="7DBB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4799;p115">
              <a:extLst>
                <a:ext uri="{FF2B5EF4-FFF2-40B4-BE49-F238E27FC236}">
                  <a16:creationId xmlns:a16="http://schemas.microsoft.com/office/drawing/2014/main" id="{62123404-CE67-8BFA-B375-B34FC88BE6BE}"/>
                </a:ext>
              </a:extLst>
            </p:cNvPr>
            <p:cNvSpPr/>
            <p:nvPr/>
          </p:nvSpPr>
          <p:spPr>
            <a:xfrm>
              <a:off x="6313475" y="3801842"/>
              <a:ext cx="146753" cy="59770"/>
            </a:xfrm>
            <a:custGeom>
              <a:avLst/>
              <a:gdLst/>
              <a:ahLst/>
              <a:cxnLst/>
              <a:rect l="l" t="t" r="r" b="b"/>
              <a:pathLst>
                <a:path w="3510" h="1430" extrusionOk="0">
                  <a:moveTo>
                    <a:pt x="3510" y="1"/>
                  </a:moveTo>
                  <a:lnTo>
                    <a:pt x="0" y="1114"/>
                  </a:lnTo>
                  <a:cubicBezTo>
                    <a:pt x="0" y="1114"/>
                    <a:pt x="135" y="1430"/>
                    <a:pt x="664" y="1430"/>
                  </a:cubicBezTo>
                  <a:cubicBezTo>
                    <a:pt x="1172" y="1430"/>
                    <a:pt x="2044" y="1139"/>
                    <a:pt x="35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4800;p115">
              <a:extLst>
                <a:ext uri="{FF2B5EF4-FFF2-40B4-BE49-F238E27FC236}">
                  <a16:creationId xmlns:a16="http://schemas.microsoft.com/office/drawing/2014/main" id="{DB714FBD-EB20-A194-60B2-96FE1E88979C}"/>
                </a:ext>
              </a:extLst>
            </p:cNvPr>
            <p:cNvSpPr/>
            <p:nvPr/>
          </p:nvSpPr>
          <p:spPr>
            <a:xfrm>
              <a:off x="6353362" y="3795238"/>
              <a:ext cx="134712" cy="40544"/>
            </a:xfrm>
            <a:custGeom>
              <a:avLst/>
              <a:gdLst/>
              <a:ahLst/>
              <a:cxnLst/>
              <a:rect l="l" t="t" r="r" b="b"/>
              <a:pathLst>
                <a:path w="3222" h="970" fill="none" extrusionOk="0">
                  <a:moveTo>
                    <a:pt x="0" y="969"/>
                  </a:moveTo>
                  <a:lnTo>
                    <a:pt x="3222" y="0"/>
                  </a:lnTo>
                </a:path>
              </a:pathLst>
            </a:custGeom>
            <a:noFill/>
            <a:ln w="5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4801;p115">
              <a:extLst>
                <a:ext uri="{FF2B5EF4-FFF2-40B4-BE49-F238E27FC236}">
                  <a16:creationId xmlns:a16="http://schemas.microsoft.com/office/drawing/2014/main" id="{20D5685E-F9AA-CE05-40F2-97A22785A916}"/>
                </a:ext>
              </a:extLst>
            </p:cNvPr>
            <p:cNvSpPr/>
            <p:nvPr/>
          </p:nvSpPr>
          <p:spPr>
            <a:xfrm>
              <a:off x="6479210" y="3673314"/>
              <a:ext cx="97250" cy="146709"/>
            </a:xfrm>
            <a:custGeom>
              <a:avLst/>
              <a:gdLst/>
              <a:ahLst/>
              <a:cxnLst/>
              <a:rect l="l" t="t" r="r" b="b"/>
              <a:pathLst>
                <a:path w="2326" h="3510" extrusionOk="0">
                  <a:moveTo>
                    <a:pt x="1212" y="0"/>
                  </a:moveTo>
                  <a:cubicBezTo>
                    <a:pt x="1212" y="0"/>
                    <a:pt x="1" y="518"/>
                    <a:pt x="2326" y="3510"/>
                  </a:cubicBezTo>
                  <a:lnTo>
                    <a:pt x="121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4802;p115">
              <a:extLst>
                <a:ext uri="{FF2B5EF4-FFF2-40B4-BE49-F238E27FC236}">
                  <a16:creationId xmlns:a16="http://schemas.microsoft.com/office/drawing/2014/main" id="{9CE12113-7749-E19F-B71A-CF32C2735CB2}"/>
                </a:ext>
              </a:extLst>
            </p:cNvPr>
            <p:cNvSpPr/>
            <p:nvPr/>
          </p:nvSpPr>
          <p:spPr>
            <a:xfrm>
              <a:off x="6529884" y="3673105"/>
              <a:ext cx="52973" cy="146918"/>
            </a:xfrm>
            <a:custGeom>
              <a:avLst/>
              <a:gdLst/>
              <a:ahLst/>
              <a:cxnLst/>
              <a:rect l="l" t="t" r="r" b="b"/>
              <a:pathLst>
                <a:path w="1267" h="3515" extrusionOk="0">
                  <a:moveTo>
                    <a:pt x="57" y="1"/>
                  </a:moveTo>
                  <a:cubicBezTo>
                    <a:pt x="21" y="1"/>
                    <a:pt x="0" y="5"/>
                    <a:pt x="0" y="5"/>
                  </a:cubicBezTo>
                  <a:lnTo>
                    <a:pt x="1114" y="3515"/>
                  </a:lnTo>
                  <a:cubicBezTo>
                    <a:pt x="1267" y="211"/>
                    <a:pt x="305" y="1"/>
                    <a:pt x="5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4803;p115">
              <a:extLst>
                <a:ext uri="{FF2B5EF4-FFF2-40B4-BE49-F238E27FC236}">
                  <a16:creationId xmlns:a16="http://schemas.microsoft.com/office/drawing/2014/main" id="{399E6237-0317-6CBA-BCEF-A85901149BDE}"/>
                </a:ext>
              </a:extLst>
            </p:cNvPr>
            <p:cNvSpPr/>
            <p:nvPr/>
          </p:nvSpPr>
          <p:spPr>
            <a:xfrm>
              <a:off x="6542510" y="3713189"/>
              <a:ext cx="44569" cy="133418"/>
            </a:xfrm>
            <a:custGeom>
              <a:avLst/>
              <a:gdLst/>
              <a:ahLst/>
              <a:cxnLst/>
              <a:rect l="l" t="t" r="r" b="b"/>
              <a:pathLst>
                <a:path w="1066" h="3192" fill="none" extrusionOk="0">
                  <a:moveTo>
                    <a:pt x="0" y="0"/>
                  </a:moveTo>
                  <a:lnTo>
                    <a:pt x="1065" y="3191"/>
                  </a:lnTo>
                </a:path>
              </a:pathLst>
            </a:custGeom>
            <a:noFill/>
            <a:ln w="5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4804;p115">
              <a:extLst>
                <a:ext uri="{FF2B5EF4-FFF2-40B4-BE49-F238E27FC236}">
                  <a16:creationId xmlns:a16="http://schemas.microsoft.com/office/drawing/2014/main" id="{E8031614-B889-681A-FAE9-E2FDA845B1A4}"/>
                </a:ext>
              </a:extLst>
            </p:cNvPr>
            <p:cNvSpPr/>
            <p:nvPr/>
          </p:nvSpPr>
          <p:spPr>
            <a:xfrm>
              <a:off x="6402363" y="3852500"/>
              <a:ext cx="156913" cy="47273"/>
            </a:xfrm>
            <a:custGeom>
              <a:avLst/>
              <a:gdLst/>
              <a:ahLst/>
              <a:cxnLst/>
              <a:rect l="l" t="t" r="r" b="b"/>
              <a:pathLst>
                <a:path w="3753" h="1131" extrusionOk="0">
                  <a:moveTo>
                    <a:pt x="3077" y="0"/>
                  </a:moveTo>
                  <a:cubicBezTo>
                    <a:pt x="0" y="0"/>
                    <a:pt x="242" y="1129"/>
                    <a:pt x="243" y="1130"/>
                  </a:cubicBezTo>
                  <a:lnTo>
                    <a:pt x="3752" y="17"/>
                  </a:lnTo>
                  <a:cubicBezTo>
                    <a:pt x="3511" y="6"/>
                    <a:pt x="3286" y="0"/>
                    <a:pt x="30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4805;p115">
              <a:extLst>
                <a:ext uri="{FF2B5EF4-FFF2-40B4-BE49-F238E27FC236}">
                  <a16:creationId xmlns:a16="http://schemas.microsoft.com/office/drawing/2014/main" id="{7BBB9FB0-DD9C-22F0-86A1-7CEA6A5A946C}"/>
                </a:ext>
              </a:extLst>
            </p:cNvPr>
            <p:cNvSpPr/>
            <p:nvPr/>
          </p:nvSpPr>
          <p:spPr>
            <a:xfrm>
              <a:off x="6412481" y="3853169"/>
              <a:ext cx="146795" cy="59770"/>
            </a:xfrm>
            <a:custGeom>
              <a:avLst/>
              <a:gdLst/>
              <a:ahLst/>
              <a:cxnLst/>
              <a:rect l="l" t="t" r="r" b="b"/>
              <a:pathLst>
                <a:path w="3511" h="1430" extrusionOk="0">
                  <a:moveTo>
                    <a:pt x="3510" y="1"/>
                  </a:moveTo>
                  <a:lnTo>
                    <a:pt x="1" y="1114"/>
                  </a:lnTo>
                  <a:cubicBezTo>
                    <a:pt x="1" y="1114"/>
                    <a:pt x="1" y="1114"/>
                    <a:pt x="1" y="1114"/>
                  </a:cubicBezTo>
                  <a:lnTo>
                    <a:pt x="1" y="1114"/>
                  </a:lnTo>
                  <a:cubicBezTo>
                    <a:pt x="0" y="1114"/>
                    <a:pt x="135" y="1429"/>
                    <a:pt x="664" y="1429"/>
                  </a:cubicBezTo>
                  <a:cubicBezTo>
                    <a:pt x="1172" y="1429"/>
                    <a:pt x="2044" y="1139"/>
                    <a:pt x="35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4806;p115">
              <a:extLst>
                <a:ext uri="{FF2B5EF4-FFF2-40B4-BE49-F238E27FC236}">
                  <a16:creationId xmlns:a16="http://schemas.microsoft.com/office/drawing/2014/main" id="{F405C601-F8AC-F8CD-F623-55B24A5B4337}"/>
                </a:ext>
              </a:extLst>
            </p:cNvPr>
            <p:cNvSpPr/>
            <p:nvPr/>
          </p:nvSpPr>
          <p:spPr>
            <a:xfrm>
              <a:off x="6452368" y="3846565"/>
              <a:ext cx="134712" cy="40544"/>
            </a:xfrm>
            <a:custGeom>
              <a:avLst/>
              <a:gdLst/>
              <a:ahLst/>
              <a:cxnLst/>
              <a:rect l="l" t="t" r="r" b="b"/>
              <a:pathLst>
                <a:path w="3222" h="970" fill="none" extrusionOk="0">
                  <a:moveTo>
                    <a:pt x="0" y="969"/>
                  </a:moveTo>
                  <a:lnTo>
                    <a:pt x="3221" y="0"/>
                  </a:lnTo>
                </a:path>
              </a:pathLst>
            </a:custGeom>
            <a:noFill/>
            <a:ln w="5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4807;p115">
              <a:extLst>
                <a:ext uri="{FF2B5EF4-FFF2-40B4-BE49-F238E27FC236}">
                  <a16:creationId xmlns:a16="http://schemas.microsoft.com/office/drawing/2014/main" id="{BF68A06B-6228-FDBC-7F7B-A989908D4F75}"/>
                </a:ext>
              </a:extLst>
            </p:cNvPr>
            <p:cNvSpPr/>
            <p:nvPr/>
          </p:nvSpPr>
          <p:spPr>
            <a:xfrm>
              <a:off x="6404495" y="3410659"/>
              <a:ext cx="415090" cy="653044"/>
            </a:xfrm>
            <a:custGeom>
              <a:avLst/>
              <a:gdLst/>
              <a:ahLst/>
              <a:cxnLst/>
              <a:rect l="l" t="t" r="r" b="b"/>
              <a:pathLst>
                <a:path w="9928" h="15624" fill="none" extrusionOk="0">
                  <a:moveTo>
                    <a:pt x="1" y="0"/>
                  </a:moveTo>
                  <a:cubicBezTo>
                    <a:pt x="1" y="0"/>
                    <a:pt x="7867" y="8437"/>
                    <a:pt x="9928" y="15623"/>
                  </a:cubicBezTo>
                </a:path>
              </a:pathLst>
            </a:custGeom>
            <a:noFill/>
            <a:ln w="14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4808;p115">
              <a:extLst>
                <a:ext uri="{FF2B5EF4-FFF2-40B4-BE49-F238E27FC236}">
                  <a16:creationId xmlns:a16="http://schemas.microsoft.com/office/drawing/2014/main" id="{7FD2D7C0-CD82-314F-1A46-33DE5149CD84}"/>
                </a:ext>
              </a:extLst>
            </p:cNvPr>
            <p:cNvSpPr/>
            <p:nvPr/>
          </p:nvSpPr>
          <p:spPr>
            <a:xfrm>
              <a:off x="6277518" y="3350052"/>
              <a:ext cx="132956" cy="70262"/>
            </a:xfrm>
            <a:custGeom>
              <a:avLst/>
              <a:gdLst/>
              <a:ahLst/>
              <a:cxnLst/>
              <a:rect l="l" t="t" r="r" b="b"/>
              <a:pathLst>
                <a:path w="3180" h="1681" extrusionOk="0">
                  <a:moveTo>
                    <a:pt x="692" y="1"/>
                  </a:moveTo>
                  <a:cubicBezTo>
                    <a:pt x="405" y="1"/>
                    <a:pt x="197" y="76"/>
                    <a:pt x="133" y="228"/>
                  </a:cubicBezTo>
                  <a:cubicBezTo>
                    <a:pt x="0" y="546"/>
                    <a:pt x="543" y="1078"/>
                    <a:pt x="1347" y="1416"/>
                  </a:cubicBezTo>
                  <a:cubicBezTo>
                    <a:pt x="1766" y="1592"/>
                    <a:pt x="2172" y="1680"/>
                    <a:pt x="2485" y="1680"/>
                  </a:cubicBezTo>
                  <a:cubicBezTo>
                    <a:pt x="2773" y="1680"/>
                    <a:pt x="2981" y="1605"/>
                    <a:pt x="3045" y="1453"/>
                  </a:cubicBezTo>
                  <a:cubicBezTo>
                    <a:pt x="3179" y="1136"/>
                    <a:pt x="2635" y="604"/>
                    <a:pt x="1831" y="266"/>
                  </a:cubicBezTo>
                  <a:cubicBezTo>
                    <a:pt x="1412" y="90"/>
                    <a:pt x="1005" y="1"/>
                    <a:pt x="6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4809;p115">
              <a:extLst>
                <a:ext uri="{FF2B5EF4-FFF2-40B4-BE49-F238E27FC236}">
                  <a16:creationId xmlns:a16="http://schemas.microsoft.com/office/drawing/2014/main" id="{EAB5F407-53D3-059D-684B-522D58E9FF61}"/>
                </a:ext>
              </a:extLst>
            </p:cNvPr>
            <p:cNvSpPr/>
            <p:nvPr/>
          </p:nvSpPr>
          <p:spPr>
            <a:xfrm>
              <a:off x="6404955" y="3404222"/>
              <a:ext cx="132956" cy="70220"/>
            </a:xfrm>
            <a:custGeom>
              <a:avLst/>
              <a:gdLst/>
              <a:ahLst/>
              <a:cxnLst/>
              <a:rect l="l" t="t" r="r" b="b"/>
              <a:pathLst>
                <a:path w="3180" h="1680" extrusionOk="0">
                  <a:moveTo>
                    <a:pt x="694" y="1"/>
                  </a:moveTo>
                  <a:cubicBezTo>
                    <a:pt x="406" y="1"/>
                    <a:pt x="198" y="76"/>
                    <a:pt x="134" y="228"/>
                  </a:cubicBezTo>
                  <a:cubicBezTo>
                    <a:pt x="0" y="545"/>
                    <a:pt x="545" y="1076"/>
                    <a:pt x="1349" y="1415"/>
                  </a:cubicBezTo>
                  <a:cubicBezTo>
                    <a:pt x="1767" y="1591"/>
                    <a:pt x="2174" y="1680"/>
                    <a:pt x="2486" y="1680"/>
                  </a:cubicBezTo>
                  <a:cubicBezTo>
                    <a:pt x="2774" y="1680"/>
                    <a:pt x="2982" y="1604"/>
                    <a:pt x="3046" y="1452"/>
                  </a:cubicBezTo>
                  <a:cubicBezTo>
                    <a:pt x="3180" y="1136"/>
                    <a:pt x="2637" y="604"/>
                    <a:pt x="1832" y="265"/>
                  </a:cubicBezTo>
                  <a:cubicBezTo>
                    <a:pt x="1413" y="89"/>
                    <a:pt x="1007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4810;p115">
              <a:extLst>
                <a:ext uri="{FF2B5EF4-FFF2-40B4-BE49-F238E27FC236}">
                  <a16:creationId xmlns:a16="http://schemas.microsoft.com/office/drawing/2014/main" id="{2F52F5EF-0203-852A-E5C5-5096C0CC9575}"/>
                </a:ext>
              </a:extLst>
            </p:cNvPr>
            <p:cNvSpPr/>
            <p:nvPr/>
          </p:nvSpPr>
          <p:spPr>
            <a:xfrm>
              <a:off x="6344080" y="3285266"/>
              <a:ext cx="76554" cy="123846"/>
            </a:xfrm>
            <a:custGeom>
              <a:avLst/>
              <a:gdLst/>
              <a:ahLst/>
              <a:cxnLst/>
              <a:rect l="l" t="t" r="r" b="b"/>
              <a:pathLst>
                <a:path w="1831" h="2963" extrusionOk="0">
                  <a:moveTo>
                    <a:pt x="419" y="0"/>
                  </a:moveTo>
                  <a:cubicBezTo>
                    <a:pt x="384" y="0"/>
                    <a:pt x="351" y="7"/>
                    <a:pt x="319" y="19"/>
                  </a:cubicBezTo>
                  <a:cubicBezTo>
                    <a:pt x="0" y="148"/>
                    <a:pt x="10" y="908"/>
                    <a:pt x="338" y="1716"/>
                  </a:cubicBezTo>
                  <a:cubicBezTo>
                    <a:pt x="635" y="2445"/>
                    <a:pt x="1091" y="2963"/>
                    <a:pt x="1411" y="2963"/>
                  </a:cubicBezTo>
                  <a:cubicBezTo>
                    <a:pt x="1447" y="2963"/>
                    <a:pt x="1480" y="2956"/>
                    <a:pt x="1512" y="2943"/>
                  </a:cubicBezTo>
                  <a:cubicBezTo>
                    <a:pt x="1830" y="2815"/>
                    <a:pt x="1821" y="2055"/>
                    <a:pt x="1492" y="1246"/>
                  </a:cubicBezTo>
                  <a:cubicBezTo>
                    <a:pt x="1197" y="518"/>
                    <a:pt x="740" y="0"/>
                    <a:pt x="4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4811;p115">
              <a:extLst>
                <a:ext uri="{FF2B5EF4-FFF2-40B4-BE49-F238E27FC236}">
                  <a16:creationId xmlns:a16="http://schemas.microsoft.com/office/drawing/2014/main" id="{64F7CFF2-074E-509D-B27D-BDD4AF49E5A9}"/>
                </a:ext>
              </a:extLst>
            </p:cNvPr>
            <p:cNvSpPr/>
            <p:nvPr/>
          </p:nvSpPr>
          <p:spPr>
            <a:xfrm>
              <a:off x="6395046" y="3288234"/>
              <a:ext cx="77725" cy="123386"/>
            </a:xfrm>
            <a:custGeom>
              <a:avLst/>
              <a:gdLst/>
              <a:ahLst/>
              <a:cxnLst/>
              <a:rect l="l" t="t" r="r" b="b"/>
              <a:pathLst>
                <a:path w="1859" h="2952" extrusionOk="0">
                  <a:moveTo>
                    <a:pt x="1438" y="0"/>
                  </a:moveTo>
                  <a:cubicBezTo>
                    <a:pt x="1119" y="0"/>
                    <a:pt x="659" y="513"/>
                    <a:pt x="355" y="1235"/>
                  </a:cubicBezTo>
                  <a:cubicBezTo>
                    <a:pt x="18" y="2039"/>
                    <a:pt x="0" y="2798"/>
                    <a:pt x="318" y="2932"/>
                  </a:cubicBezTo>
                  <a:cubicBezTo>
                    <a:pt x="350" y="2946"/>
                    <a:pt x="384" y="2952"/>
                    <a:pt x="420" y="2952"/>
                  </a:cubicBezTo>
                  <a:cubicBezTo>
                    <a:pt x="740" y="2952"/>
                    <a:pt x="1201" y="2441"/>
                    <a:pt x="1504" y="1718"/>
                  </a:cubicBezTo>
                  <a:cubicBezTo>
                    <a:pt x="1842" y="913"/>
                    <a:pt x="1859" y="155"/>
                    <a:pt x="1541" y="21"/>
                  </a:cubicBezTo>
                  <a:cubicBezTo>
                    <a:pt x="1509" y="7"/>
                    <a:pt x="1475" y="0"/>
                    <a:pt x="14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4812;p115">
              <a:extLst>
                <a:ext uri="{FF2B5EF4-FFF2-40B4-BE49-F238E27FC236}">
                  <a16:creationId xmlns:a16="http://schemas.microsoft.com/office/drawing/2014/main" id="{BD7849EC-DBCB-B77B-C14C-A06B9C7D8781}"/>
                </a:ext>
              </a:extLst>
            </p:cNvPr>
            <p:cNvSpPr/>
            <p:nvPr/>
          </p:nvSpPr>
          <p:spPr>
            <a:xfrm>
              <a:off x="6402865" y="3351223"/>
              <a:ext cx="133165" cy="69384"/>
            </a:xfrm>
            <a:custGeom>
              <a:avLst/>
              <a:gdLst/>
              <a:ahLst/>
              <a:cxnLst/>
              <a:rect l="l" t="t" r="r" b="b"/>
              <a:pathLst>
                <a:path w="3185" h="1660" extrusionOk="0">
                  <a:moveTo>
                    <a:pt x="2481" y="0"/>
                  </a:moveTo>
                  <a:cubicBezTo>
                    <a:pt x="2171" y="0"/>
                    <a:pt x="1770" y="84"/>
                    <a:pt x="1358" y="252"/>
                  </a:cubicBezTo>
                  <a:cubicBezTo>
                    <a:pt x="549" y="582"/>
                    <a:pt x="1" y="1108"/>
                    <a:pt x="131" y="1426"/>
                  </a:cubicBezTo>
                  <a:cubicBezTo>
                    <a:pt x="194" y="1582"/>
                    <a:pt x="407" y="1659"/>
                    <a:pt x="704" y="1659"/>
                  </a:cubicBezTo>
                  <a:cubicBezTo>
                    <a:pt x="1014" y="1659"/>
                    <a:pt x="1414" y="1575"/>
                    <a:pt x="1828" y="1407"/>
                  </a:cubicBezTo>
                  <a:cubicBezTo>
                    <a:pt x="2636" y="1077"/>
                    <a:pt x="3185" y="551"/>
                    <a:pt x="3055" y="233"/>
                  </a:cubicBezTo>
                  <a:cubicBezTo>
                    <a:pt x="2992" y="77"/>
                    <a:pt x="2777" y="0"/>
                    <a:pt x="24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4813;p115">
              <a:extLst>
                <a:ext uri="{FF2B5EF4-FFF2-40B4-BE49-F238E27FC236}">
                  <a16:creationId xmlns:a16="http://schemas.microsoft.com/office/drawing/2014/main" id="{4E96DF75-52C3-E724-2199-3AD0441C02D2}"/>
                </a:ext>
              </a:extLst>
            </p:cNvPr>
            <p:cNvSpPr/>
            <p:nvPr/>
          </p:nvSpPr>
          <p:spPr>
            <a:xfrm>
              <a:off x="6275093" y="3406688"/>
              <a:ext cx="135130" cy="67169"/>
            </a:xfrm>
            <a:custGeom>
              <a:avLst/>
              <a:gdLst/>
              <a:ahLst/>
              <a:cxnLst/>
              <a:rect l="l" t="t" r="r" b="b"/>
              <a:pathLst>
                <a:path w="3232" h="1607" extrusionOk="0">
                  <a:moveTo>
                    <a:pt x="2674" y="1"/>
                  </a:moveTo>
                  <a:cubicBezTo>
                    <a:pt x="2359" y="1"/>
                    <a:pt x="1906" y="100"/>
                    <a:pt x="1404" y="200"/>
                  </a:cubicBezTo>
                  <a:cubicBezTo>
                    <a:pt x="516" y="377"/>
                    <a:pt x="1" y="966"/>
                    <a:pt x="177" y="1374"/>
                  </a:cubicBezTo>
                  <a:cubicBezTo>
                    <a:pt x="244" y="1529"/>
                    <a:pt x="460" y="1607"/>
                    <a:pt x="757" y="1607"/>
                  </a:cubicBezTo>
                  <a:cubicBezTo>
                    <a:pt x="1066" y="1607"/>
                    <a:pt x="1463" y="1523"/>
                    <a:pt x="1874" y="1355"/>
                  </a:cubicBezTo>
                  <a:cubicBezTo>
                    <a:pt x="2682" y="1026"/>
                    <a:pt x="3232" y="500"/>
                    <a:pt x="3101" y="181"/>
                  </a:cubicBezTo>
                  <a:cubicBezTo>
                    <a:pt x="3047" y="49"/>
                    <a:pt x="2895" y="1"/>
                    <a:pt x="26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4814;p115">
              <a:extLst>
                <a:ext uri="{FF2B5EF4-FFF2-40B4-BE49-F238E27FC236}">
                  <a16:creationId xmlns:a16="http://schemas.microsoft.com/office/drawing/2014/main" id="{88A0B82C-1F73-6AB2-62EB-3E30F235B508}"/>
                </a:ext>
              </a:extLst>
            </p:cNvPr>
            <p:cNvSpPr/>
            <p:nvPr/>
          </p:nvSpPr>
          <p:spPr>
            <a:xfrm>
              <a:off x="6342742" y="3412373"/>
              <a:ext cx="77850" cy="123428"/>
            </a:xfrm>
            <a:custGeom>
              <a:avLst/>
              <a:gdLst/>
              <a:ahLst/>
              <a:cxnLst/>
              <a:rect l="l" t="t" r="r" b="b"/>
              <a:pathLst>
                <a:path w="1862" h="2953" extrusionOk="0">
                  <a:moveTo>
                    <a:pt x="1439" y="1"/>
                  </a:moveTo>
                  <a:cubicBezTo>
                    <a:pt x="1119" y="1"/>
                    <a:pt x="659" y="513"/>
                    <a:pt x="356" y="1236"/>
                  </a:cubicBezTo>
                  <a:cubicBezTo>
                    <a:pt x="17" y="2040"/>
                    <a:pt x="0" y="2800"/>
                    <a:pt x="318" y="2933"/>
                  </a:cubicBezTo>
                  <a:cubicBezTo>
                    <a:pt x="350" y="2946"/>
                    <a:pt x="385" y="2953"/>
                    <a:pt x="421" y="2953"/>
                  </a:cubicBezTo>
                  <a:cubicBezTo>
                    <a:pt x="742" y="2953"/>
                    <a:pt x="1201" y="2441"/>
                    <a:pt x="1506" y="1718"/>
                  </a:cubicBezTo>
                  <a:cubicBezTo>
                    <a:pt x="1843" y="915"/>
                    <a:pt x="1861" y="154"/>
                    <a:pt x="1543" y="21"/>
                  </a:cubicBezTo>
                  <a:cubicBezTo>
                    <a:pt x="1510" y="7"/>
                    <a:pt x="1476" y="1"/>
                    <a:pt x="14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4815;p115">
              <a:extLst>
                <a:ext uri="{FF2B5EF4-FFF2-40B4-BE49-F238E27FC236}">
                  <a16:creationId xmlns:a16="http://schemas.microsoft.com/office/drawing/2014/main" id="{F59534FB-EBE8-4E6D-E4BF-3A9D00F2140A}"/>
                </a:ext>
              </a:extLst>
            </p:cNvPr>
            <p:cNvSpPr/>
            <p:nvPr/>
          </p:nvSpPr>
          <p:spPr>
            <a:xfrm>
              <a:off x="6393917" y="3412414"/>
              <a:ext cx="76554" cy="123930"/>
            </a:xfrm>
            <a:custGeom>
              <a:avLst/>
              <a:gdLst/>
              <a:ahLst/>
              <a:cxnLst/>
              <a:rect l="l" t="t" r="r" b="b"/>
              <a:pathLst>
                <a:path w="1831" h="2965" extrusionOk="0">
                  <a:moveTo>
                    <a:pt x="419" y="1"/>
                  </a:moveTo>
                  <a:cubicBezTo>
                    <a:pt x="384" y="1"/>
                    <a:pt x="350" y="7"/>
                    <a:pt x="319" y="20"/>
                  </a:cubicBezTo>
                  <a:cubicBezTo>
                    <a:pt x="0" y="150"/>
                    <a:pt x="8" y="911"/>
                    <a:pt x="338" y="1717"/>
                  </a:cubicBezTo>
                  <a:cubicBezTo>
                    <a:pt x="634" y="2446"/>
                    <a:pt x="1090" y="2964"/>
                    <a:pt x="1412" y="2964"/>
                  </a:cubicBezTo>
                  <a:cubicBezTo>
                    <a:pt x="1447" y="2964"/>
                    <a:pt x="1480" y="2958"/>
                    <a:pt x="1512" y="2945"/>
                  </a:cubicBezTo>
                  <a:cubicBezTo>
                    <a:pt x="1830" y="2816"/>
                    <a:pt x="1821" y="2055"/>
                    <a:pt x="1493" y="1247"/>
                  </a:cubicBezTo>
                  <a:cubicBezTo>
                    <a:pt x="1196" y="518"/>
                    <a:pt x="740" y="1"/>
                    <a:pt x="4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4816;p115">
              <a:extLst>
                <a:ext uri="{FF2B5EF4-FFF2-40B4-BE49-F238E27FC236}">
                  <a16:creationId xmlns:a16="http://schemas.microsoft.com/office/drawing/2014/main" id="{A37EC5A2-8509-15ED-44C5-4FF191895B4A}"/>
                </a:ext>
              </a:extLst>
            </p:cNvPr>
            <p:cNvSpPr/>
            <p:nvPr/>
          </p:nvSpPr>
          <p:spPr>
            <a:xfrm>
              <a:off x="6348219" y="3360962"/>
              <a:ext cx="113138" cy="99603"/>
            </a:xfrm>
            <a:custGeom>
              <a:avLst/>
              <a:gdLst/>
              <a:ahLst/>
              <a:cxnLst/>
              <a:rect l="l" t="t" r="r" b="b"/>
              <a:pathLst>
                <a:path w="2706" h="2383" extrusionOk="0">
                  <a:moveTo>
                    <a:pt x="1353" y="0"/>
                  </a:moveTo>
                  <a:cubicBezTo>
                    <a:pt x="888" y="0"/>
                    <a:pt x="447" y="275"/>
                    <a:pt x="256" y="729"/>
                  </a:cubicBezTo>
                  <a:cubicBezTo>
                    <a:pt x="0" y="1335"/>
                    <a:pt x="285" y="2034"/>
                    <a:pt x="891" y="2288"/>
                  </a:cubicBezTo>
                  <a:cubicBezTo>
                    <a:pt x="1042" y="2352"/>
                    <a:pt x="1199" y="2382"/>
                    <a:pt x="1353" y="2382"/>
                  </a:cubicBezTo>
                  <a:cubicBezTo>
                    <a:pt x="1817" y="2382"/>
                    <a:pt x="2259" y="2108"/>
                    <a:pt x="2450" y="1653"/>
                  </a:cubicBezTo>
                  <a:cubicBezTo>
                    <a:pt x="2706" y="1048"/>
                    <a:pt x="2421" y="349"/>
                    <a:pt x="1815" y="94"/>
                  </a:cubicBezTo>
                  <a:cubicBezTo>
                    <a:pt x="1664" y="31"/>
                    <a:pt x="1507" y="0"/>
                    <a:pt x="13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4817;p115">
              <a:extLst>
                <a:ext uri="{FF2B5EF4-FFF2-40B4-BE49-F238E27FC236}">
                  <a16:creationId xmlns:a16="http://schemas.microsoft.com/office/drawing/2014/main" id="{1DC5C670-5B67-2A44-FEA3-A8913AFE8CAE}"/>
                </a:ext>
              </a:extLst>
            </p:cNvPr>
            <p:cNvSpPr/>
            <p:nvPr/>
          </p:nvSpPr>
          <p:spPr>
            <a:xfrm>
              <a:off x="6374894" y="3384577"/>
              <a:ext cx="59328" cy="52205"/>
            </a:xfrm>
            <a:custGeom>
              <a:avLst/>
              <a:gdLst/>
              <a:ahLst/>
              <a:cxnLst/>
              <a:rect l="l" t="t" r="r" b="b"/>
              <a:pathLst>
                <a:path w="1419" h="1249" extrusionOk="0">
                  <a:moveTo>
                    <a:pt x="710" y="1"/>
                  </a:moveTo>
                  <a:cubicBezTo>
                    <a:pt x="467" y="1"/>
                    <a:pt x="235" y="144"/>
                    <a:pt x="135" y="382"/>
                  </a:cubicBezTo>
                  <a:cubicBezTo>
                    <a:pt x="1" y="699"/>
                    <a:pt x="150" y="1065"/>
                    <a:pt x="467" y="1199"/>
                  </a:cubicBezTo>
                  <a:cubicBezTo>
                    <a:pt x="546" y="1233"/>
                    <a:pt x="628" y="1249"/>
                    <a:pt x="708" y="1249"/>
                  </a:cubicBezTo>
                  <a:cubicBezTo>
                    <a:pt x="952" y="1249"/>
                    <a:pt x="1184" y="1105"/>
                    <a:pt x="1284" y="866"/>
                  </a:cubicBezTo>
                  <a:cubicBezTo>
                    <a:pt x="1418" y="550"/>
                    <a:pt x="1269" y="184"/>
                    <a:pt x="951" y="50"/>
                  </a:cubicBezTo>
                  <a:cubicBezTo>
                    <a:pt x="872" y="16"/>
                    <a:pt x="790" y="1"/>
                    <a:pt x="7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4821;p115">
              <a:extLst>
                <a:ext uri="{FF2B5EF4-FFF2-40B4-BE49-F238E27FC236}">
                  <a16:creationId xmlns:a16="http://schemas.microsoft.com/office/drawing/2014/main" id="{9B7CFB2B-C088-80AE-8A77-A308A2602CD8}"/>
                </a:ext>
              </a:extLst>
            </p:cNvPr>
            <p:cNvSpPr/>
            <p:nvPr/>
          </p:nvSpPr>
          <p:spPr>
            <a:xfrm>
              <a:off x="7006141" y="4257476"/>
              <a:ext cx="274023" cy="122634"/>
            </a:xfrm>
            <a:custGeom>
              <a:avLst/>
              <a:gdLst/>
              <a:ahLst/>
              <a:cxnLst/>
              <a:rect l="l" t="t" r="r" b="b"/>
              <a:pathLst>
                <a:path w="6554" h="2934" fill="none" extrusionOk="0">
                  <a:moveTo>
                    <a:pt x="6553" y="0"/>
                  </a:moveTo>
                  <a:cubicBezTo>
                    <a:pt x="6553" y="0"/>
                    <a:pt x="2419" y="968"/>
                    <a:pt x="1" y="2933"/>
                  </a:cubicBezTo>
                </a:path>
              </a:pathLst>
            </a:custGeom>
            <a:noFill/>
            <a:ln w="1000" cap="rnd" cmpd="sng">
              <a:solidFill>
                <a:srgbClr val="5F110C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4822;p115">
              <a:extLst>
                <a:ext uri="{FF2B5EF4-FFF2-40B4-BE49-F238E27FC236}">
                  <a16:creationId xmlns:a16="http://schemas.microsoft.com/office/drawing/2014/main" id="{9BF1D7C7-64F6-CAA2-E185-60D0DDFDD3C6}"/>
                </a:ext>
              </a:extLst>
            </p:cNvPr>
            <p:cNvSpPr/>
            <p:nvPr/>
          </p:nvSpPr>
          <p:spPr>
            <a:xfrm>
              <a:off x="6810052" y="4238040"/>
              <a:ext cx="310021" cy="76866"/>
            </a:xfrm>
            <a:custGeom>
              <a:avLst/>
              <a:gdLst/>
              <a:ahLst/>
              <a:cxnLst/>
              <a:rect l="l" t="t" r="r" b="b"/>
              <a:pathLst>
                <a:path w="7415" h="1839" fill="none" extrusionOk="0">
                  <a:moveTo>
                    <a:pt x="7415" y="0"/>
                  </a:moveTo>
                  <a:cubicBezTo>
                    <a:pt x="7415" y="0"/>
                    <a:pt x="1531" y="1816"/>
                    <a:pt x="1" y="1838"/>
                  </a:cubicBezTo>
                </a:path>
              </a:pathLst>
            </a:custGeom>
            <a:noFill/>
            <a:ln w="1000" cap="rnd" cmpd="sng">
              <a:solidFill>
                <a:srgbClr val="5F110C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4823;p115">
              <a:extLst>
                <a:ext uri="{FF2B5EF4-FFF2-40B4-BE49-F238E27FC236}">
                  <a16:creationId xmlns:a16="http://schemas.microsoft.com/office/drawing/2014/main" id="{8B0A1E5B-71A1-D8E2-D426-364ADC276FB4}"/>
                </a:ext>
              </a:extLst>
            </p:cNvPr>
            <p:cNvSpPr/>
            <p:nvPr/>
          </p:nvSpPr>
          <p:spPr>
            <a:xfrm>
              <a:off x="6423686" y="3345873"/>
              <a:ext cx="1049682" cy="1049410"/>
            </a:xfrm>
            <a:custGeom>
              <a:avLst/>
              <a:gdLst/>
              <a:ahLst/>
              <a:cxnLst/>
              <a:rect l="l" t="t" r="r" b="b"/>
              <a:pathLst>
                <a:path w="25106" h="25107" extrusionOk="0">
                  <a:moveTo>
                    <a:pt x="12553" y="0"/>
                  </a:moveTo>
                  <a:cubicBezTo>
                    <a:pt x="9224" y="0"/>
                    <a:pt x="6031" y="1323"/>
                    <a:pt x="3677" y="3677"/>
                  </a:cubicBezTo>
                  <a:cubicBezTo>
                    <a:pt x="1322" y="6031"/>
                    <a:pt x="1" y="9224"/>
                    <a:pt x="1" y="12553"/>
                  </a:cubicBezTo>
                  <a:cubicBezTo>
                    <a:pt x="1" y="15883"/>
                    <a:pt x="1322" y="19075"/>
                    <a:pt x="3677" y="21430"/>
                  </a:cubicBezTo>
                  <a:cubicBezTo>
                    <a:pt x="6031" y="23783"/>
                    <a:pt x="9224" y="25106"/>
                    <a:pt x="12553" y="25106"/>
                  </a:cubicBezTo>
                  <a:cubicBezTo>
                    <a:pt x="15883" y="25106"/>
                    <a:pt x="19075" y="23783"/>
                    <a:pt x="21430" y="21430"/>
                  </a:cubicBezTo>
                  <a:cubicBezTo>
                    <a:pt x="23783" y="19075"/>
                    <a:pt x="25105" y="15883"/>
                    <a:pt x="25105" y="12553"/>
                  </a:cubicBezTo>
                  <a:cubicBezTo>
                    <a:pt x="25105" y="9224"/>
                    <a:pt x="23783" y="6031"/>
                    <a:pt x="21430" y="3677"/>
                  </a:cubicBezTo>
                  <a:cubicBezTo>
                    <a:pt x="19075" y="1323"/>
                    <a:pt x="15883" y="0"/>
                    <a:pt x="125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4824;p115">
              <a:extLst>
                <a:ext uri="{FF2B5EF4-FFF2-40B4-BE49-F238E27FC236}">
                  <a16:creationId xmlns:a16="http://schemas.microsoft.com/office/drawing/2014/main" id="{99D68307-BFA0-00F6-8488-295A1E347511}"/>
                </a:ext>
              </a:extLst>
            </p:cNvPr>
            <p:cNvSpPr/>
            <p:nvPr/>
          </p:nvSpPr>
          <p:spPr>
            <a:xfrm>
              <a:off x="7092813" y="3569866"/>
              <a:ext cx="380596" cy="657182"/>
            </a:xfrm>
            <a:custGeom>
              <a:avLst/>
              <a:gdLst/>
              <a:ahLst/>
              <a:cxnLst/>
              <a:rect l="l" t="t" r="r" b="b"/>
              <a:pathLst>
                <a:path w="9103" h="15723" extrusionOk="0">
                  <a:moveTo>
                    <a:pt x="4073" y="1"/>
                  </a:moveTo>
                  <a:cubicBezTo>
                    <a:pt x="3577" y="1"/>
                    <a:pt x="3201" y="182"/>
                    <a:pt x="2999" y="676"/>
                  </a:cubicBezTo>
                  <a:cubicBezTo>
                    <a:pt x="2641" y="1553"/>
                    <a:pt x="3063" y="1638"/>
                    <a:pt x="2112" y="1807"/>
                  </a:cubicBezTo>
                  <a:cubicBezTo>
                    <a:pt x="1162" y="1975"/>
                    <a:pt x="1099" y="2439"/>
                    <a:pt x="1437" y="3137"/>
                  </a:cubicBezTo>
                  <a:cubicBezTo>
                    <a:pt x="1775" y="3834"/>
                    <a:pt x="1965" y="4315"/>
                    <a:pt x="1374" y="4845"/>
                  </a:cubicBezTo>
                  <a:cubicBezTo>
                    <a:pt x="782" y="5375"/>
                    <a:pt x="339" y="5628"/>
                    <a:pt x="571" y="6124"/>
                  </a:cubicBezTo>
                  <a:cubicBezTo>
                    <a:pt x="802" y="6620"/>
                    <a:pt x="306" y="7295"/>
                    <a:pt x="363" y="8288"/>
                  </a:cubicBezTo>
                  <a:cubicBezTo>
                    <a:pt x="423" y="9280"/>
                    <a:pt x="0" y="9598"/>
                    <a:pt x="697" y="10062"/>
                  </a:cubicBezTo>
                  <a:cubicBezTo>
                    <a:pt x="1373" y="10511"/>
                    <a:pt x="1572" y="11457"/>
                    <a:pt x="2026" y="11457"/>
                  </a:cubicBezTo>
                  <a:cubicBezTo>
                    <a:pt x="2040" y="11457"/>
                    <a:pt x="2055" y="11457"/>
                    <a:pt x="2070" y="11455"/>
                  </a:cubicBezTo>
                  <a:cubicBezTo>
                    <a:pt x="2118" y="11448"/>
                    <a:pt x="2167" y="11445"/>
                    <a:pt x="2217" y="11445"/>
                  </a:cubicBezTo>
                  <a:cubicBezTo>
                    <a:pt x="2669" y="11445"/>
                    <a:pt x="3132" y="11698"/>
                    <a:pt x="2619" y="12103"/>
                  </a:cubicBezTo>
                  <a:cubicBezTo>
                    <a:pt x="2049" y="12553"/>
                    <a:pt x="2260" y="14516"/>
                    <a:pt x="3042" y="14769"/>
                  </a:cubicBezTo>
                  <a:cubicBezTo>
                    <a:pt x="3604" y="14951"/>
                    <a:pt x="4798" y="15494"/>
                    <a:pt x="5762" y="15722"/>
                  </a:cubicBezTo>
                  <a:cubicBezTo>
                    <a:pt x="7836" y="13481"/>
                    <a:pt x="9102" y="10485"/>
                    <a:pt x="9102" y="7194"/>
                  </a:cubicBezTo>
                  <a:cubicBezTo>
                    <a:pt x="9102" y="4663"/>
                    <a:pt x="8353" y="2308"/>
                    <a:pt x="7065" y="336"/>
                  </a:cubicBezTo>
                  <a:cubicBezTo>
                    <a:pt x="6867" y="375"/>
                    <a:pt x="6625" y="406"/>
                    <a:pt x="6356" y="406"/>
                  </a:cubicBezTo>
                  <a:cubicBezTo>
                    <a:pt x="6064" y="406"/>
                    <a:pt x="5740" y="369"/>
                    <a:pt x="5409" y="266"/>
                  </a:cubicBezTo>
                  <a:cubicBezTo>
                    <a:pt x="4910" y="109"/>
                    <a:pt x="4456" y="1"/>
                    <a:pt x="4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4825;p115">
              <a:extLst>
                <a:ext uri="{FF2B5EF4-FFF2-40B4-BE49-F238E27FC236}">
                  <a16:creationId xmlns:a16="http://schemas.microsoft.com/office/drawing/2014/main" id="{51F470D6-1258-3757-18F2-AA5C10BA938D}"/>
                </a:ext>
              </a:extLst>
            </p:cNvPr>
            <p:cNvSpPr/>
            <p:nvPr/>
          </p:nvSpPr>
          <p:spPr>
            <a:xfrm>
              <a:off x="7109203" y="3598121"/>
              <a:ext cx="364291" cy="575050"/>
            </a:xfrm>
            <a:custGeom>
              <a:avLst/>
              <a:gdLst/>
              <a:ahLst/>
              <a:cxnLst/>
              <a:rect l="l" t="t" r="r" b="b"/>
              <a:pathLst>
                <a:path w="8713" h="13758" extrusionOk="0">
                  <a:moveTo>
                    <a:pt x="4994" y="0"/>
                  </a:moveTo>
                  <a:cubicBezTo>
                    <a:pt x="4828" y="0"/>
                    <a:pt x="4647" y="31"/>
                    <a:pt x="4444" y="106"/>
                  </a:cubicBezTo>
                  <a:cubicBezTo>
                    <a:pt x="3589" y="423"/>
                    <a:pt x="3589" y="803"/>
                    <a:pt x="3146" y="1183"/>
                  </a:cubicBezTo>
                  <a:cubicBezTo>
                    <a:pt x="2702" y="1562"/>
                    <a:pt x="2702" y="1562"/>
                    <a:pt x="2291" y="1658"/>
                  </a:cubicBezTo>
                  <a:cubicBezTo>
                    <a:pt x="1880" y="1753"/>
                    <a:pt x="1626" y="2164"/>
                    <a:pt x="1944" y="2513"/>
                  </a:cubicBezTo>
                  <a:cubicBezTo>
                    <a:pt x="2260" y="2860"/>
                    <a:pt x="2609" y="3145"/>
                    <a:pt x="2132" y="3430"/>
                  </a:cubicBezTo>
                  <a:cubicBezTo>
                    <a:pt x="1657" y="3715"/>
                    <a:pt x="1435" y="3933"/>
                    <a:pt x="1531" y="4443"/>
                  </a:cubicBezTo>
                  <a:cubicBezTo>
                    <a:pt x="1563" y="4697"/>
                    <a:pt x="1626" y="4575"/>
                    <a:pt x="1246" y="4793"/>
                  </a:cubicBezTo>
                  <a:cubicBezTo>
                    <a:pt x="866" y="5013"/>
                    <a:pt x="940" y="5431"/>
                    <a:pt x="983" y="5697"/>
                  </a:cubicBezTo>
                  <a:cubicBezTo>
                    <a:pt x="1024" y="5964"/>
                    <a:pt x="993" y="6096"/>
                    <a:pt x="583" y="6458"/>
                  </a:cubicBezTo>
                  <a:cubicBezTo>
                    <a:pt x="171" y="6819"/>
                    <a:pt x="0" y="7288"/>
                    <a:pt x="229" y="7449"/>
                  </a:cubicBezTo>
                  <a:cubicBezTo>
                    <a:pt x="459" y="7612"/>
                    <a:pt x="256" y="7737"/>
                    <a:pt x="229" y="8055"/>
                  </a:cubicBezTo>
                  <a:cubicBezTo>
                    <a:pt x="202" y="8370"/>
                    <a:pt x="75" y="8587"/>
                    <a:pt x="615" y="8954"/>
                  </a:cubicBezTo>
                  <a:cubicBezTo>
                    <a:pt x="1076" y="9268"/>
                    <a:pt x="1537" y="9918"/>
                    <a:pt x="1839" y="9918"/>
                  </a:cubicBezTo>
                  <a:cubicBezTo>
                    <a:pt x="1889" y="9918"/>
                    <a:pt x="1935" y="9900"/>
                    <a:pt x="1976" y="9859"/>
                  </a:cubicBezTo>
                  <a:cubicBezTo>
                    <a:pt x="2174" y="9660"/>
                    <a:pt x="2157" y="9420"/>
                    <a:pt x="2268" y="9420"/>
                  </a:cubicBezTo>
                  <a:cubicBezTo>
                    <a:pt x="2316" y="9420"/>
                    <a:pt x="2389" y="9465"/>
                    <a:pt x="2514" y="9578"/>
                  </a:cubicBezTo>
                  <a:cubicBezTo>
                    <a:pt x="2925" y="9954"/>
                    <a:pt x="3275" y="10137"/>
                    <a:pt x="2925" y="10948"/>
                  </a:cubicBezTo>
                  <a:cubicBezTo>
                    <a:pt x="2578" y="11758"/>
                    <a:pt x="2622" y="12206"/>
                    <a:pt x="3027" y="12584"/>
                  </a:cubicBezTo>
                  <a:cubicBezTo>
                    <a:pt x="3431" y="12962"/>
                    <a:pt x="3274" y="13314"/>
                    <a:pt x="4096" y="13628"/>
                  </a:cubicBezTo>
                  <a:cubicBezTo>
                    <a:pt x="4343" y="13722"/>
                    <a:pt x="4593" y="13757"/>
                    <a:pt x="4834" y="13757"/>
                  </a:cubicBezTo>
                  <a:cubicBezTo>
                    <a:pt x="5398" y="13757"/>
                    <a:pt x="5913" y="13567"/>
                    <a:pt x="6218" y="13502"/>
                  </a:cubicBezTo>
                  <a:cubicBezTo>
                    <a:pt x="6327" y="13479"/>
                    <a:pt x="6499" y="13418"/>
                    <a:pt x="6697" y="13341"/>
                  </a:cubicBezTo>
                  <a:cubicBezTo>
                    <a:pt x="7971" y="11377"/>
                    <a:pt x="8712" y="9034"/>
                    <a:pt x="8712" y="6516"/>
                  </a:cubicBezTo>
                  <a:cubicBezTo>
                    <a:pt x="8710" y="4279"/>
                    <a:pt x="8126" y="2179"/>
                    <a:pt x="7099" y="360"/>
                  </a:cubicBezTo>
                  <a:cubicBezTo>
                    <a:pt x="6942" y="441"/>
                    <a:pt x="6763" y="505"/>
                    <a:pt x="6579" y="505"/>
                  </a:cubicBezTo>
                  <a:cubicBezTo>
                    <a:pt x="6501" y="505"/>
                    <a:pt x="6421" y="493"/>
                    <a:pt x="6343" y="466"/>
                  </a:cubicBezTo>
                  <a:cubicBezTo>
                    <a:pt x="5896" y="313"/>
                    <a:pt x="5523" y="0"/>
                    <a:pt x="49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4826;p115">
              <a:extLst>
                <a:ext uri="{FF2B5EF4-FFF2-40B4-BE49-F238E27FC236}">
                  <a16:creationId xmlns:a16="http://schemas.microsoft.com/office/drawing/2014/main" id="{BB71B0B6-679E-AA74-4D07-B6ED9391B6BF}"/>
                </a:ext>
              </a:extLst>
            </p:cNvPr>
            <p:cNvSpPr/>
            <p:nvPr/>
          </p:nvSpPr>
          <p:spPr>
            <a:xfrm>
              <a:off x="6423812" y="3551307"/>
              <a:ext cx="454098" cy="787590"/>
            </a:xfrm>
            <a:custGeom>
              <a:avLst/>
              <a:gdLst/>
              <a:ahLst/>
              <a:cxnLst/>
              <a:rect l="l" t="t" r="r" b="b"/>
              <a:pathLst>
                <a:path w="10861" h="18843" extrusionOk="0">
                  <a:moveTo>
                    <a:pt x="8482" y="1"/>
                  </a:moveTo>
                  <a:cubicBezTo>
                    <a:pt x="7688" y="1"/>
                    <a:pt x="6673" y="75"/>
                    <a:pt x="6050" y="148"/>
                  </a:cubicBezTo>
                  <a:cubicBezTo>
                    <a:pt x="5366" y="227"/>
                    <a:pt x="5040" y="309"/>
                    <a:pt x="4673" y="309"/>
                  </a:cubicBezTo>
                  <a:cubicBezTo>
                    <a:pt x="4463" y="309"/>
                    <a:pt x="4240" y="282"/>
                    <a:pt x="3929" y="213"/>
                  </a:cubicBezTo>
                  <a:cubicBezTo>
                    <a:pt x="3716" y="166"/>
                    <a:pt x="3463" y="148"/>
                    <a:pt x="3203" y="148"/>
                  </a:cubicBezTo>
                  <a:cubicBezTo>
                    <a:pt x="2948" y="148"/>
                    <a:pt x="2686" y="165"/>
                    <a:pt x="2449" y="189"/>
                  </a:cubicBezTo>
                  <a:cubicBezTo>
                    <a:pt x="910" y="2273"/>
                    <a:pt x="1" y="4849"/>
                    <a:pt x="1" y="7638"/>
                  </a:cubicBezTo>
                  <a:cubicBezTo>
                    <a:pt x="1" y="12533"/>
                    <a:pt x="2804" y="16773"/>
                    <a:pt x="6890" y="18843"/>
                  </a:cubicBezTo>
                  <a:lnTo>
                    <a:pt x="7031" y="18800"/>
                  </a:lnTo>
                  <a:cubicBezTo>
                    <a:pt x="7031" y="18800"/>
                    <a:pt x="8297" y="15538"/>
                    <a:pt x="8171" y="14898"/>
                  </a:cubicBezTo>
                  <a:cubicBezTo>
                    <a:pt x="8044" y="14256"/>
                    <a:pt x="8581" y="13640"/>
                    <a:pt x="8618" y="12975"/>
                  </a:cubicBezTo>
                  <a:cubicBezTo>
                    <a:pt x="8654" y="12310"/>
                    <a:pt x="8328" y="11708"/>
                    <a:pt x="7885" y="11534"/>
                  </a:cubicBezTo>
                  <a:cubicBezTo>
                    <a:pt x="7442" y="11360"/>
                    <a:pt x="7442" y="11517"/>
                    <a:pt x="6847" y="10819"/>
                  </a:cubicBezTo>
                  <a:cubicBezTo>
                    <a:pt x="6443" y="10345"/>
                    <a:pt x="6147" y="10238"/>
                    <a:pt x="5732" y="10238"/>
                  </a:cubicBezTo>
                  <a:cubicBezTo>
                    <a:pt x="5534" y="10238"/>
                    <a:pt x="5310" y="10262"/>
                    <a:pt x="5034" y="10283"/>
                  </a:cubicBezTo>
                  <a:cubicBezTo>
                    <a:pt x="4942" y="10290"/>
                    <a:pt x="4860" y="10293"/>
                    <a:pt x="4788" y="10293"/>
                  </a:cubicBezTo>
                  <a:cubicBezTo>
                    <a:pt x="4196" y="10293"/>
                    <a:pt x="4258" y="10057"/>
                    <a:pt x="4117" y="9507"/>
                  </a:cubicBezTo>
                  <a:cubicBezTo>
                    <a:pt x="3958" y="8889"/>
                    <a:pt x="4908" y="8446"/>
                    <a:pt x="5605" y="7875"/>
                  </a:cubicBezTo>
                  <a:cubicBezTo>
                    <a:pt x="6302" y="7304"/>
                    <a:pt x="6081" y="7180"/>
                    <a:pt x="6184" y="6541"/>
                  </a:cubicBezTo>
                  <a:cubicBezTo>
                    <a:pt x="6237" y="6215"/>
                    <a:pt x="6308" y="6174"/>
                    <a:pt x="6416" y="6174"/>
                  </a:cubicBezTo>
                  <a:cubicBezTo>
                    <a:pt x="6453" y="6174"/>
                    <a:pt x="6494" y="6179"/>
                    <a:pt x="6541" y="6179"/>
                  </a:cubicBezTo>
                  <a:cubicBezTo>
                    <a:pt x="6625" y="6179"/>
                    <a:pt x="6725" y="6163"/>
                    <a:pt x="6847" y="6074"/>
                  </a:cubicBezTo>
                  <a:cubicBezTo>
                    <a:pt x="7233" y="5793"/>
                    <a:pt x="7188" y="5154"/>
                    <a:pt x="7790" y="4811"/>
                  </a:cubicBezTo>
                  <a:cubicBezTo>
                    <a:pt x="7959" y="4716"/>
                    <a:pt x="8154" y="4683"/>
                    <a:pt x="8362" y="4683"/>
                  </a:cubicBezTo>
                  <a:cubicBezTo>
                    <a:pt x="8807" y="4683"/>
                    <a:pt x="9307" y="4832"/>
                    <a:pt x="9712" y="4832"/>
                  </a:cubicBezTo>
                  <a:cubicBezTo>
                    <a:pt x="9794" y="4832"/>
                    <a:pt x="9872" y="4826"/>
                    <a:pt x="9945" y="4811"/>
                  </a:cubicBezTo>
                  <a:cubicBezTo>
                    <a:pt x="10548" y="4692"/>
                    <a:pt x="10861" y="4203"/>
                    <a:pt x="10767" y="3697"/>
                  </a:cubicBezTo>
                  <a:cubicBezTo>
                    <a:pt x="10672" y="3190"/>
                    <a:pt x="9976" y="3000"/>
                    <a:pt x="9311" y="2556"/>
                  </a:cubicBezTo>
                  <a:cubicBezTo>
                    <a:pt x="8646" y="2113"/>
                    <a:pt x="9215" y="1859"/>
                    <a:pt x="9817" y="1289"/>
                  </a:cubicBezTo>
                  <a:cubicBezTo>
                    <a:pt x="10419" y="720"/>
                    <a:pt x="9880" y="403"/>
                    <a:pt x="9628" y="148"/>
                  </a:cubicBezTo>
                  <a:cubicBezTo>
                    <a:pt x="9521" y="40"/>
                    <a:pt x="9060" y="1"/>
                    <a:pt x="84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4827;p115">
              <a:extLst>
                <a:ext uri="{FF2B5EF4-FFF2-40B4-BE49-F238E27FC236}">
                  <a16:creationId xmlns:a16="http://schemas.microsoft.com/office/drawing/2014/main" id="{8DB7651E-2055-63F2-F9D7-AF45F08E6282}"/>
                </a:ext>
              </a:extLst>
            </p:cNvPr>
            <p:cNvSpPr/>
            <p:nvPr/>
          </p:nvSpPr>
          <p:spPr>
            <a:xfrm>
              <a:off x="6423770" y="3560169"/>
              <a:ext cx="426420" cy="748175"/>
            </a:xfrm>
            <a:custGeom>
              <a:avLst/>
              <a:gdLst/>
              <a:ahLst/>
              <a:cxnLst/>
              <a:rect l="l" t="t" r="r" b="b"/>
              <a:pathLst>
                <a:path w="10199" h="17900" extrusionOk="0">
                  <a:moveTo>
                    <a:pt x="7882" y="1"/>
                  </a:moveTo>
                  <a:cubicBezTo>
                    <a:pt x="7160" y="1"/>
                    <a:pt x="6371" y="50"/>
                    <a:pt x="6019" y="96"/>
                  </a:cubicBezTo>
                  <a:cubicBezTo>
                    <a:pt x="5439" y="171"/>
                    <a:pt x="4838" y="488"/>
                    <a:pt x="4170" y="488"/>
                  </a:cubicBezTo>
                  <a:cubicBezTo>
                    <a:pt x="3999" y="488"/>
                    <a:pt x="3824" y="467"/>
                    <a:pt x="3643" y="416"/>
                  </a:cubicBezTo>
                  <a:cubicBezTo>
                    <a:pt x="3448" y="361"/>
                    <a:pt x="3222" y="340"/>
                    <a:pt x="2989" y="340"/>
                  </a:cubicBezTo>
                  <a:cubicBezTo>
                    <a:pt x="2704" y="340"/>
                    <a:pt x="2407" y="371"/>
                    <a:pt x="2141" y="412"/>
                  </a:cubicBezTo>
                  <a:cubicBezTo>
                    <a:pt x="791" y="2416"/>
                    <a:pt x="1" y="4828"/>
                    <a:pt x="1" y="7424"/>
                  </a:cubicBezTo>
                  <a:cubicBezTo>
                    <a:pt x="1" y="11801"/>
                    <a:pt x="2240" y="15654"/>
                    <a:pt x="5636" y="17900"/>
                  </a:cubicBezTo>
                  <a:lnTo>
                    <a:pt x="6209" y="17455"/>
                  </a:lnTo>
                  <a:cubicBezTo>
                    <a:pt x="6209" y="17455"/>
                    <a:pt x="7095" y="15547"/>
                    <a:pt x="7570" y="15111"/>
                  </a:cubicBezTo>
                  <a:cubicBezTo>
                    <a:pt x="8045" y="14675"/>
                    <a:pt x="7854" y="13996"/>
                    <a:pt x="8045" y="13713"/>
                  </a:cubicBezTo>
                  <a:cubicBezTo>
                    <a:pt x="8235" y="13429"/>
                    <a:pt x="8393" y="13300"/>
                    <a:pt x="8411" y="12603"/>
                  </a:cubicBezTo>
                  <a:cubicBezTo>
                    <a:pt x="8427" y="11906"/>
                    <a:pt x="7855" y="11686"/>
                    <a:pt x="7539" y="11686"/>
                  </a:cubicBezTo>
                  <a:cubicBezTo>
                    <a:pt x="7221" y="11686"/>
                    <a:pt x="6968" y="11527"/>
                    <a:pt x="6430" y="11072"/>
                  </a:cubicBezTo>
                  <a:cubicBezTo>
                    <a:pt x="5891" y="10617"/>
                    <a:pt x="5891" y="10766"/>
                    <a:pt x="4848" y="10486"/>
                  </a:cubicBezTo>
                  <a:cubicBezTo>
                    <a:pt x="4501" y="10394"/>
                    <a:pt x="4321" y="10358"/>
                    <a:pt x="4220" y="10358"/>
                  </a:cubicBezTo>
                  <a:cubicBezTo>
                    <a:pt x="4016" y="10358"/>
                    <a:pt x="4129" y="10501"/>
                    <a:pt x="3829" y="10606"/>
                  </a:cubicBezTo>
                  <a:cubicBezTo>
                    <a:pt x="3792" y="10619"/>
                    <a:pt x="3755" y="10625"/>
                    <a:pt x="3720" y="10625"/>
                  </a:cubicBezTo>
                  <a:cubicBezTo>
                    <a:pt x="3331" y="10625"/>
                    <a:pt x="3070" y="9886"/>
                    <a:pt x="3023" y="9598"/>
                  </a:cubicBezTo>
                  <a:cubicBezTo>
                    <a:pt x="2971" y="9283"/>
                    <a:pt x="3487" y="9153"/>
                    <a:pt x="3803" y="8734"/>
                  </a:cubicBezTo>
                  <a:cubicBezTo>
                    <a:pt x="4121" y="8315"/>
                    <a:pt x="4183" y="8392"/>
                    <a:pt x="4341" y="8359"/>
                  </a:cubicBezTo>
                  <a:cubicBezTo>
                    <a:pt x="4499" y="8325"/>
                    <a:pt x="5132" y="7538"/>
                    <a:pt x="5195" y="7328"/>
                  </a:cubicBezTo>
                  <a:cubicBezTo>
                    <a:pt x="5259" y="7118"/>
                    <a:pt x="5385" y="6873"/>
                    <a:pt x="5671" y="6491"/>
                  </a:cubicBezTo>
                  <a:cubicBezTo>
                    <a:pt x="5956" y="6110"/>
                    <a:pt x="5734" y="5892"/>
                    <a:pt x="5315" y="5519"/>
                  </a:cubicBezTo>
                  <a:cubicBezTo>
                    <a:pt x="5118" y="5343"/>
                    <a:pt x="5122" y="5275"/>
                    <a:pt x="5247" y="5275"/>
                  </a:cubicBezTo>
                  <a:cubicBezTo>
                    <a:pt x="5387" y="5275"/>
                    <a:pt x="5683" y="5362"/>
                    <a:pt x="6019" y="5480"/>
                  </a:cubicBezTo>
                  <a:cubicBezTo>
                    <a:pt x="6094" y="5506"/>
                    <a:pt x="6158" y="5518"/>
                    <a:pt x="6213" y="5518"/>
                  </a:cubicBezTo>
                  <a:cubicBezTo>
                    <a:pt x="6619" y="5518"/>
                    <a:pt x="6545" y="4862"/>
                    <a:pt x="7158" y="4509"/>
                  </a:cubicBezTo>
                  <a:cubicBezTo>
                    <a:pt x="7596" y="4256"/>
                    <a:pt x="7696" y="4167"/>
                    <a:pt x="7804" y="4167"/>
                  </a:cubicBezTo>
                  <a:cubicBezTo>
                    <a:pt x="7868" y="4167"/>
                    <a:pt x="7935" y="4198"/>
                    <a:pt x="8076" y="4246"/>
                  </a:cubicBezTo>
                  <a:cubicBezTo>
                    <a:pt x="8337" y="4332"/>
                    <a:pt x="8702" y="4508"/>
                    <a:pt x="9089" y="4508"/>
                  </a:cubicBezTo>
                  <a:cubicBezTo>
                    <a:pt x="9266" y="4508"/>
                    <a:pt x="9449" y="4471"/>
                    <a:pt x="9627" y="4371"/>
                  </a:cubicBezTo>
                  <a:cubicBezTo>
                    <a:pt x="10199" y="4055"/>
                    <a:pt x="9914" y="3485"/>
                    <a:pt x="9471" y="3231"/>
                  </a:cubicBezTo>
                  <a:cubicBezTo>
                    <a:pt x="9027" y="2976"/>
                    <a:pt x="8932" y="2883"/>
                    <a:pt x="8742" y="2692"/>
                  </a:cubicBezTo>
                  <a:cubicBezTo>
                    <a:pt x="8553" y="2503"/>
                    <a:pt x="8806" y="2123"/>
                    <a:pt x="8879" y="1654"/>
                  </a:cubicBezTo>
                  <a:cubicBezTo>
                    <a:pt x="8952" y="1184"/>
                    <a:pt x="9344" y="571"/>
                    <a:pt x="9344" y="232"/>
                  </a:cubicBezTo>
                  <a:cubicBezTo>
                    <a:pt x="9344" y="57"/>
                    <a:pt x="8652" y="1"/>
                    <a:pt x="78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4830;p115">
              <a:extLst>
                <a:ext uri="{FF2B5EF4-FFF2-40B4-BE49-F238E27FC236}">
                  <a16:creationId xmlns:a16="http://schemas.microsoft.com/office/drawing/2014/main" id="{28D16E27-B541-A3AC-BB32-4DAA9CA5B572}"/>
                </a:ext>
              </a:extLst>
            </p:cNvPr>
            <p:cNvSpPr/>
            <p:nvPr/>
          </p:nvSpPr>
          <p:spPr>
            <a:xfrm>
              <a:off x="6423644" y="3709051"/>
              <a:ext cx="339748" cy="585123"/>
            </a:xfrm>
            <a:custGeom>
              <a:avLst/>
              <a:gdLst/>
              <a:ahLst/>
              <a:cxnLst/>
              <a:rect l="l" t="t" r="r" b="b"/>
              <a:pathLst>
                <a:path w="8126" h="13999" extrusionOk="0">
                  <a:moveTo>
                    <a:pt x="1072" y="1"/>
                  </a:moveTo>
                  <a:cubicBezTo>
                    <a:pt x="1070" y="1"/>
                    <a:pt x="1068" y="1"/>
                    <a:pt x="1067" y="1"/>
                  </a:cubicBezTo>
                  <a:lnTo>
                    <a:pt x="821" y="29"/>
                  </a:lnTo>
                  <a:cubicBezTo>
                    <a:pt x="801" y="31"/>
                    <a:pt x="785" y="46"/>
                    <a:pt x="783" y="67"/>
                  </a:cubicBezTo>
                  <a:lnTo>
                    <a:pt x="761" y="285"/>
                  </a:lnTo>
                  <a:cubicBezTo>
                    <a:pt x="759" y="301"/>
                    <a:pt x="768" y="319"/>
                    <a:pt x="783" y="327"/>
                  </a:cubicBezTo>
                  <a:lnTo>
                    <a:pt x="1039" y="475"/>
                  </a:lnTo>
                  <a:cubicBezTo>
                    <a:pt x="1060" y="487"/>
                    <a:pt x="1068" y="512"/>
                    <a:pt x="1056" y="533"/>
                  </a:cubicBezTo>
                  <a:lnTo>
                    <a:pt x="939" y="750"/>
                  </a:lnTo>
                  <a:cubicBezTo>
                    <a:pt x="933" y="763"/>
                    <a:pt x="919" y="770"/>
                    <a:pt x="905" y="772"/>
                  </a:cubicBezTo>
                  <a:lnTo>
                    <a:pt x="372" y="831"/>
                  </a:lnTo>
                  <a:cubicBezTo>
                    <a:pt x="131" y="1804"/>
                    <a:pt x="1" y="2821"/>
                    <a:pt x="1" y="3867"/>
                  </a:cubicBezTo>
                  <a:cubicBezTo>
                    <a:pt x="1" y="4815"/>
                    <a:pt x="106" y="5737"/>
                    <a:pt x="305" y="6624"/>
                  </a:cubicBezTo>
                  <a:lnTo>
                    <a:pt x="651" y="7074"/>
                  </a:lnTo>
                  <a:cubicBezTo>
                    <a:pt x="657" y="7082"/>
                    <a:pt x="667" y="7088"/>
                    <a:pt x="677" y="7090"/>
                  </a:cubicBezTo>
                  <a:lnTo>
                    <a:pt x="1737" y="7319"/>
                  </a:lnTo>
                  <a:cubicBezTo>
                    <a:pt x="1742" y="7320"/>
                    <a:pt x="1747" y="7321"/>
                    <a:pt x="1750" y="7326"/>
                  </a:cubicBezTo>
                  <a:lnTo>
                    <a:pt x="2088" y="7539"/>
                  </a:lnTo>
                  <a:lnTo>
                    <a:pt x="2469" y="7498"/>
                  </a:lnTo>
                  <a:lnTo>
                    <a:pt x="2729" y="7821"/>
                  </a:lnTo>
                  <a:lnTo>
                    <a:pt x="3153" y="7979"/>
                  </a:lnTo>
                  <a:cubicBezTo>
                    <a:pt x="3174" y="7987"/>
                    <a:pt x="3196" y="7991"/>
                    <a:pt x="3219" y="7991"/>
                  </a:cubicBezTo>
                  <a:cubicBezTo>
                    <a:pt x="3227" y="7991"/>
                    <a:pt x="3234" y="7991"/>
                    <a:pt x="3242" y="7990"/>
                  </a:cubicBezTo>
                  <a:lnTo>
                    <a:pt x="3414" y="7970"/>
                  </a:lnTo>
                  <a:cubicBezTo>
                    <a:pt x="3421" y="7969"/>
                    <a:pt x="3428" y="7969"/>
                    <a:pt x="3435" y="7969"/>
                  </a:cubicBezTo>
                  <a:cubicBezTo>
                    <a:pt x="3534" y="7969"/>
                    <a:pt x="3617" y="8043"/>
                    <a:pt x="3630" y="8142"/>
                  </a:cubicBezTo>
                  <a:lnTo>
                    <a:pt x="3650" y="8326"/>
                  </a:lnTo>
                  <a:cubicBezTo>
                    <a:pt x="3657" y="8388"/>
                    <a:pt x="3634" y="8448"/>
                    <a:pt x="3589" y="8491"/>
                  </a:cubicBezTo>
                  <a:lnTo>
                    <a:pt x="3303" y="8753"/>
                  </a:lnTo>
                  <a:cubicBezTo>
                    <a:pt x="3254" y="8797"/>
                    <a:pt x="3230" y="8863"/>
                    <a:pt x="3242" y="8929"/>
                  </a:cubicBezTo>
                  <a:lnTo>
                    <a:pt x="3303" y="9279"/>
                  </a:lnTo>
                  <a:cubicBezTo>
                    <a:pt x="3307" y="9310"/>
                    <a:pt x="3321" y="9340"/>
                    <a:pt x="3340" y="9366"/>
                  </a:cubicBezTo>
                  <a:lnTo>
                    <a:pt x="3992" y="10207"/>
                  </a:lnTo>
                  <a:cubicBezTo>
                    <a:pt x="4010" y="10230"/>
                    <a:pt x="4033" y="10250"/>
                    <a:pt x="4059" y="10263"/>
                  </a:cubicBezTo>
                  <a:lnTo>
                    <a:pt x="4380" y="10423"/>
                  </a:lnTo>
                  <a:cubicBezTo>
                    <a:pt x="4450" y="10457"/>
                    <a:pt x="4491" y="10528"/>
                    <a:pt x="4489" y="10605"/>
                  </a:cubicBezTo>
                  <a:lnTo>
                    <a:pt x="4437" y="11702"/>
                  </a:lnTo>
                  <a:lnTo>
                    <a:pt x="4369" y="13375"/>
                  </a:lnTo>
                  <a:lnTo>
                    <a:pt x="4369" y="13385"/>
                  </a:lnTo>
                  <a:cubicBezTo>
                    <a:pt x="4619" y="13599"/>
                    <a:pt x="4876" y="13805"/>
                    <a:pt x="5141" y="13998"/>
                  </a:cubicBezTo>
                  <a:lnTo>
                    <a:pt x="5366" y="13073"/>
                  </a:lnTo>
                  <a:cubicBezTo>
                    <a:pt x="5376" y="13031"/>
                    <a:pt x="5399" y="12993"/>
                    <a:pt x="5433" y="12966"/>
                  </a:cubicBezTo>
                  <a:lnTo>
                    <a:pt x="6035" y="12481"/>
                  </a:lnTo>
                  <a:cubicBezTo>
                    <a:pt x="6087" y="12439"/>
                    <a:pt x="6114" y="12374"/>
                    <a:pt x="6105" y="12308"/>
                  </a:cubicBezTo>
                  <a:cubicBezTo>
                    <a:pt x="6094" y="12208"/>
                    <a:pt x="6164" y="12115"/>
                    <a:pt x="6263" y="12095"/>
                  </a:cubicBezTo>
                  <a:lnTo>
                    <a:pt x="6382" y="12073"/>
                  </a:lnTo>
                  <a:cubicBezTo>
                    <a:pt x="6451" y="12060"/>
                    <a:pt x="6507" y="12011"/>
                    <a:pt x="6530" y="11944"/>
                  </a:cubicBezTo>
                  <a:lnTo>
                    <a:pt x="6852" y="10970"/>
                  </a:lnTo>
                  <a:cubicBezTo>
                    <a:pt x="6868" y="10919"/>
                    <a:pt x="6908" y="10876"/>
                    <a:pt x="6958" y="10853"/>
                  </a:cubicBezTo>
                  <a:lnTo>
                    <a:pt x="7533" y="10596"/>
                  </a:lnTo>
                  <a:cubicBezTo>
                    <a:pt x="7600" y="10567"/>
                    <a:pt x="7645" y="10501"/>
                    <a:pt x="7649" y="10429"/>
                  </a:cubicBezTo>
                  <a:lnTo>
                    <a:pt x="7688" y="9629"/>
                  </a:lnTo>
                  <a:cubicBezTo>
                    <a:pt x="7691" y="9577"/>
                    <a:pt x="7714" y="9529"/>
                    <a:pt x="7752" y="9495"/>
                  </a:cubicBezTo>
                  <a:lnTo>
                    <a:pt x="8057" y="9214"/>
                  </a:lnTo>
                  <a:cubicBezTo>
                    <a:pt x="8102" y="9172"/>
                    <a:pt x="8125" y="9111"/>
                    <a:pt x="8119" y="9049"/>
                  </a:cubicBezTo>
                  <a:lnTo>
                    <a:pt x="8087" y="8723"/>
                  </a:lnTo>
                  <a:cubicBezTo>
                    <a:pt x="8078" y="8635"/>
                    <a:pt x="8011" y="8565"/>
                    <a:pt x="7924" y="8551"/>
                  </a:cubicBezTo>
                  <a:lnTo>
                    <a:pt x="6499" y="8324"/>
                  </a:lnTo>
                  <a:cubicBezTo>
                    <a:pt x="6440" y="8314"/>
                    <a:pt x="6391" y="8279"/>
                    <a:pt x="6361" y="8228"/>
                  </a:cubicBezTo>
                  <a:lnTo>
                    <a:pt x="6165" y="7887"/>
                  </a:lnTo>
                  <a:cubicBezTo>
                    <a:pt x="6141" y="7847"/>
                    <a:pt x="6106" y="7818"/>
                    <a:pt x="6063" y="7803"/>
                  </a:cubicBezTo>
                  <a:lnTo>
                    <a:pt x="4930" y="7383"/>
                  </a:lnTo>
                  <a:cubicBezTo>
                    <a:pt x="4909" y="7376"/>
                    <a:pt x="4886" y="7372"/>
                    <a:pt x="4864" y="7372"/>
                  </a:cubicBezTo>
                  <a:cubicBezTo>
                    <a:pt x="4839" y="7372"/>
                    <a:pt x="4814" y="7377"/>
                    <a:pt x="4790" y="7386"/>
                  </a:cubicBezTo>
                  <a:lnTo>
                    <a:pt x="4514" y="7499"/>
                  </a:lnTo>
                  <a:cubicBezTo>
                    <a:pt x="4491" y="7508"/>
                    <a:pt x="4466" y="7513"/>
                    <a:pt x="4442" y="7513"/>
                  </a:cubicBezTo>
                  <a:cubicBezTo>
                    <a:pt x="4410" y="7513"/>
                    <a:pt x="4379" y="7505"/>
                    <a:pt x="4351" y="7491"/>
                  </a:cubicBezTo>
                  <a:lnTo>
                    <a:pt x="4278" y="7453"/>
                  </a:lnTo>
                  <a:cubicBezTo>
                    <a:pt x="4251" y="7438"/>
                    <a:pt x="4221" y="7432"/>
                    <a:pt x="4190" y="7432"/>
                  </a:cubicBezTo>
                  <a:cubicBezTo>
                    <a:pt x="4182" y="7432"/>
                    <a:pt x="4175" y="7432"/>
                    <a:pt x="4167" y="7433"/>
                  </a:cubicBezTo>
                  <a:lnTo>
                    <a:pt x="3899" y="7463"/>
                  </a:lnTo>
                  <a:cubicBezTo>
                    <a:pt x="3845" y="7469"/>
                    <a:pt x="3796" y="7497"/>
                    <a:pt x="3764" y="7541"/>
                  </a:cubicBezTo>
                  <a:lnTo>
                    <a:pt x="3661" y="7681"/>
                  </a:lnTo>
                  <a:cubicBezTo>
                    <a:pt x="3626" y="7729"/>
                    <a:pt x="3572" y="7758"/>
                    <a:pt x="3513" y="7762"/>
                  </a:cubicBezTo>
                  <a:lnTo>
                    <a:pt x="3015" y="7787"/>
                  </a:lnTo>
                  <a:lnTo>
                    <a:pt x="2852" y="7577"/>
                  </a:lnTo>
                  <a:lnTo>
                    <a:pt x="2883" y="7150"/>
                  </a:lnTo>
                  <a:cubicBezTo>
                    <a:pt x="2886" y="7124"/>
                    <a:pt x="2864" y="7103"/>
                    <a:pt x="2838" y="7103"/>
                  </a:cubicBezTo>
                  <a:lnTo>
                    <a:pt x="2479" y="7114"/>
                  </a:lnTo>
                  <a:cubicBezTo>
                    <a:pt x="2479" y="7114"/>
                    <a:pt x="2478" y="7114"/>
                    <a:pt x="2477" y="7114"/>
                  </a:cubicBezTo>
                  <a:cubicBezTo>
                    <a:pt x="2454" y="7114"/>
                    <a:pt x="2434" y="7094"/>
                    <a:pt x="2434" y="7071"/>
                  </a:cubicBezTo>
                  <a:lnTo>
                    <a:pt x="2426" y="6615"/>
                  </a:lnTo>
                  <a:cubicBezTo>
                    <a:pt x="2426" y="6591"/>
                    <a:pt x="2405" y="6572"/>
                    <a:pt x="2381" y="6572"/>
                  </a:cubicBezTo>
                  <a:cubicBezTo>
                    <a:pt x="2377" y="6572"/>
                    <a:pt x="2373" y="6573"/>
                    <a:pt x="2369" y="6574"/>
                  </a:cubicBezTo>
                  <a:lnTo>
                    <a:pt x="2104" y="6658"/>
                  </a:lnTo>
                  <a:cubicBezTo>
                    <a:pt x="2094" y="6661"/>
                    <a:pt x="2085" y="6669"/>
                    <a:pt x="2079" y="6677"/>
                  </a:cubicBezTo>
                  <a:lnTo>
                    <a:pt x="1939" y="6903"/>
                  </a:lnTo>
                  <a:cubicBezTo>
                    <a:pt x="1930" y="6916"/>
                    <a:pt x="1916" y="6924"/>
                    <a:pt x="1901" y="6924"/>
                  </a:cubicBezTo>
                  <a:cubicBezTo>
                    <a:pt x="1900" y="6924"/>
                    <a:pt x="1899" y="6924"/>
                    <a:pt x="1898" y="6923"/>
                  </a:cubicBezTo>
                  <a:lnTo>
                    <a:pt x="1526" y="6887"/>
                  </a:lnTo>
                  <a:cubicBezTo>
                    <a:pt x="1510" y="6886"/>
                    <a:pt x="1497" y="6877"/>
                    <a:pt x="1489" y="6863"/>
                  </a:cubicBezTo>
                  <a:lnTo>
                    <a:pt x="1196" y="6248"/>
                  </a:lnTo>
                  <a:cubicBezTo>
                    <a:pt x="1187" y="6232"/>
                    <a:pt x="1190" y="6212"/>
                    <a:pt x="1203" y="6200"/>
                  </a:cubicBezTo>
                  <a:lnTo>
                    <a:pt x="1650" y="5732"/>
                  </a:lnTo>
                  <a:cubicBezTo>
                    <a:pt x="1659" y="5723"/>
                    <a:pt x="1669" y="5718"/>
                    <a:pt x="1680" y="5718"/>
                  </a:cubicBezTo>
                  <a:cubicBezTo>
                    <a:pt x="1684" y="5718"/>
                    <a:pt x="1688" y="5719"/>
                    <a:pt x="1693" y="5720"/>
                  </a:cubicBezTo>
                  <a:lnTo>
                    <a:pt x="1971" y="5790"/>
                  </a:lnTo>
                  <a:cubicBezTo>
                    <a:pt x="1975" y="5791"/>
                    <a:pt x="1979" y="5792"/>
                    <a:pt x="1982" y="5792"/>
                  </a:cubicBezTo>
                  <a:cubicBezTo>
                    <a:pt x="2018" y="5792"/>
                    <a:pt x="2041" y="5750"/>
                    <a:pt x="2016" y="5721"/>
                  </a:cubicBezTo>
                  <a:cubicBezTo>
                    <a:pt x="1994" y="5692"/>
                    <a:pt x="2014" y="5650"/>
                    <a:pt x="2051" y="5650"/>
                  </a:cubicBezTo>
                  <a:cubicBezTo>
                    <a:pt x="2051" y="5650"/>
                    <a:pt x="2052" y="5650"/>
                    <a:pt x="2052" y="5650"/>
                  </a:cubicBezTo>
                  <a:lnTo>
                    <a:pt x="2705" y="5667"/>
                  </a:lnTo>
                  <a:cubicBezTo>
                    <a:pt x="2721" y="5667"/>
                    <a:pt x="2734" y="5676"/>
                    <a:pt x="2742" y="5689"/>
                  </a:cubicBezTo>
                  <a:lnTo>
                    <a:pt x="2944" y="6037"/>
                  </a:lnTo>
                  <a:cubicBezTo>
                    <a:pt x="2953" y="6051"/>
                    <a:pt x="2968" y="6059"/>
                    <a:pt x="2982" y="6059"/>
                  </a:cubicBezTo>
                  <a:cubicBezTo>
                    <a:pt x="2998" y="6059"/>
                    <a:pt x="3014" y="6050"/>
                    <a:pt x="3023" y="6033"/>
                  </a:cubicBezTo>
                  <a:lnTo>
                    <a:pt x="3079" y="5907"/>
                  </a:lnTo>
                  <a:cubicBezTo>
                    <a:pt x="3083" y="5897"/>
                    <a:pt x="3084" y="5886"/>
                    <a:pt x="3081" y="5876"/>
                  </a:cubicBezTo>
                  <a:lnTo>
                    <a:pt x="2904" y="5297"/>
                  </a:lnTo>
                  <a:cubicBezTo>
                    <a:pt x="2899" y="5279"/>
                    <a:pt x="2906" y="5259"/>
                    <a:pt x="2921" y="5248"/>
                  </a:cubicBezTo>
                  <a:lnTo>
                    <a:pt x="3381" y="4926"/>
                  </a:lnTo>
                  <a:cubicBezTo>
                    <a:pt x="3392" y="4918"/>
                    <a:pt x="3398" y="4908"/>
                    <a:pt x="3399" y="4895"/>
                  </a:cubicBezTo>
                  <a:lnTo>
                    <a:pt x="3466" y="4319"/>
                  </a:lnTo>
                  <a:cubicBezTo>
                    <a:pt x="3468" y="4305"/>
                    <a:pt x="3476" y="4292"/>
                    <a:pt x="3490" y="4285"/>
                  </a:cubicBezTo>
                  <a:lnTo>
                    <a:pt x="3748" y="4150"/>
                  </a:lnTo>
                  <a:cubicBezTo>
                    <a:pt x="3760" y="4144"/>
                    <a:pt x="3768" y="4133"/>
                    <a:pt x="3770" y="4122"/>
                  </a:cubicBezTo>
                  <a:lnTo>
                    <a:pt x="3832" y="3857"/>
                  </a:lnTo>
                  <a:cubicBezTo>
                    <a:pt x="3835" y="3845"/>
                    <a:pt x="3844" y="3833"/>
                    <a:pt x="3857" y="3828"/>
                  </a:cubicBezTo>
                  <a:lnTo>
                    <a:pt x="4186" y="3677"/>
                  </a:lnTo>
                  <a:cubicBezTo>
                    <a:pt x="4192" y="3674"/>
                    <a:pt x="4198" y="3673"/>
                    <a:pt x="4204" y="3673"/>
                  </a:cubicBezTo>
                  <a:cubicBezTo>
                    <a:pt x="4233" y="3673"/>
                    <a:pt x="4257" y="3703"/>
                    <a:pt x="4244" y="3733"/>
                  </a:cubicBezTo>
                  <a:lnTo>
                    <a:pt x="4197" y="3851"/>
                  </a:lnTo>
                  <a:cubicBezTo>
                    <a:pt x="4192" y="3862"/>
                    <a:pt x="4193" y="3876"/>
                    <a:pt x="4198" y="3886"/>
                  </a:cubicBezTo>
                  <a:lnTo>
                    <a:pt x="4231" y="3955"/>
                  </a:lnTo>
                  <a:cubicBezTo>
                    <a:pt x="4238" y="3972"/>
                    <a:pt x="4254" y="3981"/>
                    <a:pt x="4270" y="3981"/>
                  </a:cubicBezTo>
                  <a:cubicBezTo>
                    <a:pt x="4283" y="3981"/>
                    <a:pt x="4295" y="3976"/>
                    <a:pt x="4304" y="3965"/>
                  </a:cubicBezTo>
                  <a:lnTo>
                    <a:pt x="4500" y="3738"/>
                  </a:lnTo>
                  <a:cubicBezTo>
                    <a:pt x="4505" y="3732"/>
                    <a:pt x="4511" y="3727"/>
                    <a:pt x="4518" y="3725"/>
                  </a:cubicBezTo>
                  <a:lnTo>
                    <a:pt x="4810" y="3617"/>
                  </a:lnTo>
                  <a:cubicBezTo>
                    <a:pt x="4830" y="3610"/>
                    <a:pt x="4841" y="3591"/>
                    <a:pt x="4839" y="3571"/>
                  </a:cubicBezTo>
                  <a:lnTo>
                    <a:pt x="4827" y="3465"/>
                  </a:lnTo>
                  <a:cubicBezTo>
                    <a:pt x="4825" y="3443"/>
                    <a:pt x="4806" y="3427"/>
                    <a:pt x="4784" y="3427"/>
                  </a:cubicBezTo>
                  <a:cubicBezTo>
                    <a:pt x="4780" y="3427"/>
                    <a:pt x="4776" y="3427"/>
                    <a:pt x="4772" y="3428"/>
                  </a:cubicBezTo>
                  <a:lnTo>
                    <a:pt x="4468" y="3516"/>
                  </a:lnTo>
                  <a:cubicBezTo>
                    <a:pt x="4464" y="3517"/>
                    <a:pt x="4460" y="3518"/>
                    <a:pt x="4456" y="3518"/>
                  </a:cubicBezTo>
                  <a:cubicBezTo>
                    <a:pt x="4440" y="3518"/>
                    <a:pt x="4425" y="3508"/>
                    <a:pt x="4417" y="3494"/>
                  </a:cubicBezTo>
                  <a:lnTo>
                    <a:pt x="4337" y="3344"/>
                  </a:lnTo>
                  <a:cubicBezTo>
                    <a:pt x="4329" y="3325"/>
                    <a:pt x="4332" y="3302"/>
                    <a:pt x="4350" y="3289"/>
                  </a:cubicBezTo>
                  <a:lnTo>
                    <a:pt x="4686" y="3014"/>
                  </a:lnTo>
                  <a:cubicBezTo>
                    <a:pt x="4690" y="3011"/>
                    <a:pt x="4692" y="3009"/>
                    <a:pt x="4696" y="3007"/>
                  </a:cubicBezTo>
                  <a:lnTo>
                    <a:pt x="5067" y="2849"/>
                  </a:lnTo>
                  <a:cubicBezTo>
                    <a:pt x="5072" y="2846"/>
                    <a:pt x="5076" y="2844"/>
                    <a:pt x="5080" y="2840"/>
                  </a:cubicBezTo>
                  <a:lnTo>
                    <a:pt x="5316" y="2610"/>
                  </a:lnTo>
                  <a:cubicBezTo>
                    <a:pt x="5336" y="2589"/>
                    <a:pt x="5332" y="2555"/>
                    <a:pt x="5306" y="2541"/>
                  </a:cubicBezTo>
                  <a:lnTo>
                    <a:pt x="4821" y="2263"/>
                  </a:lnTo>
                  <a:lnTo>
                    <a:pt x="4507" y="2165"/>
                  </a:lnTo>
                  <a:cubicBezTo>
                    <a:pt x="4497" y="2163"/>
                    <a:pt x="4489" y="2155"/>
                    <a:pt x="4484" y="2146"/>
                  </a:cubicBezTo>
                  <a:lnTo>
                    <a:pt x="4156" y="1598"/>
                  </a:lnTo>
                  <a:cubicBezTo>
                    <a:pt x="4147" y="1584"/>
                    <a:pt x="4133" y="1577"/>
                    <a:pt x="4119" y="1577"/>
                  </a:cubicBezTo>
                  <a:cubicBezTo>
                    <a:pt x="4101" y="1577"/>
                    <a:pt x="4082" y="1588"/>
                    <a:pt x="4076" y="1609"/>
                  </a:cubicBezTo>
                  <a:lnTo>
                    <a:pt x="4037" y="1758"/>
                  </a:lnTo>
                  <a:cubicBezTo>
                    <a:pt x="4034" y="1769"/>
                    <a:pt x="4027" y="1779"/>
                    <a:pt x="4017" y="1785"/>
                  </a:cubicBezTo>
                  <a:lnTo>
                    <a:pt x="3802" y="1906"/>
                  </a:lnTo>
                  <a:cubicBezTo>
                    <a:pt x="3796" y="1910"/>
                    <a:pt x="3788" y="1912"/>
                    <a:pt x="3781" y="1912"/>
                  </a:cubicBezTo>
                  <a:cubicBezTo>
                    <a:pt x="3769" y="1912"/>
                    <a:pt x="3756" y="1907"/>
                    <a:pt x="3748" y="1896"/>
                  </a:cubicBezTo>
                  <a:lnTo>
                    <a:pt x="3646" y="1774"/>
                  </a:lnTo>
                  <a:cubicBezTo>
                    <a:pt x="3639" y="1766"/>
                    <a:pt x="3635" y="1753"/>
                    <a:pt x="3636" y="1741"/>
                  </a:cubicBezTo>
                  <a:lnTo>
                    <a:pt x="3662" y="1553"/>
                  </a:lnTo>
                  <a:cubicBezTo>
                    <a:pt x="3665" y="1532"/>
                    <a:pt x="3653" y="1515"/>
                    <a:pt x="3635" y="1506"/>
                  </a:cubicBezTo>
                  <a:lnTo>
                    <a:pt x="3083" y="1294"/>
                  </a:lnTo>
                  <a:cubicBezTo>
                    <a:pt x="3079" y="1292"/>
                    <a:pt x="3073" y="1291"/>
                    <a:pt x="3068" y="1291"/>
                  </a:cubicBezTo>
                  <a:cubicBezTo>
                    <a:pt x="3062" y="1291"/>
                    <a:pt x="3055" y="1292"/>
                    <a:pt x="3049" y="1295"/>
                  </a:cubicBezTo>
                  <a:lnTo>
                    <a:pt x="2646" y="1475"/>
                  </a:lnTo>
                  <a:cubicBezTo>
                    <a:pt x="2620" y="1488"/>
                    <a:pt x="2611" y="1521"/>
                    <a:pt x="2631" y="1545"/>
                  </a:cubicBezTo>
                  <a:lnTo>
                    <a:pt x="2845" y="1799"/>
                  </a:lnTo>
                  <a:cubicBezTo>
                    <a:pt x="2858" y="1815"/>
                    <a:pt x="2860" y="1838"/>
                    <a:pt x="2845" y="1855"/>
                  </a:cubicBezTo>
                  <a:lnTo>
                    <a:pt x="2749" y="1973"/>
                  </a:lnTo>
                  <a:cubicBezTo>
                    <a:pt x="2737" y="1989"/>
                    <a:pt x="2737" y="2012"/>
                    <a:pt x="2749" y="2027"/>
                  </a:cubicBezTo>
                  <a:lnTo>
                    <a:pt x="2980" y="2318"/>
                  </a:lnTo>
                  <a:cubicBezTo>
                    <a:pt x="2994" y="2334"/>
                    <a:pt x="2994" y="2359"/>
                    <a:pt x="2977" y="2375"/>
                  </a:cubicBezTo>
                  <a:lnTo>
                    <a:pt x="2737" y="2633"/>
                  </a:lnTo>
                  <a:lnTo>
                    <a:pt x="2801" y="2947"/>
                  </a:lnTo>
                  <a:cubicBezTo>
                    <a:pt x="2807" y="2976"/>
                    <a:pt x="2784" y="3000"/>
                    <a:pt x="2758" y="3000"/>
                  </a:cubicBezTo>
                  <a:cubicBezTo>
                    <a:pt x="2751" y="3000"/>
                    <a:pt x="2744" y="2998"/>
                    <a:pt x="2737" y="2994"/>
                  </a:cubicBezTo>
                  <a:lnTo>
                    <a:pt x="2477" y="2851"/>
                  </a:lnTo>
                  <a:cubicBezTo>
                    <a:pt x="2467" y="2846"/>
                    <a:pt x="2460" y="2835"/>
                    <a:pt x="2457" y="2825"/>
                  </a:cubicBezTo>
                  <a:lnTo>
                    <a:pt x="2374" y="2542"/>
                  </a:lnTo>
                  <a:cubicBezTo>
                    <a:pt x="2369" y="2526"/>
                    <a:pt x="2357" y="2515"/>
                    <a:pt x="2341" y="2511"/>
                  </a:cubicBezTo>
                  <a:lnTo>
                    <a:pt x="1528" y="2354"/>
                  </a:lnTo>
                  <a:cubicBezTo>
                    <a:pt x="1524" y="2353"/>
                    <a:pt x="1521" y="2352"/>
                    <a:pt x="1518" y="2352"/>
                  </a:cubicBezTo>
                  <a:cubicBezTo>
                    <a:pt x="1513" y="2352"/>
                    <a:pt x="1509" y="2353"/>
                    <a:pt x="1506" y="2355"/>
                  </a:cubicBezTo>
                  <a:lnTo>
                    <a:pt x="1393" y="2393"/>
                  </a:lnTo>
                  <a:cubicBezTo>
                    <a:pt x="1388" y="2395"/>
                    <a:pt x="1383" y="2396"/>
                    <a:pt x="1378" y="2396"/>
                  </a:cubicBezTo>
                  <a:cubicBezTo>
                    <a:pt x="1357" y="2396"/>
                    <a:pt x="1339" y="2381"/>
                    <a:pt x="1336" y="2360"/>
                  </a:cubicBezTo>
                  <a:lnTo>
                    <a:pt x="1304" y="2173"/>
                  </a:lnTo>
                  <a:cubicBezTo>
                    <a:pt x="1300" y="2151"/>
                    <a:pt x="1281" y="2137"/>
                    <a:pt x="1261" y="2137"/>
                  </a:cubicBezTo>
                  <a:cubicBezTo>
                    <a:pt x="1251" y="2137"/>
                    <a:pt x="1241" y="2140"/>
                    <a:pt x="1233" y="2148"/>
                  </a:cubicBezTo>
                  <a:cubicBezTo>
                    <a:pt x="1224" y="2155"/>
                    <a:pt x="1214" y="2158"/>
                    <a:pt x="1205" y="2158"/>
                  </a:cubicBezTo>
                  <a:cubicBezTo>
                    <a:pt x="1186" y="2158"/>
                    <a:pt x="1169" y="2146"/>
                    <a:pt x="1163" y="2127"/>
                  </a:cubicBezTo>
                  <a:lnTo>
                    <a:pt x="1094" y="1887"/>
                  </a:lnTo>
                  <a:cubicBezTo>
                    <a:pt x="1089" y="1872"/>
                    <a:pt x="1094" y="1856"/>
                    <a:pt x="1104" y="1846"/>
                  </a:cubicBezTo>
                  <a:lnTo>
                    <a:pt x="1357" y="1568"/>
                  </a:lnTo>
                  <a:cubicBezTo>
                    <a:pt x="1366" y="1559"/>
                    <a:pt x="1377" y="1554"/>
                    <a:pt x="1388" y="1554"/>
                  </a:cubicBezTo>
                  <a:lnTo>
                    <a:pt x="1520" y="1551"/>
                  </a:lnTo>
                  <a:cubicBezTo>
                    <a:pt x="1556" y="1550"/>
                    <a:pt x="1575" y="1508"/>
                    <a:pt x="1553" y="1480"/>
                  </a:cubicBezTo>
                  <a:lnTo>
                    <a:pt x="1518" y="1436"/>
                  </a:lnTo>
                  <a:cubicBezTo>
                    <a:pt x="1503" y="1417"/>
                    <a:pt x="1507" y="1390"/>
                    <a:pt x="1527" y="1374"/>
                  </a:cubicBezTo>
                  <a:lnTo>
                    <a:pt x="1723" y="1221"/>
                  </a:lnTo>
                  <a:cubicBezTo>
                    <a:pt x="1728" y="1218"/>
                    <a:pt x="1732" y="1215"/>
                    <a:pt x="1734" y="1209"/>
                  </a:cubicBezTo>
                  <a:lnTo>
                    <a:pt x="1780" y="1137"/>
                  </a:lnTo>
                  <a:cubicBezTo>
                    <a:pt x="1789" y="1123"/>
                    <a:pt x="1803" y="1117"/>
                    <a:pt x="1816" y="1117"/>
                  </a:cubicBezTo>
                  <a:cubicBezTo>
                    <a:pt x="1839" y="1117"/>
                    <a:pt x="1861" y="1134"/>
                    <a:pt x="1861" y="1161"/>
                  </a:cubicBezTo>
                  <a:lnTo>
                    <a:pt x="1858" y="1253"/>
                  </a:lnTo>
                  <a:cubicBezTo>
                    <a:pt x="1858" y="1269"/>
                    <a:pt x="1867" y="1285"/>
                    <a:pt x="1881" y="1293"/>
                  </a:cubicBezTo>
                  <a:lnTo>
                    <a:pt x="2017" y="1364"/>
                  </a:lnTo>
                  <a:cubicBezTo>
                    <a:pt x="2023" y="1367"/>
                    <a:pt x="2030" y="1369"/>
                    <a:pt x="2037" y="1369"/>
                  </a:cubicBezTo>
                  <a:cubicBezTo>
                    <a:pt x="2048" y="1369"/>
                    <a:pt x="2059" y="1364"/>
                    <a:pt x="2068" y="1356"/>
                  </a:cubicBezTo>
                  <a:lnTo>
                    <a:pt x="2201" y="1223"/>
                  </a:lnTo>
                  <a:cubicBezTo>
                    <a:pt x="2214" y="1209"/>
                    <a:pt x="2217" y="1189"/>
                    <a:pt x="2208" y="1171"/>
                  </a:cubicBezTo>
                  <a:lnTo>
                    <a:pt x="2115" y="1003"/>
                  </a:lnTo>
                  <a:cubicBezTo>
                    <a:pt x="2106" y="988"/>
                    <a:pt x="2109" y="967"/>
                    <a:pt x="2120" y="954"/>
                  </a:cubicBezTo>
                  <a:lnTo>
                    <a:pt x="2326" y="718"/>
                  </a:lnTo>
                  <a:cubicBezTo>
                    <a:pt x="2338" y="702"/>
                    <a:pt x="2340" y="681"/>
                    <a:pt x="2328" y="665"/>
                  </a:cubicBezTo>
                  <a:lnTo>
                    <a:pt x="2228" y="522"/>
                  </a:lnTo>
                  <a:cubicBezTo>
                    <a:pt x="2214" y="504"/>
                    <a:pt x="2217" y="479"/>
                    <a:pt x="2234" y="465"/>
                  </a:cubicBezTo>
                  <a:lnTo>
                    <a:pt x="2268" y="434"/>
                  </a:lnTo>
                  <a:cubicBezTo>
                    <a:pt x="2295" y="411"/>
                    <a:pt x="2283" y="367"/>
                    <a:pt x="2248" y="360"/>
                  </a:cubicBezTo>
                  <a:lnTo>
                    <a:pt x="1877" y="279"/>
                  </a:lnTo>
                  <a:cubicBezTo>
                    <a:pt x="1874" y="279"/>
                    <a:pt x="1871" y="279"/>
                    <a:pt x="1868" y="279"/>
                  </a:cubicBezTo>
                  <a:cubicBezTo>
                    <a:pt x="1836" y="279"/>
                    <a:pt x="1813" y="313"/>
                    <a:pt x="1830" y="343"/>
                  </a:cubicBezTo>
                  <a:lnTo>
                    <a:pt x="1895" y="462"/>
                  </a:lnTo>
                  <a:cubicBezTo>
                    <a:pt x="1903" y="475"/>
                    <a:pt x="1903" y="493"/>
                    <a:pt x="1894" y="505"/>
                  </a:cubicBezTo>
                  <a:lnTo>
                    <a:pt x="1752" y="728"/>
                  </a:lnTo>
                  <a:cubicBezTo>
                    <a:pt x="1744" y="742"/>
                    <a:pt x="1729" y="748"/>
                    <a:pt x="1715" y="748"/>
                  </a:cubicBezTo>
                  <a:cubicBezTo>
                    <a:pt x="1698" y="748"/>
                    <a:pt x="1681" y="738"/>
                    <a:pt x="1675" y="720"/>
                  </a:cubicBezTo>
                  <a:lnTo>
                    <a:pt x="1594" y="494"/>
                  </a:lnTo>
                  <a:cubicBezTo>
                    <a:pt x="1586" y="475"/>
                    <a:pt x="1569" y="465"/>
                    <a:pt x="1552" y="465"/>
                  </a:cubicBezTo>
                  <a:cubicBezTo>
                    <a:pt x="1538" y="465"/>
                    <a:pt x="1523" y="472"/>
                    <a:pt x="1515" y="488"/>
                  </a:cubicBezTo>
                  <a:lnTo>
                    <a:pt x="1477" y="556"/>
                  </a:lnTo>
                  <a:cubicBezTo>
                    <a:pt x="1469" y="570"/>
                    <a:pt x="1454" y="578"/>
                    <a:pt x="1438" y="578"/>
                  </a:cubicBezTo>
                  <a:cubicBezTo>
                    <a:pt x="1426" y="578"/>
                    <a:pt x="1414" y="573"/>
                    <a:pt x="1405" y="562"/>
                  </a:cubicBezTo>
                  <a:lnTo>
                    <a:pt x="1219" y="328"/>
                  </a:lnTo>
                  <a:cubicBezTo>
                    <a:pt x="1217" y="324"/>
                    <a:pt x="1214" y="320"/>
                    <a:pt x="1213" y="314"/>
                  </a:cubicBezTo>
                  <a:lnTo>
                    <a:pt x="1113" y="30"/>
                  </a:lnTo>
                  <a:cubicBezTo>
                    <a:pt x="1106" y="12"/>
                    <a:pt x="1090" y="1"/>
                    <a:pt x="10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4831;p115">
              <a:extLst>
                <a:ext uri="{FF2B5EF4-FFF2-40B4-BE49-F238E27FC236}">
                  <a16:creationId xmlns:a16="http://schemas.microsoft.com/office/drawing/2014/main" id="{FE254D46-0F25-80C0-F4CC-9F9455C000FF}"/>
                </a:ext>
              </a:extLst>
            </p:cNvPr>
            <p:cNvSpPr/>
            <p:nvPr/>
          </p:nvSpPr>
          <p:spPr>
            <a:xfrm>
              <a:off x="7124631" y="3628089"/>
              <a:ext cx="349197" cy="523179"/>
            </a:xfrm>
            <a:custGeom>
              <a:avLst/>
              <a:gdLst/>
              <a:ahLst/>
              <a:cxnLst/>
              <a:rect l="l" t="t" r="r" b="b"/>
              <a:pathLst>
                <a:path w="8352" h="12517" extrusionOk="0">
                  <a:moveTo>
                    <a:pt x="5443" y="3776"/>
                  </a:moveTo>
                  <a:cubicBezTo>
                    <a:pt x="5529" y="3776"/>
                    <a:pt x="5601" y="3835"/>
                    <a:pt x="5617" y="3920"/>
                  </a:cubicBezTo>
                  <a:lnTo>
                    <a:pt x="5622" y="3948"/>
                  </a:lnTo>
                  <a:cubicBezTo>
                    <a:pt x="5633" y="4003"/>
                    <a:pt x="5669" y="4050"/>
                    <a:pt x="5720" y="4072"/>
                  </a:cubicBezTo>
                  <a:lnTo>
                    <a:pt x="6031" y="4222"/>
                  </a:lnTo>
                  <a:cubicBezTo>
                    <a:pt x="6133" y="4271"/>
                    <a:pt x="6163" y="4404"/>
                    <a:pt x="6092" y="4493"/>
                  </a:cubicBezTo>
                  <a:cubicBezTo>
                    <a:pt x="6058" y="4535"/>
                    <a:pt x="6007" y="4559"/>
                    <a:pt x="5955" y="4559"/>
                  </a:cubicBezTo>
                  <a:cubicBezTo>
                    <a:pt x="5944" y="4559"/>
                    <a:pt x="5932" y="4558"/>
                    <a:pt x="5920" y="4556"/>
                  </a:cubicBezTo>
                  <a:lnTo>
                    <a:pt x="5216" y="4423"/>
                  </a:lnTo>
                  <a:cubicBezTo>
                    <a:pt x="5206" y="4421"/>
                    <a:pt x="5195" y="4421"/>
                    <a:pt x="5184" y="4421"/>
                  </a:cubicBezTo>
                  <a:lnTo>
                    <a:pt x="4849" y="4421"/>
                  </a:lnTo>
                  <a:cubicBezTo>
                    <a:pt x="4716" y="4421"/>
                    <a:pt x="4630" y="4279"/>
                    <a:pt x="4691" y="4161"/>
                  </a:cubicBezTo>
                  <a:lnTo>
                    <a:pt x="4843" y="3871"/>
                  </a:lnTo>
                  <a:cubicBezTo>
                    <a:pt x="4874" y="3812"/>
                    <a:pt x="4934" y="3776"/>
                    <a:pt x="5000" y="3776"/>
                  </a:cubicBezTo>
                  <a:close/>
                  <a:moveTo>
                    <a:pt x="6879" y="3843"/>
                  </a:moveTo>
                  <a:cubicBezTo>
                    <a:pt x="6958" y="3843"/>
                    <a:pt x="7031" y="3896"/>
                    <a:pt x="7051" y="3978"/>
                  </a:cubicBezTo>
                  <a:lnTo>
                    <a:pt x="7153" y="4390"/>
                  </a:lnTo>
                  <a:cubicBezTo>
                    <a:pt x="7156" y="4404"/>
                    <a:pt x="7158" y="4418"/>
                    <a:pt x="7158" y="4432"/>
                  </a:cubicBezTo>
                  <a:lnTo>
                    <a:pt x="7159" y="4864"/>
                  </a:lnTo>
                  <a:cubicBezTo>
                    <a:pt x="7159" y="4962"/>
                    <a:pt x="7078" y="5041"/>
                    <a:pt x="6980" y="5041"/>
                  </a:cubicBezTo>
                  <a:lnTo>
                    <a:pt x="6897" y="5041"/>
                  </a:lnTo>
                  <a:cubicBezTo>
                    <a:pt x="6799" y="5041"/>
                    <a:pt x="6719" y="4962"/>
                    <a:pt x="6719" y="4864"/>
                  </a:cubicBezTo>
                  <a:lnTo>
                    <a:pt x="6719" y="4619"/>
                  </a:lnTo>
                  <a:cubicBezTo>
                    <a:pt x="6719" y="4592"/>
                    <a:pt x="6712" y="4565"/>
                    <a:pt x="6700" y="4539"/>
                  </a:cubicBezTo>
                  <a:lnTo>
                    <a:pt x="6520" y="4181"/>
                  </a:lnTo>
                  <a:cubicBezTo>
                    <a:pt x="6474" y="4088"/>
                    <a:pt x="6516" y="3976"/>
                    <a:pt x="6612" y="3937"/>
                  </a:cubicBezTo>
                  <a:lnTo>
                    <a:pt x="6812" y="3856"/>
                  </a:lnTo>
                  <a:cubicBezTo>
                    <a:pt x="6834" y="3847"/>
                    <a:pt x="6857" y="3843"/>
                    <a:pt x="6879" y="3843"/>
                  </a:cubicBezTo>
                  <a:close/>
                  <a:moveTo>
                    <a:pt x="4331" y="1"/>
                  </a:moveTo>
                  <a:cubicBezTo>
                    <a:pt x="4313" y="1"/>
                    <a:pt x="4294" y="6"/>
                    <a:pt x="4278" y="15"/>
                  </a:cubicBezTo>
                  <a:lnTo>
                    <a:pt x="3024" y="772"/>
                  </a:lnTo>
                  <a:cubicBezTo>
                    <a:pt x="3015" y="777"/>
                    <a:pt x="3008" y="784"/>
                    <a:pt x="3000" y="793"/>
                  </a:cubicBezTo>
                  <a:lnTo>
                    <a:pt x="2158" y="1758"/>
                  </a:lnTo>
                  <a:cubicBezTo>
                    <a:pt x="2128" y="1793"/>
                    <a:pt x="2124" y="1843"/>
                    <a:pt x="2149" y="1880"/>
                  </a:cubicBezTo>
                  <a:lnTo>
                    <a:pt x="2348" y="2187"/>
                  </a:lnTo>
                  <a:cubicBezTo>
                    <a:pt x="2367" y="2216"/>
                    <a:pt x="2399" y="2233"/>
                    <a:pt x="2433" y="2233"/>
                  </a:cubicBezTo>
                  <a:cubicBezTo>
                    <a:pt x="2444" y="2233"/>
                    <a:pt x="2455" y="2232"/>
                    <a:pt x="2466" y="2228"/>
                  </a:cubicBezTo>
                  <a:lnTo>
                    <a:pt x="2800" y="2117"/>
                  </a:lnTo>
                  <a:cubicBezTo>
                    <a:pt x="2811" y="2114"/>
                    <a:pt x="2822" y="2112"/>
                    <a:pt x="2833" y="2112"/>
                  </a:cubicBezTo>
                  <a:cubicBezTo>
                    <a:pt x="2879" y="2112"/>
                    <a:pt x="2921" y="2144"/>
                    <a:pt x="2933" y="2192"/>
                  </a:cubicBezTo>
                  <a:lnTo>
                    <a:pt x="2989" y="2446"/>
                  </a:lnTo>
                  <a:cubicBezTo>
                    <a:pt x="2999" y="2493"/>
                    <a:pt x="3042" y="2526"/>
                    <a:pt x="3088" y="2526"/>
                  </a:cubicBezTo>
                  <a:cubicBezTo>
                    <a:pt x="3093" y="2526"/>
                    <a:pt x="3098" y="2526"/>
                    <a:pt x="3104" y="2525"/>
                  </a:cubicBezTo>
                  <a:lnTo>
                    <a:pt x="3317" y="2495"/>
                  </a:lnTo>
                  <a:cubicBezTo>
                    <a:pt x="3351" y="2490"/>
                    <a:pt x="3381" y="2468"/>
                    <a:pt x="3395" y="2436"/>
                  </a:cubicBezTo>
                  <a:lnTo>
                    <a:pt x="3614" y="1956"/>
                  </a:lnTo>
                  <a:cubicBezTo>
                    <a:pt x="3624" y="1932"/>
                    <a:pt x="3626" y="1906"/>
                    <a:pt x="3619" y="1883"/>
                  </a:cubicBezTo>
                  <a:lnTo>
                    <a:pt x="3547" y="1647"/>
                  </a:lnTo>
                  <a:cubicBezTo>
                    <a:pt x="3536" y="1610"/>
                    <a:pt x="3547" y="1569"/>
                    <a:pt x="3576" y="1541"/>
                  </a:cubicBezTo>
                  <a:lnTo>
                    <a:pt x="4067" y="1091"/>
                  </a:lnTo>
                  <a:cubicBezTo>
                    <a:pt x="4086" y="1074"/>
                    <a:pt x="4111" y="1064"/>
                    <a:pt x="4137" y="1064"/>
                  </a:cubicBezTo>
                  <a:lnTo>
                    <a:pt x="4212" y="1064"/>
                  </a:lnTo>
                  <a:cubicBezTo>
                    <a:pt x="4303" y="1064"/>
                    <a:pt x="4349" y="1173"/>
                    <a:pt x="4284" y="1237"/>
                  </a:cubicBezTo>
                  <a:lnTo>
                    <a:pt x="3940" y="1583"/>
                  </a:lnTo>
                  <a:cubicBezTo>
                    <a:pt x="3910" y="1614"/>
                    <a:pt x="3902" y="1663"/>
                    <a:pt x="3921" y="1701"/>
                  </a:cubicBezTo>
                  <a:lnTo>
                    <a:pt x="3987" y="1834"/>
                  </a:lnTo>
                  <a:cubicBezTo>
                    <a:pt x="4004" y="1869"/>
                    <a:pt x="4040" y="1891"/>
                    <a:pt x="4080" y="1891"/>
                  </a:cubicBezTo>
                  <a:cubicBezTo>
                    <a:pt x="4081" y="1891"/>
                    <a:pt x="4082" y="1891"/>
                    <a:pt x="4083" y="1891"/>
                  </a:cubicBezTo>
                  <a:lnTo>
                    <a:pt x="4472" y="1871"/>
                  </a:lnTo>
                  <a:cubicBezTo>
                    <a:pt x="4473" y="1871"/>
                    <a:pt x="4474" y="1871"/>
                    <a:pt x="4475" y="1871"/>
                  </a:cubicBezTo>
                  <a:cubicBezTo>
                    <a:pt x="4511" y="1871"/>
                    <a:pt x="4546" y="1888"/>
                    <a:pt x="4565" y="1921"/>
                  </a:cubicBezTo>
                  <a:lnTo>
                    <a:pt x="4568" y="1927"/>
                  </a:lnTo>
                  <a:cubicBezTo>
                    <a:pt x="4609" y="1995"/>
                    <a:pt x="4561" y="2081"/>
                    <a:pt x="4480" y="2081"/>
                  </a:cubicBezTo>
                  <a:lnTo>
                    <a:pt x="4318" y="2081"/>
                  </a:lnTo>
                  <a:cubicBezTo>
                    <a:pt x="4266" y="2081"/>
                    <a:pt x="4220" y="2123"/>
                    <a:pt x="4216" y="2175"/>
                  </a:cubicBezTo>
                  <a:lnTo>
                    <a:pt x="4202" y="2346"/>
                  </a:lnTo>
                  <a:cubicBezTo>
                    <a:pt x="4200" y="2386"/>
                    <a:pt x="4175" y="2417"/>
                    <a:pt x="4140" y="2433"/>
                  </a:cubicBezTo>
                  <a:lnTo>
                    <a:pt x="3367" y="2761"/>
                  </a:lnTo>
                  <a:cubicBezTo>
                    <a:pt x="3355" y="2766"/>
                    <a:pt x="3343" y="2768"/>
                    <a:pt x="3331" y="2768"/>
                  </a:cubicBezTo>
                  <a:cubicBezTo>
                    <a:pt x="3328" y="2768"/>
                    <a:pt x="3326" y="2768"/>
                    <a:pt x="3323" y="2768"/>
                  </a:cubicBezTo>
                  <a:lnTo>
                    <a:pt x="2653" y="2743"/>
                  </a:lnTo>
                  <a:cubicBezTo>
                    <a:pt x="2652" y="2743"/>
                    <a:pt x="2650" y="2743"/>
                    <a:pt x="2648" y="2743"/>
                  </a:cubicBezTo>
                  <a:cubicBezTo>
                    <a:pt x="2631" y="2743"/>
                    <a:pt x="2615" y="2748"/>
                    <a:pt x="2601" y="2757"/>
                  </a:cubicBezTo>
                  <a:lnTo>
                    <a:pt x="2165" y="2998"/>
                  </a:lnTo>
                  <a:cubicBezTo>
                    <a:pt x="2163" y="2999"/>
                    <a:pt x="2159" y="3001"/>
                    <a:pt x="2157" y="3004"/>
                  </a:cubicBezTo>
                  <a:lnTo>
                    <a:pt x="1676" y="3375"/>
                  </a:lnTo>
                  <a:cubicBezTo>
                    <a:pt x="1505" y="3508"/>
                    <a:pt x="1478" y="3758"/>
                    <a:pt x="1618" y="3923"/>
                  </a:cubicBezTo>
                  <a:cubicBezTo>
                    <a:pt x="1634" y="3942"/>
                    <a:pt x="1639" y="3968"/>
                    <a:pt x="1631" y="3993"/>
                  </a:cubicBezTo>
                  <a:lnTo>
                    <a:pt x="1559" y="4192"/>
                  </a:lnTo>
                  <a:cubicBezTo>
                    <a:pt x="1549" y="4220"/>
                    <a:pt x="1523" y="4238"/>
                    <a:pt x="1493" y="4238"/>
                  </a:cubicBezTo>
                  <a:lnTo>
                    <a:pt x="1261" y="4238"/>
                  </a:lnTo>
                  <a:cubicBezTo>
                    <a:pt x="1065" y="4238"/>
                    <a:pt x="912" y="4405"/>
                    <a:pt x="927" y="4601"/>
                  </a:cubicBezTo>
                  <a:lnTo>
                    <a:pt x="947" y="4838"/>
                  </a:lnTo>
                  <a:cubicBezTo>
                    <a:pt x="949" y="4866"/>
                    <a:pt x="967" y="4890"/>
                    <a:pt x="994" y="4898"/>
                  </a:cubicBezTo>
                  <a:lnTo>
                    <a:pt x="1390" y="5030"/>
                  </a:lnTo>
                  <a:cubicBezTo>
                    <a:pt x="1397" y="5033"/>
                    <a:pt x="1405" y="5034"/>
                    <a:pt x="1413" y="5034"/>
                  </a:cubicBezTo>
                  <a:cubicBezTo>
                    <a:pt x="1422" y="5034"/>
                    <a:pt x="1430" y="5032"/>
                    <a:pt x="1439" y="5029"/>
                  </a:cubicBezTo>
                  <a:lnTo>
                    <a:pt x="1810" y="4877"/>
                  </a:lnTo>
                  <a:cubicBezTo>
                    <a:pt x="1835" y="4866"/>
                    <a:pt x="1854" y="4840"/>
                    <a:pt x="1854" y="4813"/>
                  </a:cubicBezTo>
                  <a:lnTo>
                    <a:pt x="1854" y="4695"/>
                  </a:lnTo>
                  <a:cubicBezTo>
                    <a:pt x="1854" y="4512"/>
                    <a:pt x="1960" y="4347"/>
                    <a:pt x="2128" y="4272"/>
                  </a:cubicBezTo>
                  <a:lnTo>
                    <a:pt x="2507" y="4103"/>
                  </a:lnTo>
                  <a:cubicBezTo>
                    <a:pt x="2540" y="4088"/>
                    <a:pt x="2575" y="4081"/>
                    <a:pt x="2608" y="4081"/>
                  </a:cubicBezTo>
                  <a:cubicBezTo>
                    <a:pt x="2734" y="4081"/>
                    <a:pt x="2850" y="4179"/>
                    <a:pt x="2859" y="4315"/>
                  </a:cubicBezTo>
                  <a:cubicBezTo>
                    <a:pt x="2860" y="4333"/>
                    <a:pt x="2868" y="4351"/>
                    <a:pt x="2882" y="4363"/>
                  </a:cubicBezTo>
                  <a:lnTo>
                    <a:pt x="3284" y="4721"/>
                  </a:lnTo>
                  <a:cubicBezTo>
                    <a:pt x="3297" y="4732"/>
                    <a:pt x="3314" y="4738"/>
                    <a:pt x="3331" y="4738"/>
                  </a:cubicBezTo>
                  <a:cubicBezTo>
                    <a:pt x="3345" y="4738"/>
                    <a:pt x="3358" y="4734"/>
                    <a:pt x="3370" y="4727"/>
                  </a:cubicBezTo>
                  <a:lnTo>
                    <a:pt x="3424" y="4690"/>
                  </a:lnTo>
                  <a:cubicBezTo>
                    <a:pt x="3455" y="4669"/>
                    <a:pt x="3465" y="4629"/>
                    <a:pt x="3447" y="4597"/>
                  </a:cubicBezTo>
                  <a:lnTo>
                    <a:pt x="3136" y="4042"/>
                  </a:lnTo>
                  <a:cubicBezTo>
                    <a:pt x="3124" y="4022"/>
                    <a:pt x="3124" y="3996"/>
                    <a:pt x="3136" y="3975"/>
                  </a:cubicBezTo>
                  <a:lnTo>
                    <a:pt x="3220" y="3821"/>
                  </a:lnTo>
                  <a:cubicBezTo>
                    <a:pt x="3233" y="3796"/>
                    <a:pt x="3257" y="3785"/>
                    <a:pt x="3281" y="3785"/>
                  </a:cubicBezTo>
                  <a:cubicBezTo>
                    <a:pt x="3310" y="3785"/>
                    <a:pt x="3338" y="3802"/>
                    <a:pt x="3349" y="3834"/>
                  </a:cubicBezTo>
                  <a:lnTo>
                    <a:pt x="3423" y="4076"/>
                  </a:lnTo>
                  <a:cubicBezTo>
                    <a:pt x="3426" y="4084"/>
                    <a:pt x="3429" y="4092"/>
                    <a:pt x="3435" y="4098"/>
                  </a:cubicBezTo>
                  <a:lnTo>
                    <a:pt x="3682" y="4421"/>
                  </a:lnTo>
                  <a:cubicBezTo>
                    <a:pt x="3684" y="4423"/>
                    <a:pt x="3686" y="4426"/>
                    <a:pt x="3687" y="4428"/>
                  </a:cubicBezTo>
                  <a:lnTo>
                    <a:pt x="3984" y="4929"/>
                  </a:lnTo>
                  <a:cubicBezTo>
                    <a:pt x="3998" y="4952"/>
                    <a:pt x="4021" y="4964"/>
                    <a:pt x="4046" y="4964"/>
                  </a:cubicBezTo>
                  <a:cubicBezTo>
                    <a:pt x="4058" y="4964"/>
                    <a:pt x="4071" y="4961"/>
                    <a:pt x="4082" y="4954"/>
                  </a:cubicBezTo>
                  <a:lnTo>
                    <a:pt x="4187" y="4888"/>
                  </a:lnTo>
                  <a:cubicBezTo>
                    <a:pt x="4212" y="4872"/>
                    <a:pt x="4225" y="4845"/>
                    <a:pt x="4220" y="4816"/>
                  </a:cubicBezTo>
                  <a:cubicBezTo>
                    <a:pt x="4211" y="4766"/>
                    <a:pt x="4250" y="4733"/>
                    <a:pt x="4290" y="4733"/>
                  </a:cubicBezTo>
                  <a:cubicBezTo>
                    <a:pt x="4313" y="4733"/>
                    <a:pt x="4336" y="4744"/>
                    <a:pt x="4350" y="4768"/>
                  </a:cubicBezTo>
                  <a:lnTo>
                    <a:pt x="4486" y="5006"/>
                  </a:lnTo>
                  <a:cubicBezTo>
                    <a:pt x="4514" y="5054"/>
                    <a:pt x="4564" y="5082"/>
                    <a:pt x="4617" y="5082"/>
                  </a:cubicBezTo>
                  <a:cubicBezTo>
                    <a:pt x="4624" y="5082"/>
                    <a:pt x="4631" y="5082"/>
                    <a:pt x="4638" y="5081"/>
                  </a:cubicBezTo>
                  <a:lnTo>
                    <a:pt x="5076" y="5020"/>
                  </a:lnTo>
                  <a:cubicBezTo>
                    <a:pt x="5089" y="5018"/>
                    <a:pt x="5101" y="5017"/>
                    <a:pt x="5113" y="5017"/>
                  </a:cubicBezTo>
                  <a:cubicBezTo>
                    <a:pt x="5281" y="5017"/>
                    <a:pt x="5410" y="5177"/>
                    <a:pt x="5365" y="5347"/>
                  </a:cubicBezTo>
                  <a:lnTo>
                    <a:pt x="5314" y="5537"/>
                  </a:lnTo>
                  <a:cubicBezTo>
                    <a:pt x="5297" y="5603"/>
                    <a:pt x="5237" y="5650"/>
                    <a:pt x="5169" y="5650"/>
                  </a:cubicBezTo>
                  <a:lnTo>
                    <a:pt x="4731" y="5650"/>
                  </a:lnTo>
                  <a:cubicBezTo>
                    <a:pt x="4721" y="5650"/>
                    <a:pt x="4712" y="5649"/>
                    <a:pt x="4704" y="5648"/>
                  </a:cubicBezTo>
                  <a:lnTo>
                    <a:pt x="3961" y="5510"/>
                  </a:lnTo>
                  <a:cubicBezTo>
                    <a:pt x="3948" y="5507"/>
                    <a:pt x="3934" y="5506"/>
                    <a:pt x="3920" y="5506"/>
                  </a:cubicBezTo>
                  <a:cubicBezTo>
                    <a:pt x="3845" y="5506"/>
                    <a:pt x="3775" y="5543"/>
                    <a:pt x="3734" y="5608"/>
                  </a:cubicBezTo>
                  <a:cubicBezTo>
                    <a:pt x="3692" y="5673"/>
                    <a:pt x="3622" y="5709"/>
                    <a:pt x="3549" y="5709"/>
                  </a:cubicBezTo>
                  <a:cubicBezTo>
                    <a:pt x="3519" y="5709"/>
                    <a:pt x="3489" y="5703"/>
                    <a:pt x="3460" y="5691"/>
                  </a:cubicBezTo>
                  <a:lnTo>
                    <a:pt x="2788" y="5402"/>
                  </a:lnTo>
                  <a:cubicBezTo>
                    <a:pt x="2756" y="5388"/>
                    <a:pt x="2739" y="5352"/>
                    <a:pt x="2748" y="5319"/>
                  </a:cubicBezTo>
                  <a:lnTo>
                    <a:pt x="2808" y="5113"/>
                  </a:lnTo>
                  <a:cubicBezTo>
                    <a:pt x="2820" y="5068"/>
                    <a:pt x="2787" y="5024"/>
                    <a:pt x="2742" y="5024"/>
                  </a:cubicBezTo>
                  <a:cubicBezTo>
                    <a:pt x="2740" y="5024"/>
                    <a:pt x="2738" y="5024"/>
                    <a:pt x="2736" y="5024"/>
                  </a:cubicBezTo>
                  <a:lnTo>
                    <a:pt x="1675" y="5093"/>
                  </a:lnTo>
                  <a:lnTo>
                    <a:pt x="1614" y="5098"/>
                  </a:lnTo>
                  <a:cubicBezTo>
                    <a:pt x="1306" y="5128"/>
                    <a:pt x="1020" y="5274"/>
                    <a:pt x="818" y="5511"/>
                  </a:cubicBezTo>
                  <a:lnTo>
                    <a:pt x="654" y="5701"/>
                  </a:lnTo>
                  <a:lnTo>
                    <a:pt x="638" y="5721"/>
                  </a:lnTo>
                  <a:lnTo>
                    <a:pt x="109" y="6418"/>
                  </a:lnTo>
                  <a:cubicBezTo>
                    <a:pt x="17" y="6538"/>
                    <a:pt x="0" y="6699"/>
                    <a:pt x="63" y="6835"/>
                  </a:cubicBezTo>
                  <a:lnTo>
                    <a:pt x="93" y="6900"/>
                  </a:lnTo>
                  <a:cubicBezTo>
                    <a:pt x="146" y="7012"/>
                    <a:pt x="144" y="7143"/>
                    <a:pt x="89" y="7253"/>
                  </a:cubicBezTo>
                  <a:cubicBezTo>
                    <a:pt x="12" y="7411"/>
                    <a:pt x="43" y="7598"/>
                    <a:pt x="168" y="7722"/>
                  </a:cubicBezTo>
                  <a:lnTo>
                    <a:pt x="779" y="8326"/>
                  </a:lnTo>
                  <a:cubicBezTo>
                    <a:pt x="855" y="8402"/>
                    <a:pt x="957" y="8444"/>
                    <a:pt x="1063" y="8444"/>
                  </a:cubicBezTo>
                  <a:lnTo>
                    <a:pt x="1579" y="8444"/>
                  </a:lnTo>
                  <a:cubicBezTo>
                    <a:pt x="1640" y="8444"/>
                    <a:pt x="1699" y="8432"/>
                    <a:pt x="1753" y="8406"/>
                  </a:cubicBezTo>
                  <a:lnTo>
                    <a:pt x="2120" y="8232"/>
                  </a:lnTo>
                  <a:cubicBezTo>
                    <a:pt x="2130" y="8227"/>
                    <a:pt x="2140" y="8225"/>
                    <a:pt x="2150" y="8225"/>
                  </a:cubicBezTo>
                  <a:cubicBezTo>
                    <a:pt x="2166" y="8225"/>
                    <a:pt x="2182" y="8230"/>
                    <a:pt x="2195" y="8241"/>
                  </a:cubicBezTo>
                  <a:lnTo>
                    <a:pt x="2424" y="8428"/>
                  </a:lnTo>
                  <a:cubicBezTo>
                    <a:pt x="2438" y="8439"/>
                    <a:pt x="2453" y="8444"/>
                    <a:pt x="2469" y="8444"/>
                  </a:cubicBezTo>
                  <a:lnTo>
                    <a:pt x="2656" y="8444"/>
                  </a:lnTo>
                  <a:cubicBezTo>
                    <a:pt x="2695" y="8444"/>
                    <a:pt x="2726" y="8475"/>
                    <a:pt x="2726" y="8514"/>
                  </a:cubicBezTo>
                  <a:lnTo>
                    <a:pt x="2726" y="9012"/>
                  </a:lnTo>
                  <a:cubicBezTo>
                    <a:pt x="2726" y="9045"/>
                    <a:pt x="2734" y="9077"/>
                    <a:pt x="2748" y="9107"/>
                  </a:cubicBezTo>
                  <a:lnTo>
                    <a:pt x="3100" y="9811"/>
                  </a:lnTo>
                  <a:cubicBezTo>
                    <a:pt x="3124" y="9861"/>
                    <a:pt x="3128" y="9917"/>
                    <a:pt x="3112" y="9969"/>
                  </a:cubicBezTo>
                  <a:lnTo>
                    <a:pt x="2931" y="10531"/>
                  </a:lnTo>
                  <a:cubicBezTo>
                    <a:pt x="2914" y="10581"/>
                    <a:pt x="2918" y="10636"/>
                    <a:pt x="2942" y="10684"/>
                  </a:cubicBezTo>
                  <a:lnTo>
                    <a:pt x="3118" y="11057"/>
                  </a:lnTo>
                  <a:cubicBezTo>
                    <a:pt x="3130" y="11084"/>
                    <a:pt x="3139" y="11114"/>
                    <a:pt x="3139" y="11145"/>
                  </a:cubicBezTo>
                  <a:lnTo>
                    <a:pt x="3139" y="11526"/>
                  </a:lnTo>
                  <a:cubicBezTo>
                    <a:pt x="3139" y="11567"/>
                    <a:pt x="3150" y="11607"/>
                    <a:pt x="3174" y="11641"/>
                  </a:cubicBezTo>
                  <a:lnTo>
                    <a:pt x="3694" y="12424"/>
                  </a:lnTo>
                  <a:cubicBezTo>
                    <a:pt x="3733" y="12481"/>
                    <a:pt x="3799" y="12517"/>
                    <a:pt x="3868" y="12517"/>
                  </a:cubicBezTo>
                  <a:lnTo>
                    <a:pt x="4474" y="12517"/>
                  </a:lnTo>
                  <a:cubicBezTo>
                    <a:pt x="4541" y="12517"/>
                    <a:pt x="4604" y="12485"/>
                    <a:pt x="4644" y="12430"/>
                  </a:cubicBezTo>
                  <a:lnTo>
                    <a:pt x="5006" y="11928"/>
                  </a:lnTo>
                  <a:cubicBezTo>
                    <a:pt x="5032" y="11892"/>
                    <a:pt x="5046" y="11849"/>
                    <a:pt x="5046" y="11805"/>
                  </a:cubicBezTo>
                  <a:lnTo>
                    <a:pt x="5046" y="11644"/>
                  </a:lnTo>
                  <a:cubicBezTo>
                    <a:pt x="5046" y="11551"/>
                    <a:pt x="5108" y="11469"/>
                    <a:pt x="5198" y="11443"/>
                  </a:cubicBezTo>
                  <a:lnTo>
                    <a:pt x="5256" y="11427"/>
                  </a:lnTo>
                  <a:cubicBezTo>
                    <a:pt x="5346" y="11401"/>
                    <a:pt x="5408" y="11319"/>
                    <a:pt x="5408" y="11226"/>
                  </a:cubicBezTo>
                  <a:lnTo>
                    <a:pt x="5408" y="11005"/>
                  </a:lnTo>
                  <a:cubicBezTo>
                    <a:pt x="5408" y="10949"/>
                    <a:pt x="5430" y="10897"/>
                    <a:pt x="5470" y="10857"/>
                  </a:cubicBezTo>
                  <a:lnTo>
                    <a:pt x="5863" y="10464"/>
                  </a:lnTo>
                  <a:cubicBezTo>
                    <a:pt x="5902" y="10425"/>
                    <a:pt x="5925" y="10371"/>
                    <a:pt x="5925" y="10315"/>
                  </a:cubicBezTo>
                  <a:lnTo>
                    <a:pt x="5925" y="9787"/>
                  </a:lnTo>
                  <a:cubicBezTo>
                    <a:pt x="5925" y="9751"/>
                    <a:pt x="5916" y="9715"/>
                    <a:pt x="5898" y="9684"/>
                  </a:cubicBezTo>
                  <a:lnTo>
                    <a:pt x="5800" y="9511"/>
                  </a:lnTo>
                  <a:cubicBezTo>
                    <a:pt x="5752" y="9429"/>
                    <a:pt x="5768" y="9324"/>
                    <a:pt x="5836" y="9257"/>
                  </a:cubicBezTo>
                  <a:lnTo>
                    <a:pt x="6659" y="8458"/>
                  </a:lnTo>
                  <a:cubicBezTo>
                    <a:pt x="6685" y="8432"/>
                    <a:pt x="6706" y="8398"/>
                    <a:pt x="6715" y="8360"/>
                  </a:cubicBezTo>
                  <a:lnTo>
                    <a:pt x="6798" y="8038"/>
                  </a:lnTo>
                  <a:cubicBezTo>
                    <a:pt x="6842" y="7866"/>
                    <a:pt x="6708" y="7705"/>
                    <a:pt x="6541" y="7705"/>
                  </a:cubicBezTo>
                  <a:cubicBezTo>
                    <a:pt x="6520" y="7705"/>
                    <a:pt x="6499" y="7708"/>
                    <a:pt x="6478" y="7713"/>
                  </a:cubicBezTo>
                  <a:cubicBezTo>
                    <a:pt x="6448" y="7720"/>
                    <a:pt x="6418" y="7723"/>
                    <a:pt x="6388" y="7723"/>
                  </a:cubicBezTo>
                  <a:cubicBezTo>
                    <a:pt x="6271" y="7723"/>
                    <a:pt x="6158" y="7670"/>
                    <a:pt x="6084" y="7574"/>
                  </a:cubicBezTo>
                  <a:lnTo>
                    <a:pt x="5979" y="7437"/>
                  </a:lnTo>
                  <a:lnTo>
                    <a:pt x="5696" y="7282"/>
                  </a:lnTo>
                  <a:lnTo>
                    <a:pt x="5249" y="6058"/>
                  </a:lnTo>
                  <a:cubicBezTo>
                    <a:pt x="5243" y="6042"/>
                    <a:pt x="5257" y="6029"/>
                    <a:pt x="5271" y="6029"/>
                  </a:cubicBezTo>
                  <a:cubicBezTo>
                    <a:pt x="5277" y="6029"/>
                    <a:pt x="5283" y="6031"/>
                    <a:pt x="5287" y="6036"/>
                  </a:cubicBezTo>
                  <a:lnTo>
                    <a:pt x="5850" y="6713"/>
                  </a:lnTo>
                  <a:lnTo>
                    <a:pt x="6136" y="7298"/>
                  </a:lnTo>
                  <a:cubicBezTo>
                    <a:pt x="6202" y="7433"/>
                    <a:pt x="6338" y="7513"/>
                    <a:pt x="6481" y="7513"/>
                  </a:cubicBezTo>
                  <a:cubicBezTo>
                    <a:pt x="6525" y="7513"/>
                    <a:pt x="6570" y="7505"/>
                    <a:pt x="6613" y="7489"/>
                  </a:cubicBezTo>
                  <a:lnTo>
                    <a:pt x="7407" y="7194"/>
                  </a:lnTo>
                  <a:cubicBezTo>
                    <a:pt x="7434" y="7184"/>
                    <a:pt x="7456" y="7164"/>
                    <a:pt x="7470" y="7140"/>
                  </a:cubicBezTo>
                  <a:lnTo>
                    <a:pt x="7696" y="6731"/>
                  </a:lnTo>
                  <a:cubicBezTo>
                    <a:pt x="7719" y="6690"/>
                    <a:pt x="7715" y="6640"/>
                    <a:pt x="7687" y="6601"/>
                  </a:cubicBezTo>
                  <a:lnTo>
                    <a:pt x="7465" y="6311"/>
                  </a:lnTo>
                  <a:cubicBezTo>
                    <a:pt x="7442" y="6281"/>
                    <a:pt x="7406" y="6264"/>
                    <a:pt x="7370" y="6264"/>
                  </a:cubicBezTo>
                  <a:cubicBezTo>
                    <a:pt x="7348" y="6264"/>
                    <a:pt x="7326" y="6270"/>
                    <a:pt x="7306" y="6283"/>
                  </a:cubicBezTo>
                  <a:lnTo>
                    <a:pt x="7071" y="6434"/>
                  </a:lnTo>
                  <a:cubicBezTo>
                    <a:pt x="7051" y="6448"/>
                    <a:pt x="7028" y="6454"/>
                    <a:pt x="7006" y="6454"/>
                  </a:cubicBezTo>
                  <a:cubicBezTo>
                    <a:pt x="6963" y="6454"/>
                    <a:pt x="6922" y="6431"/>
                    <a:pt x="6901" y="6390"/>
                  </a:cubicBezTo>
                  <a:lnTo>
                    <a:pt x="6665" y="5932"/>
                  </a:lnTo>
                  <a:cubicBezTo>
                    <a:pt x="6624" y="5854"/>
                    <a:pt x="6681" y="5758"/>
                    <a:pt x="6770" y="5758"/>
                  </a:cubicBezTo>
                  <a:cubicBezTo>
                    <a:pt x="6809" y="5758"/>
                    <a:pt x="6846" y="5778"/>
                    <a:pt x="6868" y="5810"/>
                  </a:cubicBezTo>
                  <a:lnTo>
                    <a:pt x="7027" y="6040"/>
                  </a:lnTo>
                  <a:cubicBezTo>
                    <a:pt x="7050" y="6072"/>
                    <a:pt x="7088" y="6091"/>
                    <a:pt x="7128" y="6091"/>
                  </a:cubicBezTo>
                  <a:cubicBezTo>
                    <a:pt x="7129" y="6091"/>
                    <a:pt x="7130" y="6091"/>
                    <a:pt x="7131" y="6091"/>
                  </a:cubicBezTo>
                  <a:lnTo>
                    <a:pt x="7475" y="6071"/>
                  </a:lnTo>
                  <a:cubicBezTo>
                    <a:pt x="7477" y="6071"/>
                    <a:pt x="7478" y="6071"/>
                    <a:pt x="7479" y="6071"/>
                  </a:cubicBezTo>
                  <a:cubicBezTo>
                    <a:pt x="7512" y="6071"/>
                    <a:pt x="7543" y="6083"/>
                    <a:pt x="7566" y="6107"/>
                  </a:cubicBezTo>
                  <a:lnTo>
                    <a:pt x="7700" y="6241"/>
                  </a:lnTo>
                  <a:cubicBezTo>
                    <a:pt x="7722" y="6262"/>
                    <a:pt x="7753" y="6275"/>
                    <a:pt x="7784" y="6275"/>
                  </a:cubicBezTo>
                  <a:lnTo>
                    <a:pt x="8341" y="6275"/>
                  </a:lnTo>
                  <a:cubicBezTo>
                    <a:pt x="8347" y="6117"/>
                    <a:pt x="8352" y="5957"/>
                    <a:pt x="8352" y="5795"/>
                  </a:cubicBezTo>
                  <a:cubicBezTo>
                    <a:pt x="8352" y="3917"/>
                    <a:pt x="7938" y="2134"/>
                    <a:pt x="7198" y="534"/>
                  </a:cubicBezTo>
                  <a:lnTo>
                    <a:pt x="6762" y="577"/>
                  </a:lnTo>
                  <a:cubicBezTo>
                    <a:pt x="6736" y="580"/>
                    <a:pt x="6711" y="587"/>
                    <a:pt x="6691" y="602"/>
                  </a:cubicBezTo>
                  <a:lnTo>
                    <a:pt x="5601" y="1306"/>
                  </a:lnTo>
                  <a:cubicBezTo>
                    <a:pt x="5584" y="1317"/>
                    <a:pt x="5565" y="1322"/>
                    <a:pt x="5545" y="1322"/>
                  </a:cubicBezTo>
                  <a:cubicBezTo>
                    <a:pt x="5522" y="1322"/>
                    <a:pt x="5498" y="1314"/>
                    <a:pt x="5479" y="1298"/>
                  </a:cubicBezTo>
                  <a:lnTo>
                    <a:pt x="5345" y="1185"/>
                  </a:lnTo>
                  <a:cubicBezTo>
                    <a:pt x="5283" y="1133"/>
                    <a:pt x="5304" y="1034"/>
                    <a:pt x="5381" y="1009"/>
                  </a:cubicBezTo>
                  <a:lnTo>
                    <a:pt x="5753" y="895"/>
                  </a:lnTo>
                  <a:cubicBezTo>
                    <a:pt x="5764" y="892"/>
                    <a:pt x="5773" y="886"/>
                    <a:pt x="5782" y="880"/>
                  </a:cubicBezTo>
                  <a:cubicBezTo>
                    <a:pt x="5845" y="836"/>
                    <a:pt x="5839" y="740"/>
                    <a:pt x="5769" y="705"/>
                  </a:cubicBezTo>
                  <a:lnTo>
                    <a:pt x="4376" y="11"/>
                  </a:lnTo>
                  <a:cubicBezTo>
                    <a:pt x="4362" y="4"/>
                    <a:pt x="4347" y="1"/>
                    <a:pt x="43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4832;p115">
              <a:extLst>
                <a:ext uri="{FF2B5EF4-FFF2-40B4-BE49-F238E27FC236}">
                  <a16:creationId xmlns:a16="http://schemas.microsoft.com/office/drawing/2014/main" id="{40224BC1-C89A-A19B-B239-1E390EB68090}"/>
                </a:ext>
              </a:extLst>
            </p:cNvPr>
            <p:cNvSpPr/>
            <p:nvPr/>
          </p:nvSpPr>
          <p:spPr>
            <a:xfrm>
              <a:off x="7380299" y="4057475"/>
              <a:ext cx="33532" cy="50742"/>
            </a:xfrm>
            <a:custGeom>
              <a:avLst/>
              <a:gdLst/>
              <a:ahLst/>
              <a:cxnLst/>
              <a:rect l="l" t="t" r="r" b="b"/>
              <a:pathLst>
                <a:path w="802" h="1214" extrusionOk="0">
                  <a:moveTo>
                    <a:pt x="567" y="0"/>
                  </a:moveTo>
                  <a:cubicBezTo>
                    <a:pt x="507" y="0"/>
                    <a:pt x="446" y="24"/>
                    <a:pt x="399" y="74"/>
                  </a:cubicBezTo>
                  <a:lnTo>
                    <a:pt x="158" y="337"/>
                  </a:lnTo>
                  <a:cubicBezTo>
                    <a:pt x="127" y="371"/>
                    <a:pt x="108" y="412"/>
                    <a:pt x="100" y="458"/>
                  </a:cubicBezTo>
                  <a:lnTo>
                    <a:pt x="23" y="949"/>
                  </a:lnTo>
                  <a:cubicBezTo>
                    <a:pt x="0" y="1088"/>
                    <a:pt x="108" y="1213"/>
                    <a:pt x="250" y="1213"/>
                  </a:cubicBezTo>
                  <a:lnTo>
                    <a:pt x="329" y="1213"/>
                  </a:lnTo>
                  <a:cubicBezTo>
                    <a:pt x="430" y="1213"/>
                    <a:pt x="518" y="1150"/>
                    <a:pt x="549" y="1054"/>
                  </a:cubicBezTo>
                  <a:lnTo>
                    <a:pt x="787" y="300"/>
                  </a:lnTo>
                  <a:cubicBezTo>
                    <a:pt x="800" y="258"/>
                    <a:pt x="801" y="212"/>
                    <a:pt x="790" y="170"/>
                  </a:cubicBezTo>
                  <a:cubicBezTo>
                    <a:pt x="760" y="62"/>
                    <a:pt x="665" y="0"/>
                    <a:pt x="5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4833;p115">
              <a:extLst>
                <a:ext uri="{FF2B5EF4-FFF2-40B4-BE49-F238E27FC236}">
                  <a16:creationId xmlns:a16="http://schemas.microsoft.com/office/drawing/2014/main" id="{1BF772B5-311E-A64E-B89F-2017B9C4A157}"/>
                </a:ext>
              </a:extLst>
            </p:cNvPr>
            <p:cNvSpPr/>
            <p:nvPr/>
          </p:nvSpPr>
          <p:spPr>
            <a:xfrm>
              <a:off x="6423812" y="3774966"/>
              <a:ext cx="1049724" cy="620317"/>
            </a:xfrm>
            <a:custGeom>
              <a:avLst/>
              <a:gdLst/>
              <a:ahLst/>
              <a:cxnLst/>
              <a:rect l="l" t="t" r="r" b="b"/>
              <a:pathLst>
                <a:path w="25107" h="14841" extrusionOk="0">
                  <a:moveTo>
                    <a:pt x="208" y="1"/>
                  </a:moveTo>
                  <a:cubicBezTo>
                    <a:pt x="72" y="742"/>
                    <a:pt x="1" y="1506"/>
                    <a:pt x="1" y="2287"/>
                  </a:cubicBezTo>
                  <a:cubicBezTo>
                    <a:pt x="1" y="9219"/>
                    <a:pt x="5621" y="14840"/>
                    <a:pt x="12554" y="14840"/>
                  </a:cubicBezTo>
                  <a:cubicBezTo>
                    <a:pt x="19486" y="14840"/>
                    <a:pt x="25106" y="9219"/>
                    <a:pt x="25106" y="2287"/>
                  </a:cubicBezTo>
                  <a:cubicBezTo>
                    <a:pt x="25106" y="1506"/>
                    <a:pt x="25035" y="743"/>
                    <a:pt x="24899" y="1"/>
                  </a:cubicBezTo>
                  <a:cubicBezTo>
                    <a:pt x="23822" y="5841"/>
                    <a:pt x="18704" y="10268"/>
                    <a:pt x="12553" y="10268"/>
                  </a:cubicBezTo>
                  <a:cubicBezTo>
                    <a:pt x="6400" y="10268"/>
                    <a:pt x="1283" y="5841"/>
                    <a:pt x="208" y="1"/>
                  </a:cubicBezTo>
                  <a:close/>
                </a:path>
              </a:pathLst>
            </a:custGeom>
            <a:solidFill>
              <a:schemeClr val="dk1">
                <a:alpha val="315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4834;p115">
              <a:extLst>
                <a:ext uri="{FF2B5EF4-FFF2-40B4-BE49-F238E27FC236}">
                  <a16:creationId xmlns:a16="http://schemas.microsoft.com/office/drawing/2014/main" id="{ABD3574A-9D3D-DD73-A7AA-98F8A4705B8F}"/>
                </a:ext>
              </a:extLst>
            </p:cNvPr>
            <p:cNvSpPr/>
            <p:nvPr/>
          </p:nvSpPr>
          <p:spPr>
            <a:xfrm>
              <a:off x="6486276" y="3685812"/>
              <a:ext cx="119577" cy="80544"/>
            </a:xfrm>
            <a:custGeom>
              <a:avLst/>
              <a:gdLst/>
              <a:ahLst/>
              <a:cxnLst/>
              <a:rect l="l" t="t" r="r" b="b"/>
              <a:pathLst>
                <a:path w="2860" h="1927" extrusionOk="0">
                  <a:moveTo>
                    <a:pt x="1045" y="1"/>
                  </a:moveTo>
                  <a:cubicBezTo>
                    <a:pt x="1037" y="1"/>
                    <a:pt x="1029" y="1"/>
                    <a:pt x="1021" y="2"/>
                  </a:cubicBezTo>
                  <a:lnTo>
                    <a:pt x="215" y="91"/>
                  </a:lnTo>
                  <a:cubicBezTo>
                    <a:pt x="130" y="95"/>
                    <a:pt x="59" y="157"/>
                    <a:pt x="40" y="240"/>
                  </a:cubicBezTo>
                  <a:lnTo>
                    <a:pt x="27" y="303"/>
                  </a:lnTo>
                  <a:cubicBezTo>
                    <a:pt x="1" y="416"/>
                    <a:pt x="74" y="525"/>
                    <a:pt x="185" y="546"/>
                  </a:cubicBezTo>
                  <a:lnTo>
                    <a:pt x="973" y="686"/>
                  </a:lnTo>
                  <a:cubicBezTo>
                    <a:pt x="998" y="690"/>
                    <a:pt x="1021" y="699"/>
                    <a:pt x="1043" y="714"/>
                  </a:cubicBezTo>
                  <a:lnTo>
                    <a:pt x="1316" y="882"/>
                  </a:lnTo>
                  <a:cubicBezTo>
                    <a:pt x="1365" y="912"/>
                    <a:pt x="1399" y="962"/>
                    <a:pt x="1409" y="1019"/>
                  </a:cubicBezTo>
                  <a:lnTo>
                    <a:pt x="1486" y="1466"/>
                  </a:lnTo>
                  <a:cubicBezTo>
                    <a:pt x="1498" y="1531"/>
                    <a:pt x="1542" y="1588"/>
                    <a:pt x="1604" y="1616"/>
                  </a:cubicBezTo>
                  <a:lnTo>
                    <a:pt x="2275" y="1910"/>
                  </a:lnTo>
                  <a:cubicBezTo>
                    <a:pt x="2301" y="1921"/>
                    <a:pt x="2328" y="1927"/>
                    <a:pt x="2355" y="1927"/>
                  </a:cubicBezTo>
                  <a:cubicBezTo>
                    <a:pt x="2441" y="1927"/>
                    <a:pt x="2521" y="1870"/>
                    <a:pt x="2547" y="1782"/>
                  </a:cubicBezTo>
                  <a:lnTo>
                    <a:pt x="2602" y="1587"/>
                  </a:lnTo>
                  <a:cubicBezTo>
                    <a:pt x="2609" y="1562"/>
                    <a:pt x="2621" y="1541"/>
                    <a:pt x="2636" y="1521"/>
                  </a:cubicBezTo>
                  <a:lnTo>
                    <a:pt x="2772" y="1343"/>
                  </a:lnTo>
                  <a:cubicBezTo>
                    <a:pt x="2860" y="1227"/>
                    <a:pt x="2801" y="1059"/>
                    <a:pt x="2659" y="1026"/>
                  </a:cubicBezTo>
                  <a:lnTo>
                    <a:pt x="2405" y="967"/>
                  </a:lnTo>
                  <a:cubicBezTo>
                    <a:pt x="2323" y="948"/>
                    <a:pt x="2261" y="879"/>
                    <a:pt x="2251" y="794"/>
                  </a:cubicBezTo>
                  <a:cubicBezTo>
                    <a:pt x="2244" y="724"/>
                    <a:pt x="2199" y="663"/>
                    <a:pt x="2135" y="633"/>
                  </a:cubicBezTo>
                  <a:lnTo>
                    <a:pt x="1519" y="360"/>
                  </a:lnTo>
                  <a:cubicBezTo>
                    <a:pt x="1499" y="351"/>
                    <a:pt x="1480" y="338"/>
                    <a:pt x="1465" y="323"/>
                  </a:cubicBezTo>
                  <a:lnTo>
                    <a:pt x="1179" y="55"/>
                  </a:lnTo>
                  <a:cubicBezTo>
                    <a:pt x="1143" y="20"/>
                    <a:pt x="1095" y="1"/>
                    <a:pt x="10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4835;p115">
              <a:extLst>
                <a:ext uri="{FF2B5EF4-FFF2-40B4-BE49-F238E27FC236}">
                  <a16:creationId xmlns:a16="http://schemas.microsoft.com/office/drawing/2014/main" id="{AE66EED7-FCD4-00C5-9C22-B331D983736D}"/>
                </a:ext>
              </a:extLst>
            </p:cNvPr>
            <p:cNvSpPr/>
            <p:nvPr/>
          </p:nvSpPr>
          <p:spPr>
            <a:xfrm>
              <a:off x="6458388" y="3692332"/>
              <a:ext cx="16431" cy="12163"/>
            </a:xfrm>
            <a:custGeom>
              <a:avLst/>
              <a:gdLst/>
              <a:ahLst/>
              <a:cxnLst/>
              <a:rect l="l" t="t" r="r" b="b"/>
              <a:pathLst>
                <a:path w="393" h="291" extrusionOk="0">
                  <a:moveTo>
                    <a:pt x="249" y="0"/>
                  </a:moveTo>
                  <a:cubicBezTo>
                    <a:pt x="244" y="0"/>
                    <a:pt x="240" y="1"/>
                    <a:pt x="236" y="1"/>
                  </a:cubicBezTo>
                  <a:lnTo>
                    <a:pt x="107" y="14"/>
                  </a:lnTo>
                  <a:cubicBezTo>
                    <a:pt x="45" y="22"/>
                    <a:pt x="1" y="76"/>
                    <a:pt x="8" y="138"/>
                  </a:cubicBezTo>
                  <a:lnTo>
                    <a:pt x="13" y="190"/>
                  </a:lnTo>
                  <a:cubicBezTo>
                    <a:pt x="19" y="248"/>
                    <a:pt x="68" y="290"/>
                    <a:pt x="125" y="290"/>
                  </a:cubicBezTo>
                  <a:cubicBezTo>
                    <a:pt x="129" y="290"/>
                    <a:pt x="133" y="290"/>
                    <a:pt x="137" y="290"/>
                  </a:cubicBezTo>
                  <a:lnTo>
                    <a:pt x="220" y="280"/>
                  </a:lnTo>
                  <a:cubicBezTo>
                    <a:pt x="252" y="276"/>
                    <a:pt x="281" y="260"/>
                    <a:pt x="299" y="234"/>
                  </a:cubicBezTo>
                  <a:lnTo>
                    <a:pt x="339" y="177"/>
                  </a:lnTo>
                  <a:cubicBezTo>
                    <a:pt x="393" y="102"/>
                    <a:pt x="338" y="0"/>
                    <a:pt x="2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4836;p115">
              <a:extLst>
                <a:ext uri="{FF2B5EF4-FFF2-40B4-BE49-F238E27FC236}">
                  <a16:creationId xmlns:a16="http://schemas.microsoft.com/office/drawing/2014/main" id="{1AA8D815-52D4-23A5-A3EF-CD427BC56052}"/>
                </a:ext>
              </a:extLst>
            </p:cNvPr>
            <p:cNvSpPr/>
            <p:nvPr/>
          </p:nvSpPr>
          <p:spPr>
            <a:xfrm>
              <a:off x="6551207" y="3579479"/>
              <a:ext cx="243167" cy="189552"/>
            </a:xfrm>
            <a:custGeom>
              <a:avLst/>
              <a:gdLst/>
              <a:ahLst/>
              <a:cxnLst/>
              <a:rect l="l" t="t" r="r" b="b"/>
              <a:pathLst>
                <a:path w="5816" h="4535" extrusionOk="0">
                  <a:moveTo>
                    <a:pt x="3311" y="1"/>
                  </a:moveTo>
                  <a:cubicBezTo>
                    <a:pt x="3295" y="1"/>
                    <a:pt x="3277" y="2"/>
                    <a:pt x="3262" y="7"/>
                  </a:cubicBezTo>
                  <a:lnTo>
                    <a:pt x="1347" y="568"/>
                  </a:lnTo>
                  <a:cubicBezTo>
                    <a:pt x="1323" y="574"/>
                    <a:pt x="1302" y="587"/>
                    <a:pt x="1284" y="604"/>
                  </a:cubicBezTo>
                  <a:lnTo>
                    <a:pt x="718" y="1127"/>
                  </a:lnTo>
                  <a:cubicBezTo>
                    <a:pt x="705" y="1139"/>
                    <a:pt x="691" y="1149"/>
                    <a:pt x="676" y="1155"/>
                  </a:cubicBezTo>
                  <a:lnTo>
                    <a:pt x="125" y="1402"/>
                  </a:lnTo>
                  <a:cubicBezTo>
                    <a:pt x="27" y="1445"/>
                    <a:pt x="0" y="1572"/>
                    <a:pt x="71" y="1651"/>
                  </a:cubicBezTo>
                  <a:lnTo>
                    <a:pt x="323" y="1938"/>
                  </a:lnTo>
                  <a:cubicBezTo>
                    <a:pt x="355" y="1971"/>
                    <a:pt x="399" y="1991"/>
                    <a:pt x="446" y="1991"/>
                  </a:cubicBezTo>
                  <a:cubicBezTo>
                    <a:pt x="448" y="1991"/>
                    <a:pt x="451" y="1991"/>
                    <a:pt x="453" y="1991"/>
                  </a:cubicBezTo>
                  <a:lnTo>
                    <a:pt x="1158" y="1946"/>
                  </a:lnTo>
                  <a:cubicBezTo>
                    <a:pt x="1161" y="1946"/>
                    <a:pt x="1164" y="1946"/>
                    <a:pt x="1167" y="1946"/>
                  </a:cubicBezTo>
                  <a:cubicBezTo>
                    <a:pt x="1203" y="1946"/>
                    <a:pt x="1237" y="1957"/>
                    <a:pt x="1266" y="1980"/>
                  </a:cubicBezTo>
                  <a:lnTo>
                    <a:pt x="2107" y="2632"/>
                  </a:lnTo>
                  <a:cubicBezTo>
                    <a:pt x="2135" y="2653"/>
                    <a:pt x="2153" y="2682"/>
                    <a:pt x="2163" y="2716"/>
                  </a:cubicBezTo>
                  <a:lnTo>
                    <a:pt x="2568" y="4202"/>
                  </a:lnTo>
                  <a:cubicBezTo>
                    <a:pt x="2575" y="4232"/>
                    <a:pt x="2591" y="4258"/>
                    <a:pt x="2614" y="4279"/>
                  </a:cubicBezTo>
                  <a:lnTo>
                    <a:pt x="2851" y="4493"/>
                  </a:lnTo>
                  <a:cubicBezTo>
                    <a:pt x="2883" y="4522"/>
                    <a:pt x="2921" y="4535"/>
                    <a:pt x="2958" y="4535"/>
                  </a:cubicBezTo>
                  <a:cubicBezTo>
                    <a:pt x="3022" y="4535"/>
                    <a:pt x="3084" y="4496"/>
                    <a:pt x="3107" y="4428"/>
                  </a:cubicBezTo>
                  <a:lnTo>
                    <a:pt x="3323" y="3797"/>
                  </a:lnTo>
                  <a:cubicBezTo>
                    <a:pt x="3343" y="3739"/>
                    <a:pt x="3396" y="3698"/>
                    <a:pt x="3456" y="3691"/>
                  </a:cubicBezTo>
                  <a:lnTo>
                    <a:pt x="3740" y="3660"/>
                  </a:lnTo>
                  <a:cubicBezTo>
                    <a:pt x="3785" y="3655"/>
                    <a:pt x="3826" y="3631"/>
                    <a:pt x="3851" y="3595"/>
                  </a:cubicBezTo>
                  <a:lnTo>
                    <a:pt x="4127" y="3214"/>
                  </a:lnTo>
                  <a:cubicBezTo>
                    <a:pt x="4142" y="3194"/>
                    <a:pt x="4163" y="3176"/>
                    <a:pt x="4186" y="3165"/>
                  </a:cubicBezTo>
                  <a:lnTo>
                    <a:pt x="4891" y="2825"/>
                  </a:lnTo>
                  <a:cubicBezTo>
                    <a:pt x="4926" y="2807"/>
                    <a:pt x="4953" y="2778"/>
                    <a:pt x="4968" y="2743"/>
                  </a:cubicBezTo>
                  <a:lnTo>
                    <a:pt x="5346" y="1838"/>
                  </a:lnTo>
                  <a:cubicBezTo>
                    <a:pt x="5363" y="1799"/>
                    <a:pt x="5363" y="1752"/>
                    <a:pt x="5344" y="1712"/>
                  </a:cubicBezTo>
                  <a:lnTo>
                    <a:pt x="5048" y="1048"/>
                  </a:lnTo>
                  <a:cubicBezTo>
                    <a:pt x="5018" y="981"/>
                    <a:pt x="5038" y="902"/>
                    <a:pt x="5097" y="858"/>
                  </a:cubicBezTo>
                  <a:lnTo>
                    <a:pt x="5700" y="399"/>
                  </a:lnTo>
                  <a:cubicBezTo>
                    <a:pt x="5815" y="311"/>
                    <a:pt x="5764" y="130"/>
                    <a:pt x="5621" y="114"/>
                  </a:cubicBezTo>
                  <a:lnTo>
                    <a:pt x="5027" y="51"/>
                  </a:lnTo>
                  <a:cubicBezTo>
                    <a:pt x="5023" y="51"/>
                    <a:pt x="5018" y="49"/>
                    <a:pt x="5013" y="49"/>
                  </a:cubicBezTo>
                  <a:lnTo>
                    <a:pt x="33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4837;p115">
              <a:extLst>
                <a:ext uri="{FF2B5EF4-FFF2-40B4-BE49-F238E27FC236}">
                  <a16:creationId xmlns:a16="http://schemas.microsoft.com/office/drawing/2014/main" id="{A2A1C1D2-25B6-BA32-0B86-D830AE27E620}"/>
                </a:ext>
              </a:extLst>
            </p:cNvPr>
            <p:cNvSpPr/>
            <p:nvPr/>
          </p:nvSpPr>
          <p:spPr>
            <a:xfrm>
              <a:off x="6759880" y="3707965"/>
              <a:ext cx="56569" cy="23699"/>
            </a:xfrm>
            <a:custGeom>
              <a:avLst/>
              <a:gdLst/>
              <a:ahLst/>
              <a:cxnLst/>
              <a:rect l="l" t="t" r="r" b="b"/>
              <a:pathLst>
                <a:path w="1353" h="567" extrusionOk="0">
                  <a:moveTo>
                    <a:pt x="506" y="0"/>
                  </a:moveTo>
                  <a:lnTo>
                    <a:pt x="1" y="262"/>
                  </a:lnTo>
                  <a:lnTo>
                    <a:pt x="516" y="566"/>
                  </a:lnTo>
                  <a:lnTo>
                    <a:pt x="1112" y="501"/>
                  </a:lnTo>
                  <a:lnTo>
                    <a:pt x="1352" y="27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4838;p115">
              <a:extLst>
                <a:ext uri="{FF2B5EF4-FFF2-40B4-BE49-F238E27FC236}">
                  <a16:creationId xmlns:a16="http://schemas.microsoft.com/office/drawing/2014/main" id="{C174216E-F6CE-B506-45D7-EF8C8BF16921}"/>
                </a:ext>
              </a:extLst>
            </p:cNvPr>
            <p:cNvSpPr/>
            <p:nvPr/>
          </p:nvSpPr>
          <p:spPr>
            <a:xfrm>
              <a:off x="6462444" y="3595738"/>
              <a:ext cx="130071" cy="91286"/>
            </a:xfrm>
            <a:custGeom>
              <a:avLst/>
              <a:gdLst/>
              <a:ahLst/>
              <a:cxnLst/>
              <a:rect l="l" t="t" r="r" b="b"/>
              <a:pathLst>
                <a:path w="3111" h="2184" extrusionOk="0">
                  <a:moveTo>
                    <a:pt x="1871" y="0"/>
                  </a:moveTo>
                  <a:cubicBezTo>
                    <a:pt x="1866" y="0"/>
                    <a:pt x="1860" y="0"/>
                    <a:pt x="1854" y="2"/>
                  </a:cubicBezTo>
                  <a:lnTo>
                    <a:pt x="726" y="350"/>
                  </a:lnTo>
                  <a:cubicBezTo>
                    <a:pt x="653" y="479"/>
                    <a:pt x="582" y="608"/>
                    <a:pt x="514" y="740"/>
                  </a:cubicBezTo>
                  <a:lnTo>
                    <a:pt x="1004" y="729"/>
                  </a:lnTo>
                  <a:cubicBezTo>
                    <a:pt x="1009" y="729"/>
                    <a:pt x="1014" y="727"/>
                    <a:pt x="1017" y="726"/>
                  </a:cubicBezTo>
                  <a:lnTo>
                    <a:pt x="1146" y="675"/>
                  </a:lnTo>
                  <a:cubicBezTo>
                    <a:pt x="1152" y="673"/>
                    <a:pt x="1157" y="672"/>
                    <a:pt x="1162" y="672"/>
                  </a:cubicBezTo>
                  <a:cubicBezTo>
                    <a:pt x="1198" y="672"/>
                    <a:pt x="1219" y="722"/>
                    <a:pt x="1185" y="746"/>
                  </a:cubicBezTo>
                  <a:lnTo>
                    <a:pt x="1014" y="864"/>
                  </a:lnTo>
                  <a:cubicBezTo>
                    <a:pt x="1009" y="869"/>
                    <a:pt x="1004" y="870"/>
                    <a:pt x="997" y="871"/>
                  </a:cubicBezTo>
                  <a:lnTo>
                    <a:pt x="682" y="923"/>
                  </a:lnTo>
                  <a:cubicBezTo>
                    <a:pt x="680" y="924"/>
                    <a:pt x="677" y="925"/>
                    <a:pt x="674" y="925"/>
                  </a:cubicBezTo>
                  <a:cubicBezTo>
                    <a:pt x="672" y="925"/>
                    <a:pt x="669" y="924"/>
                    <a:pt x="667" y="923"/>
                  </a:cubicBezTo>
                  <a:lnTo>
                    <a:pt x="444" y="874"/>
                  </a:lnTo>
                  <a:cubicBezTo>
                    <a:pt x="357" y="1044"/>
                    <a:pt x="274" y="1215"/>
                    <a:pt x="195" y="1389"/>
                  </a:cubicBezTo>
                  <a:lnTo>
                    <a:pt x="275" y="1410"/>
                  </a:lnTo>
                  <a:cubicBezTo>
                    <a:pt x="278" y="1410"/>
                    <a:pt x="281" y="1411"/>
                    <a:pt x="285" y="1411"/>
                  </a:cubicBezTo>
                  <a:cubicBezTo>
                    <a:pt x="292" y="1411"/>
                    <a:pt x="300" y="1409"/>
                    <a:pt x="306" y="1405"/>
                  </a:cubicBezTo>
                  <a:lnTo>
                    <a:pt x="617" y="1211"/>
                  </a:lnTo>
                  <a:cubicBezTo>
                    <a:pt x="624" y="1207"/>
                    <a:pt x="631" y="1205"/>
                    <a:pt x="638" y="1205"/>
                  </a:cubicBezTo>
                  <a:cubicBezTo>
                    <a:pt x="667" y="1205"/>
                    <a:pt x="690" y="1237"/>
                    <a:pt x="674" y="1267"/>
                  </a:cubicBezTo>
                  <a:lnTo>
                    <a:pt x="543" y="1488"/>
                  </a:lnTo>
                  <a:cubicBezTo>
                    <a:pt x="541" y="1493"/>
                    <a:pt x="536" y="1499"/>
                    <a:pt x="531" y="1501"/>
                  </a:cubicBezTo>
                  <a:lnTo>
                    <a:pt x="203" y="1722"/>
                  </a:lnTo>
                  <a:cubicBezTo>
                    <a:pt x="196" y="1727"/>
                    <a:pt x="189" y="1730"/>
                    <a:pt x="181" y="1730"/>
                  </a:cubicBezTo>
                  <a:cubicBezTo>
                    <a:pt x="177" y="1730"/>
                    <a:pt x="174" y="1729"/>
                    <a:pt x="170" y="1727"/>
                  </a:cubicBezTo>
                  <a:lnTo>
                    <a:pt x="60" y="1695"/>
                  </a:lnTo>
                  <a:cubicBezTo>
                    <a:pt x="40" y="1743"/>
                    <a:pt x="21" y="1792"/>
                    <a:pt x="1" y="1840"/>
                  </a:cubicBezTo>
                  <a:lnTo>
                    <a:pt x="69" y="1849"/>
                  </a:lnTo>
                  <a:cubicBezTo>
                    <a:pt x="83" y="1850"/>
                    <a:pt x="94" y="1859"/>
                    <a:pt x="102" y="1874"/>
                  </a:cubicBezTo>
                  <a:lnTo>
                    <a:pt x="226" y="2158"/>
                  </a:lnTo>
                  <a:cubicBezTo>
                    <a:pt x="233" y="2174"/>
                    <a:pt x="249" y="2183"/>
                    <a:pt x="265" y="2183"/>
                  </a:cubicBezTo>
                  <a:cubicBezTo>
                    <a:pt x="266" y="2183"/>
                    <a:pt x="267" y="2183"/>
                    <a:pt x="268" y="2183"/>
                  </a:cubicBezTo>
                  <a:lnTo>
                    <a:pt x="1452" y="2052"/>
                  </a:lnTo>
                  <a:cubicBezTo>
                    <a:pt x="1474" y="2050"/>
                    <a:pt x="1490" y="2031"/>
                    <a:pt x="1488" y="2008"/>
                  </a:cubicBezTo>
                  <a:lnTo>
                    <a:pt x="1465" y="1800"/>
                  </a:lnTo>
                  <a:cubicBezTo>
                    <a:pt x="1463" y="1779"/>
                    <a:pt x="1445" y="1764"/>
                    <a:pt x="1424" y="1764"/>
                  </a:cubicBezTo>
                  <a:lnTo>
                    <a:pt x="1092" y="1766"/>
                  </a:lnTo>
                  <a:cubicBezTo>
                    <a:pt x="1087" y="1766"/>
                    <a:pt x="1082" y="1767"/>
                    <a:pt x="1077" y="1769"/>
                  </a:cubicBezTo>
                  <a:lnTo>
                    <a:pt x="603" y="1973"/>
                  </a:lnTo>
                  <a:cubicBezTo>
                    <a:pt x="598" y="1975"/>
                    <a:pt x="592" y="1976"/>
                    <a:pt x="587" y="1976"/>
                  </a:cubicBezTo>
                  <a:cubicBezTo>
                    <a:pt x="575" y="1976"/>
                    <a:pt x="562" y="1970"/>
                    <a:pt x="555" y="1959"/>
                  </a:cubicBezTo>
                  <a:lnTo>
                    <a:pt x="485" y="1869"/>
                  </a:lnTo>
                  <a:cubicBezTo>
                    <a:pt x="471" y="1849"/>
                    <a:pt x="475" y="1822"/>
                    <a:pt x="495" y="1809"/>
                  </a:cubicBezTo>
                  <a:lnTo>
                    <a:pt x="653" y="1709"/>
                  </a:lnTo>
                  <a:cubicBezTo>
                    <a:pt x="659" y="1705"/>
                    <a:pt x="667" y="1702"/>
                    <a:pt x="675" y="1702"/>
                  </a:cubicBezTo>
                  <a:lnTo>
                    <a:pt x="1531" y="1710"/>
                  </a:lnTo>
                  <a:cubicBezTo>
                    <a:pt x="1555" y="1710"/>
                    <a:pt x="1574" y="1689"/>
                    <a:pt x="1572" y="1665"/>
                  </a:cubicBezTo>
                  <a:lnTo>
                    <a:pt x="1551" y="1483"/>
                  </a:lnTo>
                  <a:cubicBezTo>
                    <a:pt x="1550" y="1472"/>
                    <a:pt x="1553" y="1459"/>
                    <a:pt x="1562" y="1452"/>
                  </a:cubicBezTo>
                  <a:lnTo>
                    <a:pt x="1850" y="1126"/>
                  </a:lnTo>
                  <a:cubicBezTo>
                    <a:pt x="1874" y="1099"/>
                    <a:pt x="1854" y="1059"/>
                    <a:pt x="1820" y="1059"/>
                  </a:cubicBezTo>
                  <a:cubicBezTo>
                    <a:pt x="1819" y="1059"/>
                    <a:pt x="1817" y="1059"/>
                    <a:pt x="1815" y="1059"/>
                  </a:cubicBezTo>
                  <a:cubicBezTo>
                    <a:pt x="1813" y="1060"/>
                    <a:pt x="1812" y="1060"/>
                    <a:pt x="1810" y="1060"/>
                  </a:cubicBezTo>
                  <a:cubicBezTo>
                    <a:pt x="1770" y="1060"/>
                    <a:pt x="1754" y="1003"/>
                    <a:pt x="1793" y="983"/>
                  </a:cubicBezTo>
                  <a:lnTo>
                    <a:pt x="2073" y="834"/>
                  </a:lnTo>
                  <a:cubicBezTo>
                    <a:pt x="2074" y="832"/>
                    <a:pt x="2076" y="832"/>
                    <a:pt x="2077" y="830"/>
                  </a:cubicBezTo>
                  <a:lnTo>
                    <a:pt x="2552" y="504"/>
                  </a:lnTo>
                  <a:cubicBezTo>
                    <a:pt x="2553" y="503"/>
                    <a:pt x="2555" y="503"/>
                    <a:pt x="2556" y="500"/>
                  </a:cubicBezTo>
                  <a:lnTo>
                    <a:pt x="3078" y="216"/>
                  </a:lnTo>
                  <a:cubicBezTo>
                    <a:pt x="3110" y="194"/>
                    <a:pt x="3100" y="141"/>
                    <a:pt x="3062" y="138"/>
                  </a:cubicBezTo>
                  <a:lnTo>
                    <a:pt x="18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4839;p115">
              <a:extLst>
                <a:ext uri="{FF2B5EF4-FFF2-40B4-BE49-F238E27FC236}">
                  <a16:creationId xmlns:a16="http://schemas.microsoft.com/office/drawing/2014/main" id="{3C31477A-603A-2D47-7492-73F1592FBD15}"/>
                </a:ext>
              </a:extLst>
            </p:cNvPr>
            <p:cNvSpPr/>
            <p:nvPr/>
          </p:nvSpPr>
          <p:spPr>
            <a:xfrm>
              <a:off x="6447100" y="3700399"/>
              <a:ext cx="6940" cy="14964"/>
            </a:xfrm>
            <a:custGeom>
              <a:avLst/>
              <a:gdLst/>
              <a:ahLst/>
              <a:cxnLst/>
              <a:rect l="l" t="t" r="r" b="b"/>
              <a:pathLst>
                <a:path w="166" h="358" extrusionOk="0">
                  <a:moveTo>
                    <a:pt x="116" y="1"/>
                  </a:moveTo>
                  <a:cubicBezTo>
                    <a:pt x="77" y="119"/>
                    <a:pt x="37" y="238"/>
                    <a:pt x="1" y="358"/>
                  </a:cubicBezTo>
                  <a:cubicBezTo>
                    <a:pt x="17" y="349"/>
                    <a:pt x="30" y="337"/>
                    <a:pt x="41" y="321"/>
                  </a:cubicBezTo>
                  <a:lnTo>
                    <a:pt x="140" y="176"/>
                  </a:lnTo>
                  <a:cubicBezTo>
                    <a:pt x="162" y="143"/>
                    <a:pt x="165" y="100"/>
                    <a:pt x="147" y="64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4840;p115">
              <a:extLst>
                <a:ext uri="{FF2B5EF4-FFF2-40B4-BE49-F238E27FC236}">
                  <a16:creationId xmlns:a16="http://schemas.microsoft.com/office/drawing/2014/main" id="{65DBFA37-9A14-4ACB-DD73-D6F14FD0C8D0}"/>
                </a:ext>
              </a:extLst>
            </p:cNvPr>
            <p:cNvSpPr/>
            <p:nvPr/>
          </p:nvSpPr>
          <p:spPr>
            <a:xfrm>
              <a:off x="6456800" y="3680629"/>
              <a:ext cx="3763" cy="6479"/>
            </a:xfrm>
            <a:custGeom>
              <a:avLst/>
              <a:gdLst/>
              <a:ahLst/>
              <a:cxnLst/>
              <a:rect l="l" t="t" r="r" b="b"/>
              <a:pathLst>
                <a:path w="90" h="155" extrusionOk="0">
                  <a:moveTo>
                    <a:pt x="58" y="1"/>
                  </a:moveTo>
                  <a:cubicBezTo>
                    <a:pt x="39" y="51"/>
                    <a:pt x="20" y="103"/>
                    <a:pt x="1" y="154"/>
                  </a:cubicBezTo>
                  <a:cubicBezTo>
                    <a:pt x="58" y="129"/>
                    <a:pt x="89" y="61"/>
                    <a:pt x="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4841;p115">
              <a:extLst>
                <a:ext uri="{FF2B5EF4-FFF2-40B4-BE49-F238E27FC236}">
                  <a16:creationId xmlns:a16="http://schemas.microsoft.com/office/drawing/2014/main" id="{6EBC36CA-5933-1A9B-80A2-D9E71CA92389}"/>
                </a:ext>
              </a:extLst>
            </p:cNvPr>
            <p:cNvSpPr/>
            <p:nvPr/>
          </p:nvSpPr>
          <p:spPr>
            <a:xfrm>
              <a:off x="7183416" y="3145119"/>
              <a:ext cx="61544" cy="184285"/>
            </a:xfrm>
            <a:custGeom>
              <a:avLst/>
              <a:gdLst/>
              <a:ahLst/>
              <a:cxnLst/>
              <a:rect l="l" t="t" r="r" b="b"/>
              <a:pathLst>
                <a:path w="1472" h="4409" extrusionOk="0">
                  <a:moveTo>
                    <a:pt x="1" y="1"/>
                  </a:moveTo>
                  <a:lnTo>
                    <a:pt x="1" y="4409"/>
                  </a:lnTo>
                  <a:lnTo>
                    <a:pt x="1472" y="4409"/>
                  </a:lnTo>
                  <a:lnTo>
                    <a:pt x="14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4842;p115">
              <a:extLst>
                <a:ext uri="{FF2B5EF4-FFF2-40B4-BE49-F238E27FC236}">
                  <a16:creationId xmlns:a16="http://schemas.microsoft.com/office/drawing/2014/main" id="{1F1A71C7-9E10-91B8-C30A-199094BDF8EA}"/>
                </a:ext>
              </a:extLst>
            </p:cNvPr>
            <p:cNvSpPr/>
            <p:nvPr/>
          </p:nvSpPr>
          <p:spPr>
            <a:xfrm>
              <a:off x="7122039" y="3206478"/>
              <a:ext cx="184340" cy="61568"/>
            </a:xfrm>
            <a:custGeom>
              <a:avLst/>
              <a:gdLst/>
              <a:ahLst/>
              <a:cxnLst/>
              <a:rect l="l" t="t" r="r" b="b"/>
              <a:pathLst>
                <a:path w="4409" h="1473" extrusionOk="0">
                  <a:moveTo>
                    <a:pt x="0" y="0"/>
                  </a:moveTo>
                  <a:lnTo>
                    <a:pt x="0" y="1472"/>
                  </a:lnTo>
                  <a:lnTo>
                    <a:pt x="4408" y="1472"/>
                  </a:lnTo>
                  <a:lnTo>
                    <a:pt x="440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4843;p115">
              <a:extLst>
                <a:ext uri="{FF2B5EF4-FFF2-40B4-BE49-F238E27FC236}">
                  <a16:creationId xmlns:a16="http://schemas.microsoft.com/office/drawing/2014/main" id="{5C780732-DC68-0D4B-107E-E72FFEE1096A}"/>
                </a:ext>
              </a:extLst>
            </p:cNvPr>
            <p:cNvSpPr/>
            <p:nvPr/>
          </p:nvSpPr>
          <p:spPr>
            <a:xfrm>
              <a:off x="7760394" y="3370324"/>
              <a:ext cx="39678" cy="118663"/>
            </a:xfrm>
            <a:custGeom>
              <a:avLst/>
              <a:gdLst/>
              <a:ahLst/>
              <a:cxnLst/>
              <a:rect l="l" t="t" r="r" b="b"/>
              <a:pathLst>
                <a:path w="949" h="2839" extrusionOk="0">
                  <a:moveTo>
                    <a:pt x="1" y="0"/>
                  </a:moveTo>
                  <a:lnTo>
                    <a:pt x="1" y="2839"/>
                  </a:lnTo>
                  <a:lnTo>
                    <a:pt x="948" y="2839"/>
                  </a:lnTo>
                  <a:lnTo>
                    <a:pt x="9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4844;p115">
              <a:extLst>
                <a:ext uri="{FF2B5EF4-FFF2-40B4-BE49-F238E27FC236}">
                  <a16:creationId xmlns:a16="http://schemas.microsoft.com/office/drawing/2014/main" id="{4AC421FB-5AD3-1E7A-65B4-2F90BF621CD4}"/>
                </a:ext>
              </a:extLst>
            </p:cNvPr>
            <p:cNvSpPr/>
            <p:nvPr/>
          </p:nvSpPr>
          <p:spPr>
            <a:xfrm>
              <a:off x="7720883" y="3409781"/>
              <a:ext cx="118699" cy="39666"/>
            </a:xfrm>
            <a:custGeom>
              <a:avLst/>
              <a:gdLst/>
              <a:ahLst/>
              <a:cxnLst/>
              <a:rect l="l" t="t" r="r" b="b"/>
              <a:pathLst>
                <a:path w="2839" h="949" extrusionOk="0">
                  <a:moveTo>
                    <a:pt x="0" y="1"/>
                  </a:moveTo>
                  <a:lnTo>
                    <a:pt x="0" y="948"/>
                  </a:lnTo>
                  <a:lnTo>
                    <a:pt x="2839" y="948"/>
                  </a:lnTo>
                  <a:lnTo>
                    <a:pt x="28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4845;p115">
              <a:extLst>
                <a:ext uri="{FF2B5EF4-FFF2-40B4-BE49-F238E27FC236}">
                  <a16:creationId xmlns:a16="http://schemas.microsoft.com/office/drawing/2014/main" id="{4DE6BB58-8CF0-57E9-7309-A950711EBBB8}"/>
                </a:ext>
              </a:extLst>
            </p:cNvPr>
            <p:cNvSpPr/>
            <p:nvPr/>
          </p:nvSpPr>
          <p:spPr>
            <a:xfrm>
              <a:off x="6154221" y="3393355"/>
              <a:ext cx="31441" cy="93919"/>
            </a:xfrm>
            <a:custGeom>
              <a:avLst/>
              <a:gdLst/>
              <a:ahLst/>
              <a:cxnLst/>
              <a:rect l="l" t="t" r="r" b="b"/>
              <a:pathLst>
                <a:path w="752" h="2247" extrusionOk="0">
                  <a:moveTo>
                    <a:pt x="1" y="1"/>
                  </a:moveTo>
                  <a:lnTo>
                    <a:pt x="1" y="2246"/>
                  </a:lnTo>
                  <a:lnTo>
                    <a:pt x="751" y="2246"/>
                  </a:lnTo>
                  <a:lnTo>
                    <a:pt x="7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4846;p115">
              <a:extLst>
                <a:ext uri="{FF2B5EF4-FFF2-40B4-BE49-F238E27FC236}">
                  <a16:creationId xmlns:a16="http://schemas.microsoft.com/office/drawing/2014/main" id="{2744CDCD-5543-6117-7FEB-68131ED117DB}"/>
                </a:ext>
              </a:extLst>
            </p:cNvPr>
            <p:cNvSpPr/>
            <p:nvPr/>
          </p:nvSpPr>
          <p:spPr>
            <a:xfrm>
              <a:off x="6122989" y="3424619"/>
              <a:ext cx="93863" cy="31348"/>
            </a:xfrm>
            <a:custGeom>
              <a:avLst/>
              <a:gdLst/>
              <a:ahLst/>
              <a:cxnLst/>
              <a:rect l="l" t="t" r="r" b="b"/>
              <a:pathLst>
                <a:path w="2245" h="750" extrusionOk="0">
                  <a:moveTo>
                    <a:pt x="0" y="0"/>
                  </a:moveTo>
                  <a:lnTo>
                    <a:pt x="0" y="750"/>
                  </a:lnTo>
                  <a:lnTo>
                    <a:pt x="2245" y="7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4847;p115">
              <a:extLst>
                <a:ext uri="{FF2B5EF4-FFF2-40B4-BE49-F238E27FC236}">
                  <a16:creationId xmlns:a16="http://schemas.microsoft.com/office/drawing/2014/main" id="{DA5060CB-E569-A450-BB89-73211D2F9E81}"/>
                </a:ext>
              </a:extLst>
            </p:cNvPr>
            <p:cNvSpPr/>
            <p:nvPr/>
          </p:nvSpPr>
          <p:spPr>
            <a:xfrm>
              <a:off x="6642687" y="3237241"/>
              <a:ext cx="30814" cy="92163"/>
            </a:xfrm>
            <a:custGeom>
              <a:avLst/>
              <a:gdLst/>
              <a:ahLst/>
              <a:cxnLst/>
              <a:rect l="l" t="t" r="r" b="b"/>
              <a:pathLst>
                <a:path w="737" h="2205" extrusionOk="0">
                  <a:moveTo>
                    <a:pt x="0" y="0"/>
                  </a:moveTo>
                  <a:lnTo>
                    <a:pt x="0" y="2205"/>
                  </a:lnTo>
                  <a:lnTo>
                    <a:pt x="736" y="2205"/>
                  </a:lnTo>
                  <a:lnTo>
                    <a:pt x="7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4848;p115">
              <a:extLst>
                <a:ext uri="{FF2B5EF4-FFF2-40B4-BE49-F238E27FC236}">
                  <a16:creationId xmlns:a16="http://schemas.microsoft.com/office/drawing/2014/main" id="{66E860FC-A521-8BC0-FECF-A6F7DF56884F}"/>
                </a:ext>
              </a:extLst>
            </p:cNvPr>
            <p:cNvSpPr/>
            <p:nvPr/>
          </p:nvSpPr>
          <p:spPr>
            <a:xfrm>
              <a:off x="6611998" y="3267920"/>
              <a:ext cx="92149" cy="30763"/>
            </a:xfrm>
            <a:custGeom>
              <a:avLst/>
              <a:gdLst/>
              <a:ahLst/>
              <a:cxnLst/>
              <a:rect l="l" t="t" r="r" b="b"/>
              <a:pathLst>
                <a:path w="2204" h="736" extrusionOk="0">
                  <a:moveTo>
                    <a:pt x="0" y="0"/>
                  </a:moveTo>
                  <a:lnTo>
                    <a:pt x="0" y="735"/>
                  </a:lnTo>
                  <a:lnTo>
                    <a:pt x="2204" y="735"/>
                  </a:lnTo>
                  <a:lnTo>
                    <a:pt x="22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4849;p115">
              <a:extLst>
                <a:ext uri="{FF2B5EF4-FFF2-40B4-BE49-F238E27FC236}">
                  <a16:creationId xmlns:a16="http://schemas.microsoft.com/office/drawing/2014/main" id="{1E299263-23A1-BBC6-F500-9E036885C699}"/>
                </a:ext>
              </a:extLst>
            </p:cNvPr>
            <p:cNvSpPr/>
            <p:nvPr/>
          </p:nvSpPr>
          <p:spPr>
            <a:xfrm>
              <a:off x="6782750" y="3386667"/>
              <a:ext cx="338745" cy="147796"/>
            </a:xfrm>
            <a:custGeom>
              <a:avLst/>
              <a:gdLst/>
              <a:ahLst/>
              <a:cxnLst/>
              <a:rect l="l" t="t" r="r" b="b"/>
              <a:pathLst>
                <a:path w="8102" h="3536" extrusionOk="0">
                  <a:moveTo>
                    <a:pt x="4051" y="1"/>
                  </a:moveTo>
                  <a:cubicBezTo>
                    <a:pt x="1814" y="1"/>
                    <a:pt x="0" y="792"/>
                    <a:pt x="0" y="1768"/>
                  </a:cubicBezTo>
                  <a:cubicBezTo>
                    <a:pt x="0" y="2743"/>
                    <a:pt x="1814" y="3535"/>
                    <a:pt x="4051" y="3535"/>
                  </a:cubicBezTo>
                  <a:cubicBezTo>
                    <a:pt x="6288" y="3535"/>
                    <a:pt x="8102" y="2743"/>
                    <a:pt x="8102" y="1768"/>
                  </a:cubicBezTo>
                  <a:cubicBezTo>
                    <a:pt x="8102" y="792"/>
                    <a:pt x="6288" y="1"/>
                    <a:pt x="4051" y="1"/>
                  </a:cubicBezTo>
                  <a:close/>
                </a:path>
              </a:pathLst>
            </a:custGeom>
            <a:solidFill>
              <a:srgbClr val="FFFFFF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4855;p115">
              <a:extLst>
                <a:ext uri="{FF2B5EF4-FFF2-40B4-BE49-F238E27FC236}">
                  <a16:creationId xmlns:a16="http://schemas.microsoft.com/office/drawing/2014/main" id="{EB04402D-4799-82AC-9B4F-5AA2E9A48F8A}"/>
                </a:ext>
              </a:extLst>
            </p:cNvPr>
            <p:cNvSpPr/>
            <p:nvPr/>
          </p:nvSpPr>
          <p:spPr>
            <a:xfrm>
              <a:off x="6809216" y="3832270"/>
              <a:ext cx="92316" cy="22487"/>
            </a:xfrm>
            <a:custGeom>
              <a:avLst/>
              <a:gdLst/>
              <a:ahLst/>
              <a:cxnLst/>
              <a:rect l="l" t="t" r="r" b="b"/>
              <a:pathLst>
                <a:path w="2208" h="538" extrusionOk="0">
                  <a:moveTo>
                    <a:pt x="990" y="1"/>
                  </a:moveTo>
                  <a:cubicBezTo>
                    <a:pt x="965" y="2"/>
                    <a:pt x="939" y="4"/>
                    <a:pt x="914" y="5"/>
                  </a:cubicBezTo>
                  <a:cubicBezTo>
                    <a:pt x="888" y="5"/>
                    <a:pt x="863" y="9"/>
                    <a:pt x="837" y="11"/>
                  </a:cubicBezTo>
                  <a:lnTo>
                    <a:pt x="799" y="15"/>
                  </a:lnTo>
                  <a:lnTo>
                    <a:pt x="780" y="17"/>
                  </a:lnTo>
                  <a:lnTo>
                    <a:pt x="760" y="21"/>
                  </a:lnTo>
                  <a:lnTo>
                    <a:pt x="686" y="36"/>
                  </a:lnTo>
                  <a:cubicBezTo>
                    <a:pt x="660" y="41"/>
                    <a:pt x="635" y="47"/>
                    <a:pt x="611" y="53"/>
                  </a:cubicBezTo>
                  <a:cubicBezTo>
                    <a:pt x="587" y="61"/>
                    <a:pt x="562" y="66"/>
                    <a:pt x="537" y="74"/>
                  </a:cubicBezTo>
                  <a:cubicBezTo>
                    <a:pt x="345" y="135"/>
                    <a:pt x="161" y="228"/>
                    <a:pt x="0" y="346"/>
                  </a:cubicBezTo>
                  <a:cubicBezTo>
                    <a:pt x="181" y="259"/>
                    <a:pt x="365" y="185"/>
                    <a:pt x="556" y="139"/>
                  </a:cubicBezTo>
                  <a:cubicBezTo>
                    <a:pt x="580" y="133"/>
                    <a:pt x="603" y="129"/>
                    <a:pt x="628" y="123"/>
                  </a:cubicBezTo>
                  <a:cubicBezTo>
                    <a:pt x="652" y="118"/>
                    <a:pt x="676" y="113"/>
                    <a:pt x="700" y="109"/>
                  </a:cubicBezTo>
                  <a:lnTo>
                    <a:pt x="772" y="99"/>
                  </a:lnTo>
                  <a:lnTo>
                    <a:pt x="790" y="97"/>
                  </a:lnTo>
                  <a:lnTo>
                    <a:pt x="809" y="95"/>
                  </a:lnTo>
                  <a:lnTo>
                    <a:pt x="845" y="93"/>
                  </a:lnTo>
                  <a:cubicBezTo>
                    <a:pt x="893" y="87"/>
                    <a:pt x="940" y="87"/>
                    <a:pt x="990" y="85"/>
                  </a:cubicBezTo>
                  <a:lnTo>
                    <a:pt x="1063" y="87"/>
                  </a:lnTo>
                  <a:cubicBezTo>
                    <a:pt x="1075" y="87"/>
                    <a:pt x="1088" y="88"/>
                    <a:pt x="1099" y="89"/>
                  </a:cubicBezTo>
                  <a:lnTo>
                    <a:pt x="1135" y="93"/>
                  </a:lnTo>
                  <a:cubicBezTo>
                    <a:pt x="1232" y="100"/>
                    <a:pt x="1328" y="117"/>
                    <a:pt x="1423" y="140"/>
                  </a:cubicBezTo>
                  <a:cubicBezTo>
                    <a:pt x="1517" y="165"/>
                    <a:pt x="1610" y="197"/>
                    <a:pt x="1699" y="234"/>
                  </a:cubicBezTo>
                  <a:cubicBezTo>
                    <a:pt x="1790" y="273"/>
                    <a:pt x="1878" y="316"/>
                    <a:pt x="1962" y="368"/>
                  </a:cubicBezTo>
                  <a:cubicBezTo>
                    <a:pt x="2006" y="393"/>
                    <a:pt x="2047" y="419"/>
                    <a:pt x="2088" y="448"/>
                  </a:cubicBezTo>
                  <a:cubicBezTo>
                    <a:pt x="2109" y="463"/>
                    <a:pt x="2129" y="476"/>
                    <a:pt x="2149" y="492"/>
                  </a:cubicBezTo>
                  <a:cubicBezTo>
                    <a:pt x="2169" y="506"/>
                    <a:pt x="2188" y="522"/>
                    <a:pt x="2208" y="538"/>
                  </a:cubicBezTo>
                  <a:cubicBezTo>
                    <a:pt x="2176" y="500"/>
                    <a:pt x="2140" y="465"/>
                    <a:pt x="2105" y="429"/>
                  </a:cubicBezTo>
                  <a:cubicBezTo>
                    <a:pt x="2068" y="394"/>
                    <a:pt x="2028" y="363"/>
                    <a:pt x="1989" y="332"/>
                  </a:cubicBezTo>
                  <a:cubicBezTo>
                    <a:pt x="1949" y="303"/>
                    <a:pt x="1907" y="274"/>
                    <a:pt x="1863" y="247"/>
                  </a:cubicBezTo>
                  <a:lnTo>
                    <a:pt x="1798" y="208"/>
                  </a:lnTo>
                  <a:cubicBezTo>
                    <a:pt x="1776" y="196"/>
                    <a:pt x="1754" y="184"/>
                    <a:pt x="1731" y="172"/>
                  </a:cubicBezTo>
                  <a:cubicBezTo>
                    <a:pt x="1640" y="128"/>
                    <a:pt x="1544" y="89"/>
                    <a:pt x="1446" y="62"/>
                  </a:cubicBezTo>
                  <a:cubicBezTo>
                    <a:pt x="1348" y="33"/>
                    <a:pt x="1247" y="15"/>
                    <a:pt x="1145" y="6"/>
                  </a:cubicBezTo>
                  <a:lnTo>
                    <a:pt x="1105" y="4"/>
                  </a:lnTo>
                  <a:cubicBezTo>
                    <a:pt x="1093" y="4"/>
                    <a:pt x="1080" y="2"/>
                    <a:pt x="1067" y="2"/>
                  </a:cubicBezTo>
                  <a:lnTo>
                    <a:pt x="9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4856;p115">
              <a:extLst>
                <a:ext uri="{FF2B5EF4-FFF2-40B4-BE49-F238E27FC236}">
                  <a16:creationId xmlns:a16="http://schemas.microsoft.com/office/drawing/2014/main" id="{CA728EC6-1DBC-D92B-9E5C-E16964F617D8}"/>
                </a:ext>
              </a:extLst>
            </p:cNvPr>
            <p:cNvSpPr/>
            <p:nvPr/>
          </p:nvSpPr>
          <p:spPr>
            <a:xfrm>
              <a:off x="6995689" y="3832312"/>
              <a:ext cx="92400" cy="22445"/>
            </a:xfrm>
            <a:custGeom>
              <a:avLst/>
              <a:gdLst/>
              <a:ahLst/>
              <a:cxnLst/>
              <a:rect l="l" t="t" r="r" b="b"/>
              <a:pathLst>
                <a:path w="2210" h="537" extrusionOk="0">
                  <a:moveTo>
                    <a:pt x="1220" y="1"/>
                  </a:moveTo>
                  <a:lnTo>
                    <a:pt x="1143" y="3"/>
                  </a:lnTo>
                  <a:cubicBezTo>
                    <a:pt x="1129" y="3"/>
                    <a:pt x="1117" y="3"/>
                    <a:pt x="1104" y="4"/>
                  </a:cubicBezTo>
                  <a:lnTo>
                    <a:pt x="1065" y="6"/>
                  </a:lnTo>
                  <a:cubicBezTo>
                    <a:pt x="963" y="15"/>
                    <a:pt x="861" y="34"/>
                    <a:pt x="763" y="62"/>
                  </a:cubicBezTo>
                  <a:cubicBezTo>
                    <a:pt x="664" y="91"/>
                    <a:pt x="569" y="127"/>
                    <a:pt x="479" y="173"/>
                  </a:cubicBezTo>
                  <a:cubicBezTo>
                    <a:pt x="457" y="184"/>
                    <a:pt x="433" y="197"/>
                    <a:pt x="412" y="209"/>
                  </a:cubicBezTo>
                  <a:lnTo>
                    <a:pt x="346" y="247"/>
                  </a:lnTo>
                  <a:cubicBezTo>
                    <a:pt x="304" y="274"/>
                    <a:pt x="261" y="302"/>
                    <a:pt x="221" y="333"/>
                  </a:cubicBezTo>
                  <a:cubicBezTo>
                    <a:pt x="181" y="364"/>
                    <a:pt x="143" y="396"/>
                    <a:pt x="105" y="429"/>
                  </a:cubicBezTo>
                  <a:cubicBezTo>
                    <a:pt x="67" y="463"/>
                    <a:pt x="32" y="499"/>
                    <a:pt x="0" y="537"/>
                  </a:cubicBezTo>
                  <a:cubicBezTo>
                    <a:pt x="20" y="521"/>
                    <a:pt x="40" y="506"/>
                    <a:pt x="61" y="492"/>
                  </a:cubicBezTo>
                  <a:cubicBezTo>
                    <a:pt x="81" y="477"/>
                    <a:pt x="101" y="463"/>
                    <a:pt x="122" y="448"/>
                  </a:cubicBezTo>
                  <a:cubicBezTo>
                    <a:pt x="163" y="421"/>
                    <a:pt x="205" y="393"/>
                    <a:pt x="247" y="368"/>
                  </a:cubicBezTo>
                  <a:cubicBezTo>
                    <a:pt x="331" y="316"/>
                    <a:pt x="419" y="273"/>
                    <a:pt x="510" y="234"/>
                  </a:cubicBezTo>
                  <a:cubicBezTo>
                    <a:pt x="599" y="196"/>
                    <a:pt x="692" y="165"/>
                    <a:pt x="787" y="140"/>
                  </a:cubicBezTo>
                  <a:cubicBezTo>
                    <a:pt x="881" y="117"/>
                    <a:pt x="978" y="100"/>
                    <a:pt x="1074" y="93"/>
                  </a:cubicBezTo>
                  <a:lnTo>
                    <a:pt x="1110" y="89"/>
                  </a:lnTo>
                  <a:cubicBezTo>
                    <a:pt x="1122" y="88"/>
                    <a:pt x="1135" y="87"/>
                    <a:pt x="1146" y="87"/>
                  </a:cubicBezTo>
                  <a:lnTo>
                    <a:pt x="1220" y="86"/>
                  </a:lnTo>
                  <a:cubicBezTo>
                    <a:pt x="1269" y="87"/>
                    <a:pt x="1316" y="87"/>
                    <a:pt x="1366" y="93"/>
                  </a:cubicBezTo>
                  <a:lnTo>
                    <a:pt x="1402" y="95"/>
                  </a:lnTo>
                  <a:lnTo>
                    <a:pt x="1419" y="97"/>
                  </a:lnTo>
                  <a:lnTo>
                    <a:pt x="1438" y="99"/>
                  </a:lnTo>
                  <a:lnTo>
                    <a:pt x="1510" y="109"/>
                  </a:lnTo>
                  <a:cubicBezTo>
                    <a:pt x="1535" y="113"/>
                    <a:pt x="1557" y="119"/>
                    <a:pt x="1582" y="124"/>
                  </a:cubicBezTo>
                  <a:cubicBezTo>
                    <a:pt x="1607" y="129"/>
                    <a:pt x="1630" y="133"/>
                    <a:pt x="1654" y="139"/>
                  </a:cubicBezTo>
                  <a:cubicBezTo>
                    <a:pt x="1845" y="185"/>
                    <a:pt x="2030" y="259"/>
                    <a:pt x="2210" y="346"/>
                  </a:cubicBezTo>
                  <a:cubicBezTo>
                    <a:pt x="2048" y="228"/>
                    <a:pt x="1867" y="135"/>
                    <a:pt x="1672" y="74"/>
                  </a:cubicBezTo>
                  <a:cubicBezTo>
                    <a:pt x="1648" y="67"/>
                    <a:pt x="1623" y="61"/>
                    <a:pt x="1599" y="53"/>
                  </a:cubicBezTo>
                  <a:cubicBezTo>
                    <a:pt x="1573" y="47"/>
                    <a:pt x="1548" y="41"/>
                    <a:pt x="1524" y="36"/>
                  </a:cubicBezTo>
                  <a:lnTo>
                    <a:pt x="1449" y="21"/>
                  </a:lnTo>
                  <a:lnTo>
                    <a:pt x="1429" y="18"/>
                  </a:lnTo>
                  <a:lnTo>
                    <a:pt x="1411" y="15"/>
                  </a:lnTo>
                  <a:lnTo>
                    <a:pt x="1372" y="11"/>
                  </a:lnTo>
                  <a:cubicBezTo>
                    <a:pt x="1347" y="9"/>
                    <a:pt x="1321" y="6"/>
                    <a:pt x="1295" y="5"/>
                  </a:cubicBezTo>
                  <a:cubicBezTo>
                    <a:pt x="1272" y="4"/>
                    <a:pt x="1246" y="3"/>
                    <a:pt x="12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4857;p115">
              <a:extLst>
                <a:ext uri="{FF2B5EF4-FFF2-40B4-BE49-F238E27FC236}">
                  <a16:creationId xmlns:a16="http://schemas.microsoft.com/office/drawing/2014/main" id="{B4370AB7-00FC-17BB-F556-4C60279DE5FB}"/>
                </a:ext>
              </a:extLst>
            </p:cNvPr>
            <p:cNvSpPr/>
            <p:nvPr/>
          </p:nvSpPr>
          <p:spPr>
            <a:xfrm>
              <a:off x="6836602" y="3892124"/>
              <a:ext cx="16557" cy="16510"/>
            </a:xfrm>
            <a:custGeom>
              <a:avLst/>
              <a:gdLst/>
              <a:ahLst/>
              <a:cxnLst/>
              <a:rect l="l" t="t" r="r" b="b"/>
              <a:pathLst>
                <a:path w="396" h="395" extrusionOk="0">
                  <a:moveTo>
                    <a:pt x="198" y="1"/>
                  </a:moveTo>
                  <a:cubicBezTo>
                    <a:pt x="89" y="1"/>
                    <a:pt x="1" y="89"/>
                    <a:pt x="1" y="198"/>
                  </a:cubicBezTo>
                  <a:cubicBezTo>
                    <a:pt x="1" y="307"/>
                    <a:pt x="89" y="395"/>
                    <a:pt x="198" y="395"/>
                  </a:cubicBezTo>
                  <a:cubicBezTo>
                    <a:pt x="308" y="395"/>
                    <a:pt x="396" y="306"/>
                    <a:pt x="396" y="198"/>
                  </a:cubicBezTo>
                  <a:cubicBezTo>
                    <a:pt x="396" y="89"/>
                    <a:pt x="308" y="1"/>
                    <a:pt x="1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4858;p115">
              <a:extLst>
                <a:ext uri="{FF2B5EF4-FFF2-40B4-BE49-F238E27FC236}">
                  <a16:creationId xmlns:a16="http://schemas.microsoft.com/office/drawing/2014/main" id="{45E46EF1-086B-F2AF-31F8-0848226222B3}"/>
                </a:ext>
              </a:extLst>
            </p:cNvPr>
            <p:cNvSpPr/>
            <p:nvPr/>
          </p:nvSpPr>
          <p:spPr>
            <a:xfrm>
              <a:off x="7044481" y="3892124"/>
              <a:ext cx="16557" cy="16510"/>
            </a:xfrm>
            <a:custGeom>
              <a:avLst/>
              <a:gdLst/>
              <a:ahLst/>
              <a:cxnLst/>
              <a:rect l="l" t="t" r="r" b="b"/>
              <a:pathLst>
                <a:path w="396" h="395" extrusionOk="0">
                  <a:moveTo>
                    <a:pt x="199" y="1"/>
                  </a:moveTo>
                  <a:cubicBezTo>
                    <a:pt x="89" y="1"/>
                    <a:pt x="1" y="89"/>
                    <a:pt x="1" y="198"/>
                  </a:cubicBezTo>
                  <a:cubicBezTo>
                    <a:pt x="1" y="307"/>
                    <a:pt x="89" y="395"/>
                    <a:pt x="199" y="395"/>
                  </a:cubicBezTo>
                  <a:cubicBezTo>
                    <a:pt x="307" y="395"/>
                    <a:pt x="395" y="307"/>
                    <a:pt x="395" y="198"/>
                  </a:cubicBezTo>
                  <a:cubicBezTo>
                    <a:pt x="395" y="89"/>
                    <a:pt x="307" y="1"/>
                    <a:pt x="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4859;p115">
              <a:extLst>
                <a:ext uri="{FF2B5EF4-FFF2-40B4-BE49-F238E27FC236}">
                  <a16:creationId xmlns:a16="http://schemas.microsoft.com/office/drawing/2014/main" id="{84552C4A-D72A-C696-BE74-B6B6A263BD84}"/>
                </a:ext>
              </a:extLst>
            </p:cNvPr>
            <p:cNvSpPr/>
            <p:nvPr/>
          </p:nvSpPr>
          <p:spPr>
            <a:xfrm>
              <a:off x="6844420" y="3899690"/>
              <a:ext cx="208381" cy="78120"/>
            </a:xfrm>
            <a:custGeom>
              <a:avLst/>
              <a:gdLst/>
              <a:ahLst/>
              <a:cxnLst/>
              <a:rect l="l" t="t" r="r" b="b"/>
              <a:pathLst>
                <a:path w="4984" h="1869" extrusionOk="0">
                  <a:moveTo>
                    <a:pt x="1" y="0"/>
                  </a:moveTo>
                  <a:cubicBezTo>
                    <a:pt x="315" y="1080"/>
                    <a:pt x="1312" y="1869"/>
                    <a:pt x="2493" y="1869"/>
                  </a:cubicBezTo>
                  <a:cubicBezTo>
                    <a:pt x="3673" y="1869"/>
                    <a:pt x="4669" y="1080"/>
                    <a:pt x="4984" y="0"/>
                  </a:cubicBezTo>
                  <a:lnTo>
                    <a:pt x="4984" y="0"/>
                  </a:lnTo>
                  <a:cubicBezTo>
                    <a:pt x="4192" y="227"/>
                    <a:pt x="3356" y="347"/>
                    <a:pt x="2493" y="347"/>
                  </a:cubicBezTo>
                  <a:cubicBezTo>
                    <a:pt x="1629" y="347"/>
                    <a:pt x="792" y="226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4860;p115">
              <a:extLst>
                <a:ext uri="{FF2B5EF4-FFF2-40B4-BE49-F238E27FC236}">
                  <a16:creationId xmlns:a16="http://schemas.microsoft.com/office/drawing/2014/main" id="{800A3630-47A4-E21A-0F27-CD9EB7F490A1}"/>
                </a:ext>
              </a:extLst>
            </p:cNvPr>
            <p:cNvSpPr/>
            <p:nvPr/>
          </p:nvSpPr>
          <p:spPr>
            <a:xfrm>
              <a:off x="6844420" y="3899731"/>
              <a:ext cx="208381" cy="38997"/>
            </a:xfrm>
            <a:custGeom>
              <a:avLst/>
              <a:gdLst/>
              <a:ahLst/>
              <a:cxnLst/>
              <a:rect l="l" t="t" r="r" b="b"/>
              <a:pathLst>
                <a:path w="4984" h="933" extrusionOk="0">
                  <a:moveTo>
                    <a:pt x="1" y="0"/>
                  </a:moveTo>
                  <a:cubicBezTo>
                    <a:pt x="75" y="252"/>
                    <a:pt x="185" y="486"/>
                    <a:pt x="327" y="700"/>
                  </a:cubicBezTo>
                  <a:cubicBezTo>
                    <a:pt x="1024" y="851"/>
                    <a:pt x="1748" y="932"/>
                    <a:pt x="2493" y="932"/>
                  </a:cubicBezTo>
                  <a:cubicBezTo>
                    <a:pt x="3236" y="932"/>
                    <a:pt x="3960" y="851"/>
                    <a:pt x="4658" y="700"/>
                  </a:cubicBezTo>
                  <a:cubicBezTo>
                    <a:pt x="4798" y="486"/>
                    <a:pt x="4910" y="252"/>
                    <a:pt x="4984" y="0"/>
                  </a:cubicBezTo>
                  <a:lnTo>
                    <a:pt x="4984" y="0"/>
                  </a:lnTo>
                  <a:cubicBezTo>
                    <a:pt x="4192" y="226"/>
                    <a:pt x="3356" y="347"/>
                    <a:pt x="2493" y="347"/>
                  </a:cubicBezTo>
                  <a:cubicBezTo>
                    <a:pt x="1629" y="347"/>
                    <a:pt x="792" y="22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4861;p115">
              <a:extLst>
                <a:ext uri="{FF2B5EF4-FFF2-40B4-BE49-F238E27FC236}">
                  <a16:creationId xmlns:a16="http://schemas.microsoft.com/office/drawing/2014/main" id="{35D41D4A-B36A-41E8-C311-4714AB3D91BC}"/>
                </a:ext>
              </a:extLst>
            </p:cNvPr>
            <p:cNvSpPr/>
            <p:nvPr/>
          </p:nvSpPr>
          <p:spPr>
            <a:xfrm>
              <a:off x="6897184" y="3948342"/>
              <a:ext cx="102853" cy="29467"/>
            </a:xfrm>
            <a:custGeom>
              <a:avLst/>
              <a:gdLst/>
              <a:ahLst/>
              <a:cxnLst/>
              <a:rect l="l" t="t" r="r" b="b"/>
              <a:pathLst>
                <a:path w="2460" h="705" extrusionOk="0">
                  <a:moveTo>
                    <a:pt x="1231" y="0"/>
                  </a:moveTo>
                  <a:cubicBezTo>
                    <a:pt x="772" y="0"/>
                    <a:pt x="347" y="147"/>
                    <a:pt x="1" y="395"/>
                  </a:cubicBezTo>
                  <a:cubicBezTo>
                    <a:pt x="367" y="593"/>
                    <a:pt x="785" y="705"/>
                    <a:pt x="1231" y="705"/>
                  </a:cubicBezTo>
                  <a:cubicBezTo>
                    <a:pt x="1235" y="705"/>
                    <a:pt x="1238" y="705"/>
                    <a:pt x="1242" y="705"/>
                  </a:cubicBezTo>
                  <a:cubicBezTo>
                    <a:pt x="1682" y="705"/>
                    <a:pt x="2097" y="591"/>
                    <a:pt x="2460" y="395"/>
                  </a:cubicBezTo>
                  <a:cubicBezTo>
                    <a:pt x="2113" y="148"/>
                    <a:pt x="1689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4862;p115">
              <a:extLst>
                <a:ext uri="{FF2B5EF4-FFF2-40B4-BE49-F238E27FC236}">
                  <a16:creationId xmlns:a16="http://schemas.microsoft.com/office/drawing/2014/main" id="{1AB10814-2254-547D-D966-EA970BC5BFF7}"/>
                </a:ext>
              </a:extLst>
            </p:cNvPr>
            <p:cNvSpPr/>
            <p:nvPr/>
          </p:nvSpPr>
          <p:spPr>
            <a:xfrm>
              <a:off x="6914661" y="3988593"/>
              <a:ext cx="67899" cy="9864"/>
            </a:xfrm>
            <a:custGeom>
              <a:avLst/>
              <a:gdLst/>
              <a:ahLst/>
              <a:cxnLst/>
              <a:rect l="l" t="t" r="r" b="b"/>
              <a:pathLst>
                <a:path w="1624" h="236" extrusionOk="0">
                  <a:moveTo>
                    <a:pt x="1624" y="0"/>
                  </a:moveTo>
                  <a:cubicBezTo>
                    <a:pt x="1494" y="56"/>
                    <a:pt x="1361" y="101"/>
                    <a:pt x="1226" y="132"/>
                  </a:cubicBezTo>
                  <a:cubicBezTo>
                    <a:pt x="1158" y="147"/>
                    <a:pt x="1089" y="159"/>
                    <a:pt x="1020" y="166"/>
                  </a:cubicBezTo>
                  <a:cubicBezTo>
                    <a:pt x="1003" y="168"/>
                    <a:pt x="985" y="169"/>
                    <a:pt x="968" y="172"/>
                  </a:cubicBezTo>
                  <a:cubicBezTo>
                    <a:pt x="952" y="174"/>
                    <a:pt x="933" y="175"/>
                    <a:pt x="917" y="175"/>
                  </a:cubicBezTo>
                  <a:lnTo>
                    <a:pt x="865" y="178"/>
                  </a:lnTo>
                  <a:lnTo>
                    <a:pt x="814" y="178"/>
                  </a:lnTo>
                  <a:cubicBezTo>
                    <a:pt x="674" y="176"/>
                    <a:pt x="536" y="160"/>
                    <a:pt x="400" y="131"/>
                  </a:cubicBezTo>
                  <a:cubicBezTo>
                    <a:pt x="331" y="117"/>
                    <a:pt x="264" y="98"/>
                    <a:pt x="197" y="77"/>
                  </a:cubicBezTo>
                  <a:cubicBezTo>
                    <a:pt x="130" y="56"/>
                    <a:pt x="65" y="31"/>
                    <a:pt x="0" y="2"/>
                  </a:cubicBezTo>
                  <a:lnTo>
                    <a:pt x="0" y="2"/>
                  </a:lnTo>
                  <a:cubicBezTo>
                    <a:pt x="58" y="43"/>
                    <a:pt x="122" y="75"/>
                    <a:pt x="186" y="102"/>
                  </a:cubicBezTo>
                  <a:cubicBezTo>
                    <a:pt x="250" y="131"/>
                    <a:pt x="319" y="155"/>
                    <a:pt x="387" y="175"/>
                  </a:cubicBezTo>
                  <a:cubicBezTo>
                    <a:pt x="524" y="214"/>
                    <a:pt x="667" y="234"/>
                    <a:pt x="810" y="235"/>
                  </a:cubicBezTo>
                  <a:cubicBezTo>
                    <a:pt x="883" y="235"/>
                    <a:pt x="955" y="230"/>
                    <a:pt x="1026" y="221"/>
                  </a:cubicBezTo>
                  <a:lnTo>
                    <a:pt x="1079" y="214"/>
                  </a:lnTo>
                  <a:cubicBezTo>
                    <a:pt x="1097" y="211"/>
                    <a:pt x="1114" y="207"/>
                    <a:pt x="1132" y="203"/>
                  </a:cubicBezTo>
                  <a:cubicBezTo>
                    <a:pt x="1166" y="197"/>
                    <a:pt x="1201" y="187"/>
                    <a:pt x="1236" y="178"/>
                  </a:cubicBezTo>
                  <a:cubicBezTo>
                    <a:pt x="1374" y="137"/>
                    <a:pt x="1505" y="78"/>
                    <a:pt x="1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36" name="Google Shape;3436;p103"/>
          <p:cNvSpPr/>
          <p:nvPr/>
        </p:nvSpPr>
        <p:spPr>
          <a:xfrm rot="5400000">
            <a:off x="2036757" y="-1040227"/>
            <a:ext cx="385345" cy="4447200"/>
          </a:xfrm>
          <a:prstGeom prst="round2SameRect">
            <a:avLst>
              <a:gd name="adj1" fmla="val 15150"/>
              <a:gd name="adj2" fmla="val 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9" name="Google Shape;3439;p103"/>
          <p:cNvSpPr txBox="1">
            <a:spLocks noGrp="1"/>
          </p:cNvSpPr>
          <p:nvPr>
            <p:ph type="title" idx="8"/>
          </p:nvPr>
        </p:nvSpPr>
        <p:spPr>
          <a:xfrm>
            <a:off x="720000" y="117107"/>
            <a:ext cx="7704000" cy="5724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Procesos reales basados en Economía Circular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40" name="Google Shape;3440;p103"/>
          <p:cNvSpPr txBox="1">
            <a:spLocks noGrp="1"/>
          </p:cNvSpPr>
          <p:nvPr>
            <p:ph type="title"/>
          </p:nvPr>
        </p:nvSpPr>
        <p:spPr>
          <a:xfrm>
            <a:off x="-13309" y="986668"/>
            <a:ext cx="2352248" cy="461700"/>
          </a:xfrm>
          <a:prstGeom prst="rect">
            <a:avLst/>
          </a:prstGeom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lvl="0" algn="l"/>
            <a:r>
              <a:rPr lang="es-ES" dirty="0"/>
              <a:t>CAMBRIAN INNOVATION</a:t>
            </a:r>
          </a:p>
        </p:txBody>
      </p:sp>
      <p:sp>
        <p:nvSpPr>
          <p:cNvPr id="3441" name="Google Shape;3441;p103"/>
          <p:cNvSpPr txBox="1">
            <a:spLocks noGrp="1"/>
          </p:cNvSpPr>
          <p:nvPr>
            <p:ph type="subTitle" idx="1"/>
          </p:nvPr>
        </p:nvSpPr>
        <p:spPr>
          <a:xfrm>
            <a:off x="-27999" y="1349048"/>
            <a:ext cx="4074771" cy="7908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Firma estadounidense que utiliza tecnología </a:t>
            </a:r>
            <a:r>
              <a:rPr lang="en" sz="1200" b="1" dirty="0"/>
              <a:t>EcoVolt</a:t>
            </a:r>
            <a:r>
              <a:rPr lang="en" sz="1200" dirty="0"/>
              <a:t> para tratar aguas residuales y transformarlas en </a:t>
            </a:r>
            <a:r>
              <a:rPr lang="en" sz="1200" b="1" dirty="0"/>
              <a:t>aguas limpias</a:t>
            </a:r>
            <a:r>
              <a:rPr lang="en" sz="1200" dirty="0"/>
              <a:t> y </a:t>
            </a:r>
            <a:r>
              <a:rPr lang="en" sz="1200" b="1" dirty="0"/>
              <a:t>biogas</a:t>
            </a:r>
            <a:r>
              <a:rPr lang="en" sz="1200" dirty="0"/>
              <a:t> que genera energía limpia</a:t>
            </a:r>
            <a:endParaRPr sz="1200" dirty="0"/>
          </a:p>
        </p:txBody>
      </p:sp>
      <p:sp>
        <p:nvSpPr>
          <p:cNvPr id="4" name="Google Shape;3441;p103">
            <a:extLst>
              <a:ext uri="{FF2B5EF4-FFF2-40B4-BE49-F238E27FC236}">
                <a16:creationId xmlns:a16="http://schemas.microsoft.com/office/drawing/2014/main" id="{F900E7D1-6690-5785-9B01-BCBD1E387025}"/>
              </a:ext>
            </a:extLst>
          </p:cNvPr>
          <p:cNvSpPr txBox="1">
            <a:spLocks/>
          </p:cNvSpPr>
          <p:nvPr/>
        </p:nvSpPr>
        <p:spPr>
          <a:xfrm>
            <a:off x="311150" y="2452686"/>
            <a:ext cx="4180379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es-ES" sz="1200" dirty="0"/>
              <a:t>Compañía holandesa que ideó un proceso de </a:t>
            </a:r>
            <a:r>
              <a:rPr lang="es-ES" sz="1200" b="1" dirty="0"/>
              <a:t>teñido</a:t>
            </a:r>
            <a:r>
              <a:rPr lang="es-ES" sz="1200" dirty="0"/>
              <a:t> de telas que </a:t>
            </a:r>
            <a:r>
              <a:rPr lang="es-ES" sz="1200" b="1" dirty="0"/>
              <a:t>no necesita agua </a:t>
            </a:r>
            <a:r>
              <a:rPr lang="es-ES" sz="1200" dirty="0"/>
              <a:t>ni químicos adicionales. Produce colores brillantes en la mitad del tiempo, reduciendo costos y energía </a:t>
            </a:r>
          </a:p>
        </p:txBody>
      </p:sp>
      <p:sp>
        <p:nvSpPr>
          <p:cNvPr id="5" name="Google Shape;3441;p103">
            <a:extLst>
              <a:ext uri="{FF2B5EF4-FFF2-40B4-BE49-F238E27FC236}">
                <a16:creationId xmlns:a16="http://schemas.microsoft.com/office/drawing/2014/main" id="{35BD7996-7963-7124-69A9-B92E6515F07A}"/>
              </a:ext>
            </a:extLst>
          </p:cNvPr>
          <p:cNvSpPr txBox="1">
            <a:spLocks/>
          </p:cNvSpPr>
          <p:nvPr/>
        </p:nvSpPr>
        <p:spPr>
          <a:xfrm>
            <a:off x="0" y="3698463"/>
            <a:ext cx="4267200" cy="781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 algn="l"/>
            <a:r>
              <a:rPr lang="es-ES" sz="1200" dirty="0"/>
              <a:t>Empresa chilena que crea y opera </a:t>
            </a:r>
            <a:r>
              <a:rPr lang="es-ES" sz="1200" b="1" dirty="0"/>
              <a:t>grandes estaciones de reciclaje</a:t>
            </a:r>
            <a:r>
              <a:rPr lang="es-ES" sz="1200" dirty="0"/>
              <a:t> en Latinoamérica. Ha evitado más de</a:t>
            </a:r>
            <a:br>
              <a:rPr lang="es-ES" sz="1200" dirty="0"/>
            </a:br>
            <a:r>
              <a:rPr lang="es-ES" sz="1200" b="1" dirty="0"/>
              <a:t>140 mil toneladas</a:t>
            </a:r>
            <a:r>
              <a:rPr lang="es-ES" sz="1200" dirty="0"/>
              <a:t> de emisiones de CO2</a:t>
            </a:r>
          </a:p>
        </p:txBody>
      </p:sp>
      <p:sp>
        <p:nvSpPr>
          <p:cNvPr id="16" name="Google Shape;3436;p103">
            <a:extLst>
              <a:ext uri="{FF2B5EF4-FFF2-40B4-BE49-F238E27FC236}">
                <a16:creationId xmlns:a16="http://schemas.microsoft.com/office/drawing/2014/main" id="{2316B811-3F43-967F-E88F-E88DEBAC40EB}"/>
              </a:ext>
            </a:extLst>
          </p:cNvPr>
          <p:cNvSpPr/>
          <p:nvPr/>
        </p:nvSpPr>
        <p:spPr>
          <a:xfrm rot="5400000">
            <a:off x="2030926" y="82981"/>
            <a:ext cx="385345" cy="4447200"/>
          </a:xfrm>
          <a:prstGeom prst="round2SameRect">
            <a:avLst>
              <a:gd name="adj1" fmla="val 15150"/>
              <a:gd name="adj2" fmla="val 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2" name="Google Shape;3442;p103"/>
          <p:cNvSpPr txBox="1">
            <a:spLocks noGrp="1"/>
          </p:cNvSpPr>
          <p:nvPr>
            <p:ph type="title" idx="2"/>
          </p:nvPr>
        </p:nvSpPr>
        <p:spPr>
          <a:xfrm>
            <a:off x="2198200" y="2078916"/>
            <a:ext cx="2246400" cy="461700"/>
          </a:xfrm>
          <a:prstGeom prst="rect">
            <a:avLst/>
          </a:prstGeom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algn="r"/>
            <a:r>
              <a:rPr lang="es-ES" dirty="0"/>
              <a:t>DYE COO</a:t>
            </a:r>
          </a:p>
        </p:txBody>
      </p:sp>
      <p:sp>
        <p:nvSpPr>
          <p:cNvPr id="17" name="Google Shape;3436;p103">
            <a:extLst>
              <a:ext uri="{FF2B5EF4-FFF2-40B4-BE49-F238E27FC236}">
                <a16:creationId xmlns:a16="http://schemas.microsoft.com/office/drawing/2014/main" id="{A1BFE4FB-8D24-76C5-BB64-DE5AFBA263BA}"/>
              </a:ext>
            </a:extLst>
          </p:cNvPr>
          <p:cNvSpPr/>
          <p:nvPr/>
        </p:nvSpPr>
        <p:spPr>
          <a:xfrm rot="5400000">
            <a:off x="2030927" y="1333560"/>
            <a:ext cx="385345" cy="4447200"/>
          </a:xfrm>
          <a:prstGeom prst="round2SameRect">
            <a:avLst>
              <a:gd name="adj1" fmla="val 15150"/>
              <a:gd name="adj2" fmla="val 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4" name="Google Shape;3444;p103"/>
          <p:cNvSpPr txBox="1">
            <a:spLocks noGrp="1"/>
          </p:cNvSpPr>
          <p:nvPr>
            <p:ph type="title" idx="4"/>
          </p:nvPr>
        </p:nvSpPr>
        <p:spPr>
          <a:xfrm>
            <a:off x="-25400" y="3335935"/>
            <a:ext cx="1228558" cy="461700"/>
          </a:xfrm>
          <a:prstGeom prst="rect">
            <a:avLst/>
          </a:prstGeom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TRI CICLOS</a:t>
            </a:r>
            <a:endParaRPr dirty="0">
              <a:solidFill>
                <a:schemeClr val="bg1"/>
              </a:solidFill>
            </a:endParaRPr>
          </a:p>
        </p:txBody>
      </p:sp>
      <p:grpSp>
        <p:nvGrpSpPr>
          <p:cNvPr id="2" name="Google Shape;5453;p117">
            <a:extLst>
              <a:ext uri="{FF2B5EF4-FFF2-40B4-BE49-F238E27FC236}">
                <a16:creationId xmlns:a16="http://schemas.microsoft.com/office/drawing/2014/main" id="{4704270D-8F88-51FD-BCA3-322D267726B5}"/>
              </a:ext>
            </a:extLst>
          </p:cNvPr>
          <p:cNvGrpSpPr/>
          <p:nvPr/>
        </p:nvGrpSpPr>
        <p:grpSpPr>
          <a:xfrm>
            <a:off x="5412319" y="2131715"/>
            <a:ext cx="3314923" cy="3058876"/>
            <a:chOff x="1156375" y="351650"/>
            <a:chExt cx="5308725" cy="4999350"/>
          </a:xfrm>
        </p:grpSpPr>
        <p:sp>
          <p:nvSpPr>
            <p:cNvPr id="3" name="Google Shape;5454;p117">
              <a:extLst>
                <a:ext uri="{FF2B5EF4-FFF2-40B4-BE49-F238E27FC236}">
                  <a16:creationId xmlns:a16="http://schemas.microsoft.com/office/drawing/2014/main" id="{E2BA69BD-0660-355F-BF39-C4D90E3A0815}"/>
                </a:ext>
              </a:extLst>
            </p:cNvPr>
            <p:cNvSpPr/>
            <p:nvPr/>
          </p:nvSpPr>
          <p:spPr>
            <a:xfrm>
              <a:off x="1388250" y="4883175"/>
              <a:ext cx="5012275" cy="415250"/>
            </a:xfrm>
            <a:custGeom>
              <a:avLst/>
              <a:gdLst/>
              <a:ahLst/>
              <a:cxnLst/>
              <a:rect l="l" t="t" r="r" b="b"/>
              <a:pathLst>
                <a:path w="200491" h="16610" extrusionOk="0">
                  <a:moveTo>
                    <a:pt x="100251" y="0"/>
                  </a:moveTo>
                  <a:cubicBezTo>
                    <a:pt x="73665" y="0"/>
                    <a:pt x="48162" y="869"/>
                    <a:pt x="29362" y="2429"/>
                  </a:cubicBezTo>
                  <a:cubicBezTo>
                    <a:pt x="10562" y="3989"/>
                    <a:pt x="1" y="6096"/>
                    <a:pt x="1" y="8299"/>
                  </a:cubicBezTo>
                  <a:cubicBezTo>
                    <a:pt x="1" y="10514"/>
                    <a:pt x="10562" y="12621"/>
                    <a:pt x="29362" y="14181"/>
                  </a:cubicBezTo>
                  <a:cubicBezTo>
                    <a:pt x="48162" y="15740"/>
                    <a:pt x="73665" y="16610"/>
                    <a:pt x="100251" y="16610"/>
                  </a:cubicBezTo>
                  <a:cubicBezTo>
                    <a:pt x="126838" y="16610"/>
                    <a:pt x="152329" y="15740"/>
                    <a:pt x="171129" y="14181"/>
                  </a:cubicBezTo>
                  <a:cubicBezTo>
                    <a:pt x="189929" y="12621"/>
                    <a:pt x="200490" y="10514"/>
                    <a:pt x="200490" y="8299"/>
                  </a:cubicBezTo>
                  <a:cubicBezTo>
                    <a:pt x="200490" y="6096"/>
                    <a:pt x="189929" y="3989"/>
                    <a:pt x="171129" y="2429"/>
                  </a:cubicBezTo>
                  <a:cubicBezTo>
                    <a:pt x="152329" y="869"/>
                    <a:pt x="126838" y="0"/>
                    <a:pt x="100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455;p117">
              <a:extLst>
                <a:ext uri="{FF2B5EF4-FFF2-40B4-BE49-F238E27FC236}">
                  <a16:creationId xmlns:a16="http://schemas.microsoft.com/office/drawing/2014/main" id="{81C19A16-888B-ECAC-2CE0-F2453BB7DAB8}"/>
                </a:ext>
              </a:extLst>
            </p:cNvPr>
            <p:cNvSpPr/>
            <p:nvPr/>
          </p:nvSpPr>
          <p:spPr>
            <a:xfrm>
              <a:off x="1156375" y="544550"/>
              <a:ext cx="3060825" cy="3061100"/>
            </a:xfrm>
            <a:custGeom>
              <a:avLst/>
              <a:gdLst/>
              <a:ahLst/>
              <a:cxnLst/>
              <a:rect l="l" t="t" r="r" b="b"/>
              <a:pathLst>
                <a:path w="122433" h="122444" extrusionOk="0">
                  <a:moveTo>
                    <a:pt x="61223" y="0"/>
                  </a:moveTo>
                  <a:cubicBezTo>
                    <a:pt x="44983" y="0"/>
                    <a:pt x="29409" y="6453"/>
                    <a:pt x="17932" y="17931"/>
                  </a:cubicBezTo>
                  <a:cubicBezTo>
                    <a:pt x="6454" y="29420"/>
                    <a:pt x="1" y="44982"/>
                    <a:pt x="1" y="61222"/>
                  </a:cubicBezTo>
                  <a:cubicBezTo>
                    <a:pt x="1" y="77462"/>
                    <a:pt x="6454" y="93024"/>
                    <a:pt x="17932" y="104513"/>
                  </a:cubicBezTo>
                  <a:cubicBezTo>
                    <a:pt x="29409" y="115991"/>
                    <a:pt x="44983" y="122444"/>
                    <a:pt x="61223" y="122444"/>
                  </a:cubicBezTo>
                  <a:cubicBezTo>
                    <a:pt x="77451" y="122444"/>
                    <a:pt x="93024" y="115991"/>
                    <a:pt x="104502" y="104513"/>
                  </a:cubicBezTo>
                  <a:cubicBezTo>
                    <a:pt x="115980" y="93024"/>
                    <a:pt x="122433" y="77462"/>
                    <a:pt x="122433" y="61222"/>
                  </a:cubicBezTo>
                  <a:cubicBezTo>
                    <a:pt x="122433" y="44982"/>
                    <a:pt x="115980" y="29420"/>
                    <a:pt x="104502" y="17931"/>
                  </a:cubicBezTo>
                  <a:cubicBezTo>
                    <a:pt x="93024" y="6453"/>
                    <a:pt x="77451" y="0"/>
                    <a:pt x="61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456;p117">
              <a:extLst>
                <a:ext uri="{FF2B5EF4-FFF2-40B4-BE49-F238E27FC236}">
                  <a16:creationId xmlns:a16="http://schemas.microsoft.com/office/drawing/2014/main" id="{FE6C3CEB-0614-15CF-6E9D-1395CA25C698}"/>
                </a:ext>
              </a:extLst>
            </p:cNvPr>
            <p:cNvSpPr/>
            <p:nvPr/>
          </p:nvSpPr>
          <p:spPr>
            <a:xfrm>
              <a:off x="4768750" y="2649275"/>
              <a:ext cx="1673425" cy="1673425"/>
            </a:xfrm>
            <a:custGeom>
              <a:avLst/>
              <a:gdLst/>
              <a:ahLst/>
              <a:cxnLst/>
              <a:rect l="l" t="t" r="r" b="b"/>
              <a:pathLst>
                <a:path w="66937" h="66937" extrusionOk="0">
                  <a:moveTo>
                    <a:pt x="33469" y="0"/>
                  </a:moveTo>
                  <a:cubicBezTo>
                    <a:pt x="14990" y="0"/>
                    <a:pt x="0" y="14978"/>
                    <a:pt x="0" y="33469"/>
                  </a:cubicBezTo>
                  <a:cubicBezTo>
                    <a:pt x="0" y="51947"/>
                    <a:pt x="14990" y="66937"/>
                    <a:pt x="33469" y="66937"/>
                  </a:cubicBezTo>
                  <a:cubicBezTo>
                    <a:pt x="51959" y="66937"/>
                    <a:pt x="66937" y="51947"/>
                    <a:pt x="66937" y="33469"/>
                  </a:cubicBezTo>
                  <a:cubicBezTo>
                    <a:pt x="66937" y="14978"/>
                    <a:pt x="51959" y="0"/>
                    <a:pt x="334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457;p117">
              <a:extLst>
                <a:ext uri="{FF2B5EF4-FFF2-40B4-BE49-F238E27FC236}">
                  <a16:creationId xmlns:a16="http://schemas.microsoft.com/office/drawing/2014/main" id="{A08BC0F2-E8A7-6C07-39DC-7DD5754979A8}"/>
                </a:ext>
              </a:extLst>
            </p:cNvPr>
            <p:cNvSpPr/>
            <p:nvPr/>
          </p:nvSpPr>
          <p:spPr>
            <a:xfrm>
              <a:off x="1398550" y="2320500"/>
              <a:ext cx="1124700" cy="1165275"/>
            </a:xfrm>
            <a:custGeom>
              <a:avLst/>
              <a:gdLst/>
              <a:ahLst/>
              <a:cxnLst/>
              <a:rect l="l" t="t" r="r" b="b"/>
              <a:pathLst>
                <a:path w="44988" h="46611" extrusionOk="0">
                  <a:moveTo>
                    <a:pt x="3413" y="0"/>
                  </a:moveTo>
                  <a:cubicBezTo>
                    <a:pt x="1564" y="0"/>
                    <a:pt x="1" y="1585"/>
                    <a:pt x="327" y="4829"/>
                  </a:cubicBezTo>
                  <a:cubicBezTo>
                    <a:pt x="791" y="9579"/>
                    <a:pt x="4899" y="14711"/>
                    <a:pt x="9090" y="18699"/>
                  </a:cubicBezTo>
                  <a:cubicBezTo>
                    <a:pt x="8816" y="18664"/>
                    <a:pt x="8542" y="18640"/>
                    <a:pt x="8268" y="18640"/>
                  </a:cubicBezTo>
                  <a:cubicBezTo>
                    <a:pt x="8263" y="18640"/>
                    <a:pt x="8257" y="18640"/>
                    <a:pt x="8252" y="18640"/>
                  </a:cubicBezTo>
                  <a:cubicBezTo>
                    <a:pt x="5773" y="18640"/>
                    <a:pt x="4187" y="21300"/>
                    <a:pt x="5387" y="23462"/>
                  </a:cubicBezTo>
                  <a:cubicBezTo>
                    <a:pt x="8352" y="28736"/>
                    <a:pt x="14043" y="32392"/>
                    <a:pt x="19377" y="35594"/>
                  </a:cubicBezTo>
                  <a:cubicBezTo>
                    <a:pt x="19165" y="35503"/>
                    <a:pt x="18949" y="35462"/>
                    <a:pt x="18733" y="35462"/>
                  </a:cubicBezTo>
                  <a:cubicBezTo>
                    <a:pt x="17570" y="35462"/>
                    <a:pt x="16452" y="36684"/>
                    <a:pt x="16412" y="37940"/>
                  </a:cubicBezTo>
                  <a:cubicBezTo>
                    <a:pt x="16365" y="39428"/>
                    <a:pt x="17186" y="40881"/>
                    <a:pt x="18329" y="41821"/>
                  </a:cubicBezTo>
                  <a:cubicBezTo>
                    <a:pt x="22037" y="44915"/>
                    <a:pt x="28580" y="46610"/>
                    <a:pt x="34635" y="46610"/>
                  </a:cubicBezTo>
                  <a:cubicBezTo>
                    <a:pt x="36921" y="46610"/>
                    <a:pt x="39138" y="46369"/>
                    <a:pt x="41106" y="45869"/>
                  </a:cubicBezTo>
                  <a:cubicBezTo>
                    <a:pt x="44844" y="44917"/>
                    <a:pt x="44987" y="44917"/>
                    <a:pt x="44273" y="41178"/>
                  </a:cubicBezTo>
                  <a:cubicBezTo>
                    <a:pt x="43749" y="38404"/>
                    <a:pt x="43142" y="35642"/>
                    <a:pt x="42404" y="32915"/>
                  </a:cubicBezTo>
                  <a:cubicBezTo>
                    <a:pt x="41022" y="27718"/>
                    <a:pt x="36851" y="14700"/>
                    <a:pt x="32277" y="14700"/>
                  </a:cubicBezTo>
                  <a:cubicBezTo>
                    <a:pt x="32042" y="14700"/>
                    <a:pt x="31806" y="14734"/>
                    <a:pt x="31569" y="14806"/>
                  </a:cubicBezTo>
                  <a:cubicBezTo>
                    <a:pt x="29283" y="15497"/>
                    <a:pt x="29819" y="19104"/>
                    <a:pt x="28985" y="20592"/>
                  </a:cubicBezTo>
                  <a:cubicBezTo>
                    <a:pt x="24663" y="15187"/>
                    <a:pt x="26568" y="6805"/>
                    <a:pt x="21746" y="1840"/>
                  </a:cubicBezTo>
                  <a:cubicBezTo>
                    <a:pt x="20898" y="956"/>
                    <a:pt x="19840" y="155"/>
                    <a:pt x="18584" y="155"/>
                  </a:cubicBezTo>
                  <a:cubicBezTo>
                    <a:pt x="18200" y="155"/>
                    <a:pt x="17797" y="230"/>
                    <a:pt x="17377" y="400"/>
                  </a:cubicBezTo>
                  <a:cubicBezTo>
                    <a:pt x="16210" y="864"/>
                    <a:pt x="15365" y="1888"/>
                    <a:pt x="14972" y="3078"/>
                  </a:cubicBezTo>
                  <a:cubicBezTo>
                    <a:pt x="14281" y="5210"/>
                    <a:pt x="14900" y="7436"/>
                    <a:pt x="15519" y="9544"/>
                  </a:cubicBezTo>
                  <a:cubicBezTo>
                    <a:pt x="13495" y="7019"/>
                    <a:pt x="11447" y="4471"/>
                    <a:pt x="8864" y="2519"/>
                  </a:cubicBezTo>
                  <a:cubicBezTo>
                    <a:pt x="7566" y="1543"/>
                    <a:pt x="6101" y="721"/>
                    <a:pt x="4566" y="197"/>
                  </a:cubicBezTo>
                  <a:cubicBezTo>
                    <a:pt x="4178" y="66"/>
                    <a:pt x="3790" y="0"/>
                    <a:pt x="34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458;p117">
              <a:extLst>
                <a:ext uri="{FF2B5EF4-FFF2-40B4-BE49-F238E27FC236}">
                  <a16:creationId xmlns:a16="http://schemas.microsoft.com/office/drawing/2014/main" id="{443D946F-458B-3685-56CE-16DD009F75B6}"/>
                </a:ext>
              </a:extLst>
            </p:cNvPr>
            <p:cNvSpPr/>
            <p:nvPr/>
          </p:nvSpPr>
          <p:spPr>
            <a:xfrm>
              <a:off x="1532350" y="2454425"/>
              <a:ext cx="867600" cy="929800"/>
            </a:xfrm>
            <a:custGeom>
              <a:avLst/>
              <a:gdLst/>
              <a:ahLst/>
              <a:cxnLst/>
              <a:rect l="l" t="t" r="r" b="b"/>
              <a:pathLst>
                <a:path w="34704" h="37192" extrusionOk="0">
                  <a:moveTo>
                    <a:pt x="417" y="0"/>
                  </a:moveTo>
                  <a:cubicBezTo>
                    <a:pt x="200" y="0"/>
                    <a:pt x="1" y="291"/>
                    <a:pt x="190" y="507"/>
                  </a:cubicBezTo>
                  <a:cubicBezTo>
                    <a:pt x="10798" y="13319"/>
                    <a:pt x="22121" y="25534"/>
                    <a:pt x="34063" y="37107"/>
                  </a:cubicBezTo>
                  <a:cubicBezTo>
                    <a:pt x="34126" y="37167"/>
                    <a:pt x="34196" y="37192"/>
                    <a:pt x="34264" y="37192"/>
                  </a:cubicBezTo>
                  <a:cubicBezTo>
                    <a:pt x="34496" y="37192"/>
                    <a:pt x="34703" y="36905"/>
                    <a:pt x="34492" y="36702"/>
                  </a:cubicBezTo>
                  <a:cubicBezTo>
                    <a:pt x="22550" y="25130"/>
                    <a:pt x="11239" y="12914"/>
                    <a:pt x="619" y="103"/>
                  </a:cubicBezTo>
                  <a:cubicBezTo>
                    <a:pt x="558" y="30"/>
                    <a:pt x="486" y="0"/>
                    <a:pt x="4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459;p117">
              <a:extLst>
                <a:ext uri="{FF2B5EF4-FFF2-40B4-BE49-F238E27FC236}">
                  <a16:creationId xmlns:a16="http://schemas.microsoft.com/office/drawing/2014/main" id="{D68F85D5-6F8B-D9DD-6916-DF056D60EB80}"/>
                </a:ext>
              </a:extLst>
            </p:cNvPr>
            <p:cNvSpPr/>
            <p:nvPr/>
          </p:nvSpPr>
          <p:spPr>
            <a:xfrm>
              <a:off x="1625450" y="2887225"/>
              <a:ext cx="376200" cy="91825"/>
            </a:xfrm>
            <a:custGeom>
              <a:avLst/>
              <a:gdLst/>
              <a:ahLst/>
              <a:cxnLst/>
              <a:rect l="l" t="t" r="r" b="b"/>
              <a:pathLst>
                <a:path w="15048" h="3673" extrusionOk="0">
                  <a:moveTo>
                    <a:pt x="462" y="1"/>
                  </a:moveTo>
                  <a:cubicBezTo>
                    <a:pt x="137" y="1"/>
                    <a:pt x="0" y="500"/>
                    <a:pt x="347" y="579"/>
                  </a:cubicBezTo>
                  <a:cubicBezTo>
                    <a:pt x="5086" y="1555"/>
                    <a:pt x="9813" y="2591"/>
                    <a:pt x="14540" y="3662"/>
                  </a:cubicBezTo>
                  <a:cubicBezTo>
                    <a:pt x="14568" y="3670"/>
                    <a:pt x="14595" y="3673"/>
                    <a:pt x="14621" y="3673"/>
                  </a:cubicBezTo>
                  <a:cubicBezTo>
                    <a:pt x="14931" y="3673"/>
                    <a:pt x="15047" y="3180"/>
                    <a:pt x="14706" y="3103"/>
                  </a:cubicBezTo>
                  <a:cubicBezTo>
                    <a:pt x="9991" y="2019"/>
                    <a:pt x="5265" y="995"/>
                    <a:pt x="526" y="7"/>
                  </a:cubicBezTo>
                  <a:cubicBezTo>
                    <a:pt x="504" y="3"/>
                    <a:pt x="482" y="1"/>
                    <a:pt x="4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460;p117">
              <a:extLst>
                <a:ext uri="{FF2B5EF4-FFF2-40B4-BE49-F238E27FC236}">
                  <a16:creationId xmlns:a16="http://schemas.microsoft.com/office/drawing/2014/main" id="{181A00B2-4EFF-A1F5-337D-A80E752C67D8}"/>
                </a:ext>
              </a:extLst>
            </p:cNvPr>
            <p:cNvSpPr/>
            <p:nvPr/>
          </p:nvSpPr>
          <p:spPr>
            <a:xfrm>
              <a:off x="1859450" y="2503950"/>
              <a:ext cx="35450" cy="362925"/>
            </a:xfrm>
            <a:custGeom>
              <a:avLst/>
              <a:gdLst/>
              <a:ahLst/>
              <a:cxnLst/>
              <a:rect l="l" t="t" r="r" b="b"/>
              <a:pathLst>
                <a:path w="1418" h="14517" extrusionOk="0">
                  <a:moveTo>
                    <a:pt x="420" y="1"/>
                  </a:moveTo>
                  <a:cubicBezTo>
                    <a:pt x="203" y="1"/>
                    <a:pt x="1" y="289"/>
                    <a:pt x="191" y="515"/>
                  </a:cubicBezTo>
                  <a:cubicBezTo>
                    <a:pt x="227" y="562"/>
                    <a:pt x="298" y="1777"/>
                    <a:pt x="322" y="2146"/>
                  </a:cubicBezTo>
                  <a:cubicBezTo>
                    <a:pt x="417" y="3396"/>
                    <a:pt x="489" y="4634"/>
                    <a:pt x="548" y="5885"/>
                  </a:cubicBezTo>
                  <a:cubicBezTo>
                    <a:pt x="691" y="8659"/>
                    <a:pt x="798" y="11433"/>
                    <a:pt x="822" y="14219"/>
                  </a:cubicBezTo>
                  <a:cubicBezTo>
                    <a:pt x="828" y="14415"/>
                    <a:pt x="986" y="14517"/>
                    <a:pt x="1138" y="14517"/>
                  </a:cubicBezTo>
                  <a:cubicBezTo>
                    <a:pt x="1280" y="14517"/>
                    <a:pt x="1417" y="14427"/>
                    <a:pt x="1417" y="14243"/>
                  </a:cubicBezTo>
                  <a:cubicBezTo>
                    <a:pt x="1381" y="11159"/>
                    <a:pt x="1262" y="8075"/>
                    <a:pt x="1096" y="4992"/>
                  </a:cubicBezTo>
                  <a:cubicBezTo>
                    <a:pt x="1036" y="3813"/>
                    <a:pt x="965" y="2634"/>
                    <a:pt x="858" y="1467"/>
                  </a:cubicBezTo>
                  <a:cubicBezTo>
                    <a:pt x="822" y="1074"/>
                    <a:pt x="881" y="420"/>
                    <a:pt x="619" y="98"/>
                  </a:cubicBezTo>
                  <a:cubicBezTo>
                    <a:pt x="559" y="29"/>
                    <a:pt x="489" y="1"/>
                    <a:pt x="4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461;p117">
              <a:extLst>
                <a:ext uri="{FF2B5EF4-FFF2-40B4-BE49-F238E27FC236}">
                  <a16:creationId xmlns:a16="http://schemas.microsoft.com/office/drawing/2014/main" id="{43385371-9EA8-F652-F60F-02C0839EA5A2}"/>
                </a:ext>
              </a:extLst>
            </p:cNvPr>
            <p:cNvSpPr/>
            <p:nvPr/>
          </p:nvSpPr>
          <p:spPr>
            <a:xfrm>
              <a:off x="1986450" y="3319250"/>
              <a:ext cx="364425" cy="42200"/>
            </a:xfrm>
            <a:custGeom>
              <a:avLst/>
              <a:gdLst/>
              <a:ahLst/>
              <a:cxnLst/>
              <a:rect l="l" t="t" r="r" b="b"/>
              <a:pathLst>
                <a:path w="14577" h="1688" extrusionOk="0">
                  <a:moveTo>
                    <a:pt x="417" y="1"/>
                  </a:moveTo>
                  <a:cubicBezTo>
                    <a:pt x="121" y="1"/>
                    <a:pt x="0" y="486"/>
                    <a:pt x="338" y="574"/>
                  </a:cubicBezTo>
                  <a:cubicBezTo>
                    <a:pt x="2917" y="1316"/>
                    <a:pt x="5553" y="1687"/>
                    <a:pt x="8194" y="1687"/>
                  </a:cubicBezTo>
                  <a:cubicBezTo>
                    <a:pt x="10212" y="1687"/>
                    <a:pt x="12232" y="1471"/>
                    <a:pt x="14232" y="1038"/>
                  </a:cubicBezTo>
                  <a:cubicBezTo>
                    <a:pt x="14577" y="960"/>
                    <a:pt x="14486" y="446"/>
                    <a:pt x="14172" y="446"/>
                  </a:cubicBezTo>
                  <a:cubicBezTo>
                    <a:pt x="14149" y="446"/>
                    <a:pt x="14126" y="449"/>
                    <a:pt x="14101" y="454"/>
                  </a:cubicBezTo>
                  <a:cubicBezTo>
                    <a:pt x="12127" y="879"/>
                    <a:pt x="10140" y="1092"/>
                    <a:pt x="8157" y="1092"/>
                  </a:cubicBezTo>
                  <a:cubicBezTo>
                    <a:pt x="5584" y="1092"/>
                    <a:pt x="3020" y="734"/>
                    <a:pt x="504" y="14"/>
                  </a:cubicBezTo>
                  <a:cubicBezTo>
                    <a:pt x="474" y="5"/>
                    <a:pt x="445" y="1"/>
                    <a:pt x="4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462;p117">
              <a:extLst>
                <a:ext uri="{FF2B5EF4-FFF2-40B4-BE49-F238E27FC236}">
                  <a16:creationId xmlns:a16="http://schemas.microsoft.com/office/drawing/2014/main" id="{EF18D43A-5386-14C1-A273-D1A17D04526C}"/>
                </a:ext>
              </a:extLst>
            </p:cNvPr>
            <p:cNvSpPr/>
            <p:nvPr/>
          </p:nvSpPr>
          <p:spPr>
            <a:xfrm>
              <a:off x="2224275" y="2885475"/>
              <a:ext cx="48950" cy="369550"/>
            </a:xfrm>
            <a:custGeom>
              <a:avLst/>
              <a:gdLst/>
              <a:ahLst/>
              <a:cxnLst/>
              <a:rect l="l" t="t" r="r" b="b"/>
              <a:pathLst>
                <a:path w="1958" h="14782" extrusionOk="0">
                  <a:moveTo>
                    <a:pt x="360" y="1"/>
                  </a:moveTo>
                  <a:cubicBezTo>
                    <a:pt x="191" y="1"/>
                    <a:pt x="0" y="139"/>
                    <a:pt x="28" y="363"/>
                  </a:cubicBezTo>
                  <a:cubicBezTo>
                    <a:pt x="493" y="5054"/>
                    <a:pt x="1362" y="9757"/>
                    <a:pt x="1052" y="14484"/>
                  </a:cubicBezTo>
                  <a:cubicBezTo>
                    <a:pt x="1040" y="14680"/>
                    <a:pt x="1192" y="14782"/>
                    <a:pt x="1346" y="14782"/>
                  </a:cubicBezTo>
                  <a:cubicBezTo>
                    <a:pt x="1490" y="14782"/>
                    <a:pt x="1636" y="14692"/>
                    <a:pt x="1647" y="14507"/>
                  </a:cubicBezTo>
                  <a:cubicBezTo>
                    <a:pt x="1957" y="9733"/>
                    <a:pt x="1076" y="4959"/>
                    <a:pt x="600" y="220"/>
                  </a:cubicBezTo>
                  <a:cubicBezTo>
                    <a:pt x="585" y="68"/>
                    <a:pt x="478" y="1"/>
                    <a:pt x="3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463;p117">
              <a:extLst>
                <a:ext uri="{FF2B5EF4-FFF2-40B4-BE49-F238E27FC236}">
                  <a16:creationId xmlns:a16="http://schemas.microsoft.com/office/drawing/2014/main" id="{94FC3852-C97F-7B22-E3DE-9CBC261C3267}"/>
                </a:ext>
              </a:extLst>
            </p:cNvPr>
            <p:cNvSpPr/>
            <p:nvPr/>
          </p:nvSpPr>
          <p:spPr>
            <a:xfrm>
              <a:off x="5292325" y="3485925"/>
              <a:ext cx="1121575" cy="1272825"/>
            </a:xfrm>
            <a:custGeom>
              <a:avLst/>
              <a:gdLst/>
              <a:ahLst/>
              <a:cxnLst/>
              <a:rect l="l" t="t" r="r" b="b"/>
              <a:pathLst>
                <a:path w="44863" h="50913" extrusionOk="0">
                  <a:moveTo>
                    <a:pt x="38334" y="0"/>
                  </a:moveTo>
                  <a:cubicBezTo>
                    <a:pt x="37754" y="0"/>
                    <a:pt x="37104" y="94"/>
                    <a:pt x="36386" y="300"/>
                  </a:cubicBezTo>
                  <a:cubicBezTo>
                    <a:pt x="31802" y="1622"/>
                    <a:pt x="27492" y="6587"/>
                    <a:pt x="24325" y="11432"/>
                  </a:cubicBezTo>
                  <a:cubicBezTo>
                    <a:pt x="24313" y="11159"/>
                    <a:pt x="24289" y="10885"/>
                    <a:pt x="24241" y="10611"/>
                  </a:cubicBezTo>
                  <a:cubicBezTo>
                    <a:pt x="23942" y="8954"/>
                    <a:pt x="22502" y="7917"/>
                    <a:pt x="21012" y="7917"/>
                  </a:cubicBezTo>
                  <a:cubicBezTo>
                    <a:pt x="20307" y="7917"/>
                    <a:pt x="19591" y="8150"/>
                    <a:pt x="18979" y="8658"/>
                  </a:cubicBezTo>
                  <a:cubicBezTo>
                    <a:pt x="14323" y="12516"/>
                    <a:pt x="11764" y="18779"/>
                    <a:pt x="9573" y="24613"/>
                  </a:cubicBezTo>
                  <a:cubicBezTo>
                    <a:pt x="9881" y="23269"/>
                    <a:pt x="8448" y="22089"/>
                    <a:pt x="7062" y="22089"/>
                  </a:cubicBezTo>
                  <a:cubicBezTo>
                    <a:pt x="6950" y="22089"/>
                    <a:pt x="6838" y="22096"/>
                    <a:pt x="6727" y="22112"/>
                  </a:cubicBezTo>
                  <a:cubicBezTo>
                    <a:pt x="5263" y="22327"/>
                    <a:pt x="3989" y="23410"/>
                    <a:pt x="3251" y="24696"/>
                  </a:cubicBezTo>
                  <a:cubicBezTo>
                    <a:pt x="0" y="30494"/>
                    <a:pt x="310" y="41103"/>
                    <a:pt x="3405" y="47830"/>
                  </a:cubicBezTo>
                  <a:cubicBezTo>
                    <a:pt x="4417" y="50041"/>
                    <a:pt x="4802" y="50912"/>
                    <a:pt x="5833" y="50912"/>
                  </a:cubicBezTo>
                  <a:cubicBezTo>
                    <a:pt x="6440" y="50912"/>
                    <a:pt x="7271" y="50611"/>
                    <a:pt x="8585" y="50104"/>
                  </a:cubicBezTo>
                  <a:cubicBezTo>
                    <a:pt x="11216" y="49080"/>
                    <a:pt x="13823" y="47985"/>
                    <a:pt x="16371" y="46770"/>
                  </a:cubicBezTo>
                  <a:cubicBezTo>
                    <a:pt x="21491" y="44353"/>
                    <a:pt x="34540" y="37340"/>
                    <a:pt x="32218" y="32840"/>
                  </a:cubicBezTo>
                  <a:cubicBezTo>
                    <a:pt x="31599" y="31642"/>
                    <a:pt x="30231" y="31498"/>
                    <a:pt x="28865" y="31498"/>
                  </a:cubicBezTo>
                  <a:cubicBezTo>
                    <a:pt x="28432" y="31498"/>
                    <a:pt x="28000" y="31512"/>
                    <a:pt x="27592" y="31512"/>
                  </a:cubicBezTo>
                  <a:cubicBezTo>
                    <a:pt x="27010" y="31512"/>
                    <a:pt x="26477" y="31483"/>
                    <a:pt x="26063" y="31340"/>
                  </a:cubicBezTo>
                  <a:cubicBezTo>
                    <a:pt x="30599" y="26113"/>
                    <a:pt x="39184" y="26470"/>
                    <a:pt x="43208" y="20838"/>
                  </a:cubicBezTo>
                  <a:cubicBezTo>
                    <a:pt x="44137" y="19529"/>
                    <a:pt x="44863" y="17909"/>
                    <a:pt x="43827" y="16266"/>
                  </a:cubicBezTo>
                  <a:cubicBezTo>
                    <a:pt x="43160" y="15207"/>
                    <a:pt x="41993" y="14564"/>
                    <a:pt x="40755" y="14397"/>
                  </a:cubicBezTo>
                  <a:cubicBezTo>
                    <a:pt x="40486" y="14361"/>
                    <a:pt x="40218" y="14344"/>
                    <a:pt x="39953" y="14344"/>
                  </a:cubicBezTo>
                  <a:cubicBezTo>
                    <a:pt x="38029" y="14344"/>
                    <a:pt x="36219" y="15231"/>
                    <a:pt x="34493" y="16100"/>
                  </a:cubicBezTo>
                  <a:cubicBezTo>
                    <a:pt x="36612" y="13659"/>
                    <a:pt x="38755" y="11182"/>
                    <a:pt x="40196" y="8289"/>
                  </a:cubicBezTo>
                  <a:cubicBezTo>
                    <a:pt x="40922" y="6837"/>
                    <a:pt x="41470" y="5241"/>
                    <a:pt x="41708" y="3634"/>
                  </a:cubicBezTo>
                  <a:cubicBezTo>
                    <a:pt x="41997" y="1696"/>
                    <a:pt x="40803" y="0"/>
                    <a:pt x="38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464;p117">
              <a:extLst>
                <a:ext uri="{FF2B5EF4-FFF2-40B4-BE49-F238E27FC236}">
                  <a16:creationId xmlns:a16="http://schemas.microsoft.com/office/drawing/2014/main" id="{9A9B968C-5D33-B0CF-24C1-4EC44D9E9177}"/>
                </a:ext>
              </a:extLst>
            </p:cNvPr>
            <p:cNvSpPr/>
            <p:nvPr/>
          </p:nvSpPr>
          <p:spPr>
            <a:xfrm>
              <a:off x="5449500" y="3623625"/>
              <a:ext cx="766950" cy="1013050"/>
            </a:xfrm>
            <a:custGeom>
              <a:avLst/>
              <a:gdLst/>
              <a:ahLst/>
              <a:cxnLst/>
              <a:rect l="l" t="t" r="r" b="b"/>
              <a:pathLst>
                <a:path w="30678" h="40522" extrusionOk="0">
                  <a:moveTo>
                    <a:pt x="30250" y="0"/>
                  </a:moveTo>
                  <a:cubicBezTo>
                    <a:pt x="30167" y="0"/>
                    <a:pt x="30083" y="34"/>
                    <a:pt x="30015" y="114"/>
                  </a:cubicBezTo>
                  <a:cubicBezTo>
                    <a:pt x="19347" y="12866"/>
                    <a:pt x="9370" y="26201"/>
                    <a:pt x="154" y="40048"/>
                  </a:cubicBezTo>
                  <a:cubicBezTo>
                    <a:pt x="1" y="40278"/>
                    <a:pt x="202" y="40521"/>
                    <a:pt x="408" y="40521"/>
                  </a:cubicBezTo>
                  <a:cubicBezTo>
                    <a:pt x="489" y="40521"/>
                    <a:pt x="570" y="40484"/>
                    <a:pt x="631" y="40393"/>
                  </a:cubicBezTo>
                  <a:cubicBezTo>
                    <a:pt x="9858" y="26546"/>
                    <a:pt x="19824" y="13223"/>
                    <a:pt x="30503" y="460"/>
                  </a:cubicBezTo>
                  <a:cubicBezTo>
                    <a:pt x="30677" y="242"/>
                    <a:pt x="30471" y="0"/>
                    <a:pt x="302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465;p117">
              <a:extLst>
                <a:ext uri="{FF2B5EF4-FFF2-40B4-BE49-F238E27FC236}">
                  <a16:creationId xmlns:a16="http://schemas.microsoft.com/office/drawing/2014/main" id="{B4D1B8D9-6021-0363-0853-CCF8F091E12D}"/>
                </a:ext>
              </a:extLst>
            </p:cNvPr>
            <p:cNvSpPr/>
            <p:nvPr/>
          </p:nvSpPr>
          <p:spPr>
            <a:xfrm>
              <a:off x="5778225" y="3794250"/>
              <a:ext cx="26850" cy="377025"/>
            </a:xfrm>
            <a:custGeom>
              <a:avLst/>
              <a:gdLst/>
              <a:ahLst/>
              <a:cxnLst/>
              <a:rect l="l" t="t" r="r" b="b"/>
              <a:pathLst>
                <a:path w="1074" h="15081" extrusionOk="0">
                  <a:moveTo>
                    <a:pt x="746" y="1"/>
                  </a:moveTo>
                  <a:cubicBezTo>
                    <a:pt x="613" y="1"/>
                    <a:pt x="489" y="80"/>
                    <a:pt x="483" y="254"/>
                  </a:cubicBezTo>
                  <a:cubicBezTo>
                    <a:pt x="376" y="5088"/>
                    <a:pt x="209" y="9922"/>
                    <a:pt x="7" y="14756"/>
                  </a:cubicBezTo>
                  <a:cubicBezTo>
                    <a:pt x="1" y="14964"/>
                    <a:pt x="172" y="15080"/>
                    <a:pt x="332" y="15080"/>
                  </a:cubicBezTo>
                  <a:cubicBezTo>
                    <a:pt x="466" y="15080"/>
                    <a:pt x="592" y="15000"/>
                    <a:pt x="602" y="14828"/>
                  </a:cubicBezTo>
                  <a:cubicBezTo>
                    <a:pt x="805" y="9994"/>
                    <a:pt x="960" y="5160"/>
                    <a:pt x="1067" y="314"/>
                  </a:cubicBezTo>
                  <a:cubicBezTo>
                    <a:pt x="1073" y="113"/>
                    <a:pt x="904" y="1"/>
                    <a:pt x="7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466;p117">
              <a:extLst>
                <a:ext uri="{FF2B5EF4-FFF2-40B4-BE49-F238E27FC236}">
                  <a16:creationId xmlns:a16="http://schemas.microsoft.com/office/drawing/2014/main" id="{FDFAB07F-114E-AB0E-B093-B622599CE2A6}"/>
                </a:ext>
              </a:extLst>
            </p:cNvPr>
            <p:cNvSpPr/>
            <p:nvPr/>
          </p:nvSpPr>
          <p:spPr>
            <a:xfrm>
              <a:off x="5867625" y="3954300"/>
              <a:ext cx="359225" cy="95325"/>
            </a:xfrm>
            <a:custGeom>
              <a:avLst/>
              <a:gdLst/>
              <a:ahLst/>
              <a:cxnLst/>
              <a:rect l="l" t="t" r="r" b="b"/>
              <a:pathLst>
                <a:path w="14369" h="3813" extrusionOk="0">
                  <a:moveTo>
                    <a:pt x="13941" y="1"/>
                  </a:moveTo>
                  <a:cubicBezTo>
                    <a:pt x="13859" y="1"/>
                    <a:pt x="13775" y="34"/>
                    <a:pt x="13707" y="115"/>
                  </a:cubicBezTo>
                  <a:cubicBezTo>
                    <a:pt x="13671" y="163"/>
                    <a:pt x="12481" y="448"/>
                    <a:pt x="12123" y="544"/>
                  </a:cubicBezTo>
                  <a:cubicBezTo>
                    <a:pt x="10921" y="865"/>
                    <a:pt x="9707" y="1151"/>
                    <a:pt x="8492" y="1437"/>
                  </a:cubicBezTo>
                  <a:cubicBezTo>
                    <a:pt x="5789" y="2080"/>
                    <a:pt x="3075" y="2687"/>
                    <a:pt x="348" y="3211"/>
                  </a:cubicBezTo>
                  <a:cubicBezTo>
                    <a:pt x="0" y="3289"/>
                    <a:pt x="54" y="3812"/>
                    <a:pt x="371" y="3812"/>
                  </a:cubicBezTo>
                  <a:cubicBezTo>
                    <a:pt x="390" y="3812"/>
                    <a:pt x="410" y="3810"/>
                    <a:pt x="432" y="3806"/>
                  </a:cubicBezTo>
                  <a:cubicBezTo>
                    <a:pt x="3468" y="3211"/>
                    <a:pt x="6468" y="2532"/>
                    <a:pt x="9468" y="1818"/>
                  </a:cubicBezTo>
                  <a:cubicBezTo>
                    <a:pt x="10611" y="1544"/>
                    <a:pt x="11766" y="1258"/>
                    <a:pt x="12897" y="948"/>
                  </a:cubicBezTo>
                  <a:cubicBezTo>
                    <a:pt x="13266" y="841"/>
                    <a:pt x="13921" y="782"/>
                    <a:pt x="14195" y="460"/>
                  </a:cubicBezTo>
                  <a:cubicBezTo>
                    <a:pt x="14369" y="243"/>
                    <a:pt x="14163" y="1"/>
                    <a:pt x="139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467;p117">
              <a:extLst>
                <a:ext uri="{FF2B5EF4-FFF2-40B4-BE49-F238E27FC236}">
                  <a16:creationId xmlns:a16="http://schemas.microsoft.com/office/drawing/2014/main" id="{220883A5-31A4-4B7B-D39A-D2A7E76FE0DC}"/>
                </a:ext>
              </a:extLst>
            </p:cNvPr>
            <p:cNvSpPr/>
            <p:nvPr/>
          </p:nvSpPr>
          <p:spPr>
            <a:xfrm>
              <a:off x="5419125" y="4227075"/>
              <a:ext cx="79050" cy="354350"/>
            </a:xfrm>
            <a:custGeom>
              <a:avLst/>
              <a:gdLst/>
              <a:ahLst/>
              <a:cxnLst/>
              <a:rect l="l" t="t" r="r" b="b"/>
              <a:pathLst>
                <a:path w="3162" h="14174" extrusionOk="0">
                  <a:moveTo>
                    <a:pt x="740" y="1"/>
                  </a:moveTo>
                  <a:cubicBezTo>
                    <a:pt x="606" y="1"/>
                    <a:pt x="474" y="80"/>
                    <a:pt x="453" y="253"/>
                  </a:cubicBezTo>
                  <a:cubicBezTo>
                    <a:pt x="0" y="4956"/>
                    <a:pt x="703" y="9635"/>
                    <a:pt x="2524" y="14005"/>
                  </a:cubicBezTo>
                  <a:cubicBezTo>
                    <a:pt x="2574" y="14124"/>
                    <a:pt x="2671" y="14173"/>
                    <a:pt x="2771" y="14173"/>
                  </a:cubicBezTo>
                  <a:cubicBezTo>
                    <a:pt x="2961" y="14173"/>
                    <a:pt x="3162" y="13993"/>
                    <a:pt x="3060" y="13767"/>
                  </a:cubicBezTo>
                  <a:cubicBezTo>
                    <a:pt x="1286" y="9492"/>
                    <a:pt x="596" y="4932"/>
                    <a:pt x="1048" y="324"/>
                  </a:cubicBezTo>
                  <a:cubicBezTo>
                    <a:pt x="1067" y="116"/>
                    <a:pt x="902" y="1"/>
                    <a:pt x="7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468;p117">
              <a:extLst>
                <a:ext uri="{FF2B5EF4-FFF2-40B4-BE49-F238E27FC236}">
                  <a16:creationId xmlns:a16="http://schemas.microsoft.com/office/drawing/2014/main" id="{7AE6B301-76AB-E90C-264E-D2A5C751C977}"/>
                </a:ext>
              </a:extLst>
            </p:cNvPr>
            <p:cNvSpPr/>
            <p:nvPr/>
          </p:nvSpPr>
          <p:spPr>
            <a:xfrm>
              <a:off x="5552250" y="4379775"/>
              <a:ext cx="366150" cy="104325"/>
            </a:xfrm>
            <a:custGeom>
              <a:avLst/>
              <a:gdLst/>
              <a:ahLst/>
              <a:cxnLst/>
              <a:rect l="l" t="t" r="r" b="b"/>
              <a:pathLst>
                <a:path w="14646" h="4173" extrusionOk="0">
                  <a:moveTo>
                    <a:pt x="14174" y="1"/>
                  </a:moveTo>
                  <a:cubicBezTo>
                    <a:pt x="14145" y="1"/>
                    <a:pt x="14114" y="5"/>
                    <a:pt x="14082" y="15"/>
                  </a:cubicBezTo>
                  <a:cubicBezTo>
                    <a:pt x="9546" y="1324"/>
                    <a:pt x="5081" y="3039"/>
                    <a:pt x="366" y="3587"/>
                  </a:cubicBezTo>
                  <a:cubicBezTo>
                    <a:pt x="0" y="3632"/>
                    <a:pt x="74" y="4173"/>
                    <a:pt x="408" y="4173"/>
                  </a:cubicBezTo>
                  <a:cubicBezTo>
                    <a:pt x="421" y="4173"/>
                    <a:pt x="435" y="4172"/>
                    <a:pt x="450" y="4170"/>
                  </a:cubicBezTo>
                  <a:cubicBezTo>
                    <a:pt x="5212" y="3622"/>
                    <a:pt x="9737" y="1884"/>
                    <a:pt x="14309" y="562"/>
                  </a:cubicBezTo>
                  <a:cubicBezTo>
                    <a:pt x="14645" y="465"/>
                    <a:pt x="14477" y="1"/>
                    <a:pt x="141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469;p117">
              <a:extLst>
                <a:ext uri="{FF2B5EF4-FFF2-40B4-BE49-F238E27FC236}">
                  <a16:creationId xmlns:a16="http://schemas.microsoft.com/office/drawing/2014/main" id="{2DE8C410-F067-4DCA-00D7-11D141E00D3F}"/>
                </a:ext>
              </a:extLst>
            </p:cNvPr>
            <p:cNvSpPr/>
            <p:nvPr/>
          </p:nvSpPr>
          <p:spPr>
            <a:xfrm>
              <a:off x="5403925" y="861275"/>
              <a:ext cx="1061175" cy="772100"/>
            </a:xfrm>
            <a:custGeom>
              <a:avLst/>
              <a:gdLst/>
              <a:ahLst/>
              <a:cxnLst/>
              <a:rect l="l" t="t" r="r" b="b"/>
              <a:pathLst>
                <a:path w="42447" h="30884" extrusionOk="0">
                  <a:moveTo>
                    <a:pt x="31739" y="0"/>
                  </a:moveTo>
                  <a:cubicBezTo>
                    <a:pt x="26678" y="0"/>
                    <a:pt x="21692" y="609"/>
                    <a:pt x="17098" y="2654"/>
                  </a:cubicBezTo>
                  <a:cubicBezTo>
                    <a:pt x="8859" y="6322"/>
                    <a:pt x="1" y="14989"/>
                    <a:pt x="2716" y="28396"/>
                  </a:cubicBezTo>
                  <a:cubicBezTo>
                    <a:pt x="2716" y="28396"/>
                    <a:pt x="6777" y="30883"/>
                    <a:pt x="12264" y="30883"/>
                  </a:cubicBezTo>
                  <a:cubicBezTo>
                    <a:pt x="14187" y="30883"/>
                    <a:pt x="16284" y="30578"/>
                    <a:pt x="18444" y="29753"/>
                  </a:cubicBezTo>
                  <a:cubicBezTo>
                    <a:pt x="24730" y="27360"/>
                    <a:pt x="28981" y="23859"/>
                    <a:pt x="32898" y="18371"/>
                  </a:cubicBezTo>
                  <a:cubicBezTo>
                    <a:pt x="36815" y="12894"/>
                    <a:pt x="39637" y="6738"/>
                    <a:pt x="42447" y="619"/>
                  </a:cubicBezTo>
                  <a:cubicBezTo>
                    <a:pt x="38915" y="303"/>
                    <a:pt x="35309" y="0"/>
                    <a:pt x="317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470;p117">
              <a:extLst>
                <a:ext uri="{FF2B5EF4-FFF2-40B4-BE49-F238E27FC236}">
                  <a16:creationId xmlns:a16="http://schemas.microsoft.com/office/drawing/2014/main" id="{F613DB87-FECC-1EFF-DC81-28736799B20D}"/>
                </a:ext>
              </a:extLst>
            </p:cNvPr>
            <p:cNvSpPr/>
            <p:nvPr/>
          </p:nvSpPr>
          <p:spPr>
            <a:xfrm>
              <a:off x="5555750" y="960425"/>
              <a:ext cx="749500" cy="546675"/>
            </a:xfrm>
            <a:custGeom>
              <a:avLst/>
              <a:gdLst/>
              <a:ahLst/>
              <a:cxnLst/>
              <a:rect l="l" t="t" r="r" b="b"/>
              <a:pathLst>
                <a:path w="29980" h="21867" extrusionOk="0">
                  <a:moveTo>
                    <a:pt x="29515" y="0"/>
                  </a:moveTo>
                  <a:cubicBezTo>
                    <a:pt x="29456" y="0"/>
                    <a:pt x="29395" y="18"/>
                    <a:pt x="29337" y="58"/>
                  </a:cubicBezTo>
                  <a:cubicBezTo>
                    <a:pt x="19360" y="6785"/>
                    <a:pt x="9656" y="13893"/>
                    <a:pt x="238" y="21358"/>
                  </a:cubicBezTo>
                  <a:cubicBezTo>
                    <a:pt x="1" y="21548"/>
                    <a:pt x="203" y="21867"/>
                    <a:pt x="446" y="21867"/>
                  </a:cubicBezTo>
                  <a:cubicBezTo>
                    <a:pt x="507" y="21867"/>
                    <a:pt x="571" y="21847"/>
                    <a:pt x="631" y="21798"/>
                  </a:cubicBezTo>
                  <a:cubicBezTo>
                    <a:pt x="10049" y="14333"/>
                    <a:pt x="19753" y="7225"/>
                    <a:pt x="29718" y="498"/>
                  </a:cubicBezTo>
                  <a:cubicBezTo>
                    <a:pt x="29979" y="324"/>
                    <a:pt x="29769" y="0"/>
                    <a:pt x="295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471;p117">
              <a:extLst>
                <a:ext uri="{FF2B5EF4-FFF2-40B4-BE49-F238E27FC236}">
                  <a16:creationId xmlns:a16="http://schemas.microsoft.com/office/drawing/2014/main" id="{8E6D3088-EA55-6475-B7BA-54934249B360}"/>
                </a:ext>
              </a:extLst>
            </p:cNvPr>
            <p:cNvSpPr/>
            <p:nvPr/>
          </p:nvSpPr>
          <p:spPr>
            <a:xfrm>
              <a:off x="5995075" y="911250"/>
              <a:ext cx="66200" cy="266000"/>
            </a:xfrm>
            <a:custGeom>
              <a:avLst/>
              <a:gdLst/>
              <a:ahLst/>
              <a:cxnLst/>
              <a:rect l="l" t="t" r="r" b="b"/>
              <a:pathLst>
                <a:path w="2648" h="10640" extrusionOk="0">
                  <a:moveTo>
                    <a:pt x="2272" y="1"/>
                  </a:moveTo>
                  <a:cubicBezTo>
                    <a:pt x="2163" y="1"/>
                    <a:pt x="2057" y="58"/>
                    <a:pt x="2013" y="191"/>
                  </a:cubicBezTo>
                  <a:cubicBezTo>
                    <a:pt x="882" y="3501"/>
                    <a:pt x="227" y="6847"/>
                    <a:pt x="13" y="10335"/>
                  </a:cubicBezTo>
                  <a:cubicBezTo>
                    <a:pt x="0" y="10535"/>
                    <a:pt x="157" y="10639"/>
                    <a:pt x="313" y="10639"/>
                  </a:cubicBezTo>
                  <a:cubicBezTo>
                    <a:pt x="455" y="10639"/>
                    <a:pt x="597" y="10553"/>
                    <a:pt x="608" y="10371"/>
                  </a:cubicBezTo>
                  <a:cubicBezTo>
                    <a:pt x="810" y="6942"/>
                    <a:pt x="1453" y="3644"/>
                    <a:pt x="2573" y="394"/>
                  </a:cubicBezTo>
                  <a:cubicBezTo>
                    <a:pt x="2647" y="162"/>
                    <a:pt x="2455" y="1"/>
                    <a:pt x="22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472;p117">
              <a:extLst>
                <a:ext uri="{FF2B5EF4-FFF2-40B4-BE49-F238E27FC236}">
                  <a16:creationId xmlns:a16="http://schemas.microsoft.com/office/drawing/2014/main" id="{6B417743-AA29-F2FE-7AC6-E2EF39A466E2}"/>
                </a:ext>
              </a:extLst>
            </p:cNvPr>
            <p:cNvSpPr/>
            <p:nvPr/>
          </p:nvSpPr>
          <p:spPr>
            <a:xfrm>
              <a:off x="5935625" y="1204375"/>
              <a:ext cx="267800" cy="45850"/>
            </a:xfrm>
            <a:custGeom>
              <a:avLst/>
              <a:gdLst/>
              <a:ahLst/>
              <a:cxnLst/>
              <a:rect l="l" t="t" r="r" b="b"/>
              <a:pathLst>
                <a:path w="10712" h="1834" extrusionOk="0">
                  <a:moveTo>
                    <a:pt x="361" y="1"/>
                  </a:moveTo>
                  <a:cubicBezTo>
                    <a:pt x="30" y="1"/>
                    <a:pt x="0" y="552"/>
                    <a:pt x="367" y="587"/>
                  </a:cubicBezTo>
                  <a:cubicBezTo>
                    <a:pt x="3641" y="992"/>
                    <a:pt x="6927" y="1122"/>
                    <a:pt x="10165" y="1825"/>
                  </a:cubicBezTo>
                  <a:cubicBezTo>
                    <a:pt x="10191" y="1831"/>
                    <a:pt x="10216" y="1833"/>
                    <a:pt x="10239" y="1833"/>
                  </a:cubicBezTo>
                  <a:cubicBezTo>
                    <a:pt x="10560" y="1833"/>
                    <a:pt x="10712" y="1343"/>
                    <a:pt x="10368" y="1265"/>
                  </a:cubicBezTo>
                  <a:cubicBezTo>
                    <a:pt x="7070" y="551"/>
                    <a:pt x="3736" y="396"/>
                    <a:pt x="402" y="3"/>
                  </a:cubicBezTo>
                  <a:cubicBezTo>
                    <a:pt x="388" y="1"/>
                    <a:pt x="374" y="1"/>
                    <a:pt x="3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473;p117">
              <a:extLst>
                <a:ext uri="{FF2B5EF4-FFF2-40B4-BE49-F238E27FC236}">
                  <a16:creationId xmlns:a16="http://schemas.microsoft.com/office/drawing/2014/main" id="{83622B52-37A9-176F-5DC7-80261EA1CEC4}"/>
                </a:ext>
              </a:extLst>
            </p:cNvPr>
            <p:cNvSpPr/>
            <p:nvPr/>
          </p:nvSpPr>
          <p:spPr>
            <a:xfrm>
              <a:off x="5747125" y="1043000"/>
              <a:ext cx="35525" cy="306325"/>
            </a:xfrm>
            <a:custGeom>
              <a:avLst/>
              <a:gdLst/>
              <a:ahLst/>
              <a:cxnLst/>
              <a:rect l="l" t="t" r="r" b="b"/>
              <a:pathLst>
                <a:path w="1421" h="12253" extrusionOk="0">
                  <a:moveTo>
                    <a:pt x="1109" y="1"/>
                  </a:moveTo>
                  <a:cubicBezTo>
                    <a:pt x="968" y="1"/>
                    <a:pt x="820" y="82"/>
                    <a:pt x="787" y="255"/>
                  </a:cubicBezTo>
                  <a:cubicBezTo>
                    <a:pt x="1" y="4148"/>
                    <a:pt x="358" y="8089"/>
                    <a:pt x="632" y="12018"/>
                  </a:cubicBezTo>
                  <a:cubicBezTo>
                    <a:pt x="642" y="12181"/>
                    <a:pt x="754" y="12252"/>
                    <a:pt x="877" y="12252"/>
                  </a:cubicBezTo>
                  <a:cubicBezTo>
                    <a:pt x="1043" y="12252"/>
                    <a:pt x="1229" y="12123"/>
                    <a:pt x="1215" y="11911"/>
                  </a:cubicBezTo>
                  <a:cubicBezTo>
                    <a:pt x="941" y="8030"/>
                    <a:pt x="608" y="4148"/>
                    <a:pt x="1382" y="303"/>
                  </a:cubicBezTo>
                  <a:cubicBezTo>
                    <a:pt x="1420" y="106"/>
                    <a:pt x="1269" y="1"/>
                    <a:pt x="1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474;p117">
              <a:extLst>
                <a:ext uri="{FF2B5EF4-FFF2-40B4-BE49-F238E27FC236}">
                  <a16:creationId xmlns:a16="http://schemas.microsoft.com/office/drawing/2014/main" id="{FE9F8DB0-3865-385E-800F-552272B9CC95}"/>
                </a:ext>
              </a:extLst>
            </p:cNvPr>
            <p:cNvSpPr/>
            <p:nvPr/>
          </p:nvSpPr>
          <p:spPr>
            <a:xfrm>
              <a:off x="5704000" y="1378975"/>
              <a:ext cx="303075" cy="45000"/>
            </a:xfrm>
            <a:custGeom>
              <a:avLst/>
              <a:gdLst/>
              <a:ahLst/>
              <a:cxnLst/>
              <a:rect l="l" t="t" r="r" b="b"/>
              <a:pathLst>
                <a:path w="12123" h="1800" extrusionOk="0">
                  <a:moveTo>
                    <a:pt x="406" y="0"/>
                  </a:moveTo>
                  <a:cubicBezTo>
                    <a:pt x="121" y="0"/>
                    <a:pt x="1" y="462"/>
                    <a:pt x="321" y="580"/>
                  </a:cubicBezTo>
                  <a:cubicBezTo>
                    <a:pt x="2589" y="1392"/>
                    <a:pt x="4943" y="1799"/>
                    <a:pt x="7313" y="1799"/>
                  </a:cubicBezTo>
                  <a:cubicBezTo>
                    <a:pt x="8800" y="1799"/>
                    <a:pt x="10292" y="1639"/>
                    <a:pt x="11775" y="1318"/>
                  </a:cubicBezTo>
                  <a:cubicBezTo>
                    <a:pt x="12123" y="1251"/>
                    <a:pt x="12047" y="728"/>
                    <a:pt x="11729" y="728"/>
                  </a:cubicBezTo>
                  <a:cubicBezTo>
                    <a:pt x="11709" y="728"/>
                    <a:pt x="11689" y="730"/>
                    <a:pt x="11668" y="735"/>
                  </a:cubicBezTo>
                  <a:cubicBezTo>
                    <a:pt x="10221" y="1051"/>
                    <a:pt x="8767" y="1209"/>
                    <a:pt x="7319" y="1209"/>
                  </a:cubicBezTo>
                  <a:cubicBezTo>
                    <a:pt x="5015" y="1209"/>
                    <a:pt x="2727" y="810"/>
                    <a:pt x="511" y="20"/>
                  </a:cubicBezTo>
                  <a:cubicBezTo>
                    <a:pt x="474" y="7"/>
                    <a:pt x="439" y="0"/>
                    <a:pt x="4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475;p117">
              <a:extLst>
                <a:ext uri="{FF2B5EF4-FFF2-40B4-BE49-F238E27FC236}">
                  <a16:creationId xmlns:a16="http://schemas.microsoft.com/office/drawing/2014/main" id="{23A56B3F-40E6-4502-9E2F-FD54389833D5}"/>
                </a:ext>
              </a:extLst>
            </p:cNvPr>
            <p:cNvSpPr/>
            <p:nvPr/>
          </p:nvSpPr>
          <p:spPr>
            <a:xfrm>
              <a:off x="1735625" y="1098475"/>
              <a:ext cx="977525" cy="857850"/>
            </a:xfrm>
            <a:custGeom>
              <a:avLst/>
              <a:gdLst/>
              <a:ahLst/>
              <a:cxnLst/>
              <a:rect l="l" t="t" r="r" b="b"/>
              <a:pathLst>
                <a:path w="39101" h="34314" extrusionOk="0">
                  <a:moveTo>
                    <a:pt x="11061" y="1"/>
                  </a:moveTo>
                  <a:lnTo>
                    <a:pt x="11061" y="1"/>
                  </a:lnTo>
                  <a:cubicBezTo>
                    <a:pt x="9644" y="5704"/>
                    <a:pt x="10525" y="11716"/>
                    <a:pt x="12883" y="17491"/>
                  </a:cubicBezTo>
                  <a:cubicBezTo>
                    <a:pt x="11883" y="17368"/>
                    <a:pt x="10877" y="17307"/>
                    <a:pt x="9870" y="17307"/>
                  </a:cubicBezTo>
                  <a:cubicBezTo>
                    <a:pt x="6490" y="17307"/>
                    <a:pt x="3111" y="17994"/>
                    <a:pt x="0" y="19324"/>
                  </a:cubicBezTo>
                  <a:cubicBezTo>
                    <a:pt x="4109" y="28244"/>
                    <a:pt x="12283" y="34314"/>
                    <a:pt x="21019" y="34314"/>
                  </a:cubicBezTo>
                  <a:cubicBezTo>
                    <a:pt x="23117" y="34314"/>
                    <a:pt x="25247" y="33964"/>
                    <a:pt x="27361" y="33219"/>
                  </a:cubicBezTo>
                  <a:cubicBezTo>
                    <a:pt x="33397" y="31100"/>
                    <a:pt x="39100" y="19586"/>
                    <a:pt x="37886" y="9359"/>
                  </a:cubicBezTo>
                  <a:cubicBezTo>
                    <a:pt x="37386" y="5192"/>
                    <a:pt x="34957" y="2239"/>
                    <a:pt x="31278" y="227"/>
                  </a:cubicBezTo>
                  <a:cubicBezTo>
                    <a:pt x="28421" y="4346"/>
                    <a:pt x="25611" y="8287"/>
                    <a:pt x="25254" y="12871"/>
                  </a:cubicBezTo>
                  <a:cubicBezTo>
                    <a:pt x="23944" y="9728"/>
                    <a:pt x="19812" y="1513"/>
                    <a:pt x="110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5476;p117">
              <a:extLst>
                <a:ext uri="{FF2B5EF4-FFF2-40B4-BE49-F238E27FC236}">
                  <a16:creationId xmlns:a16="http://schemas.microsoft.com/office/drawing/2014/main" id="{6CCEA2DB-1C6D-7055-DBEA-CB867F74C98C}"/>
                </a:ext>
              </a:extLst>
            </p:cNvPr>
            <p:cNvSpPr/>
            <p:nvPr/>
          </p:nvSpPr>
          <p:spPr>
            <a:xfrm>
              <a:off x="1907125" y="1681000"/>
              <a:ext cx="479625" cy="170975"/>
            </a:xfrm>
            <a:custGeom>
              <a:avLst/>
              <a:gdLst/>
              <a:ahLst/>
              <a:cxnLst/>
              <a:rect l="l" t="t" r="r" b="b"/>
              <a:pathLst>
                <a:path w="19185" h="6839" extrusionOk="0">
                  <a:moveTo>
                    <a:pt x="433" y="0"/>
                  </a:moveTo>
                  <a:cubicBezTo>
                    <a:pt x="204" y="0"/>
                    <a:pt x="0" y="297"/>
                    <a:pt x="213" y="500"/>
                  </a:cubicBezTo>
                  <a:cubicBezTo>
                    <a:pt x="4318" y="4360"/>
                    <a:pt x="10336" y="6839"/>
                    <a:pt x="16090" y="6839"/>
                  </a:cubicBezTo>
                  <a:cubicBezTo>
                    <a:pt x="17010" y="6839"/>
                    <a:pt x="17924" y="6775"/>
                    <a:pt x="18822" y="6644"/>
                  </a:cubicBezTo>
                  <a:cubicBezTo>
                    <a:pt x="19184" y="6587"/>
                    <a:pt x="19052" y="6068"/>
                    <a:pt x="18721" y="6068"/>
                  </a:cubicBezTo>
                  <a:cubicBezTo>
                    <a:pt x="18703" y="6068"/>
                    <a:pt x="18686" y="6069"/>
                    <a:pt x="18667" y="6072"/>
                  </a:cubicBezTo>
                  <a:cubicBezTo>
                    <a:pt x="17818" y="6196"/>
                    <a:pt x="16952" y="6256"/>
                    <a:pt x="16078" y="6256"/>
                  </a:cubicBezTo>
                  <a:cubicBezTo>
                    <a:pt x="10490" y="6256"/>
                    <a:pt x="4594" y="3811"/>
                    <a:pt x="629" y="83"/>
                  </a:cubicBezTo>
                  <a:cubicBezTo>
                    <a:pt x="568" y="25"/>
                    <a:pt x="500" y="0"/>
                    <a:pt x="4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5477;p117">
              <a:extLst>
                <a:ext uri="{FF2B5EF4-FFF2-40B4-BE49-F238E27FC236}">
                  <a16:creationId xmlns:a16="http://schemas.microsoft.com/office/drawing/2014/main" id="{139A5FE7-0497-316F-977E-5B092AA6F1A8}"/>
                </a:ext>
              </a:extLst>
            </p:cNvPr>
            <p:cNvSpPr/>
            <p:nvPr/>
          </p:nvSpPr>
          <p:spPr>
            <a:xfrm>
              <a:off x="2093325" y="1258950"/>
              <a:ext cx="291500" cy="588700"/>
            </a:xfrm>
            <a:custGeom>
              <a:avLst/>
              <a:gdLst/>
              <a:ahLst/>
              <a:cxnLst/>
              <a:rect l="l" t="t" r="r" b="b"/>
              <a:pathLst>
                <a:path w="11660" h="23548" extrusionOk="0">
                  <a:moveTo>
                    <a:pt x="399" y="0"/>
                  </a:moveTo>
                  <a:cubicBezTo>
                    <a:pt x="203" y="0"/>
                    <a:pt x="0" y="215"/>
                    <a:pt x="123" y="452"/>
                  </a:cubicBezTo>
                  <a:cubicBezTo>
                    <a:pt x="3933" y="7988"/>
                    <a:pt x="7671" y="15632"/>
                    <a:pt x="11041" y="23395"/>
                  </a:cubicBezTo>
                  <a:cubicBezTo>
                    <a:pt x="11089" y="23503"/>
                    <a:pt x="11173" y="23548"/>
                    <a:pt x="11260" y="23548"/>
                  </a:cubicBezTo>
                  <a:cubicBezTo>
                    <a:pt x="11451" y="23548"/>
                    <a:pt x="11659" y="23331"/>
                    <a:pt x="11553" y="23085"/>
                  </a:cubicBezTo>
                  <a:cubicBezTo>
                    <a:pt x="8183" y="15334"/>
                    <a:pt x="4445" y="7691"/>
                    <a:pt x="635" y="154"/>
                  </a:cubicBezTo>
                  <a:cubicBezTo>
                    <a:pt x="579" y="45"/>
                    <a:pt x="490" y="0"/>
                    <a:pt x="3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478;p117">
              <a:extLst>
                <a:ext uri="{FF2B5EF4-FFF2-40B4-BE49-F238E27FC236}">
                  <a16:creationId xmlns:a16="http://schemas.microsoft.com/office/drawing/2014/main" id="{ECCED728-EE74-7FC7-7A92-4FE5ECE6A635}"/>
                </a:ext>
              </a:extLst>
            </p:cNvPr>
            <p:cNvSpPr/>
            <p:nvPr/>
          </p:nvSpPr>
          <p:spPr>
            <a:xfrm>
              <a:off x="2364650" y="1329450"/>
              <a:ext cx="211575" cy="517650"/>
            </a:xfrm>
            <a:custGeom>
              <a:avLst/>
              <a:gdLst/>
              <a:ahLst/>
              <a:cxnLst/>
              <a:rect l="l" t="t" r="r" b="b"/>
              <a:pathLst>
                <a:path w="8463" h="20706" extrusionOk="0">
                  <a:moveTo>
                    <a:pt x="7567" y="1"/>
                  </a:moveTo>
                  <a:cubicBezTo>
                    <a:pt x="7418" y="1"/>
                    <a:pt x="7278" y="96"/>
                    <a:pt x="7296" y="287"/>
                  </a:cubicBezTo>
                  <a:cubicBezTo>
                    <a:pt x="7855" y="7288"/>
                    <a:pt x="5819" y="15574"/>
                    <a:pt x="235" y="20206"/>
                  </a:cubicBezTo>
                  <a:cubicBezTo>
                    <a:pt x="0" y="20403"/>
                    <a:pt x="219" y="20705"/>
                    <a:pt x="462" y="20705"/>
                  </a:cubicBezTo>
                  <a:cubicBezTo>
                    <a:pt x="526" y="20705"/>
                    <a:pt x="592" y="20684"/>
                    <a:pt x="652" y="20634"/>
                  </a:cubicBezTo>
                  <a:cubicBezTo>
                    <a:pt x="6343" y="15908"/>
                    <a:pt x="8463" y="7418"/>
                    <a:pt x="7891" y="287"/>
                  </a:cubicBezTo>
                  <a:cubicBezTo>
                    <a:pt x="7873" y="96"/>
                    <a:pt x="7715" y="1"/>
                    <a:pt x="75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5479;p117">
              <a:extLst>
                <a:ext uri="{FF2B5EF4-FFF2-40B4-BE49-F238E27FC236}">
                  <a16:creationId xmlns:a16="http://schemas.microsoft.com/office/drawing/2014/main" id="{7249AF88-3279-89CB-6E92-696BCF4A7DE7}"/>
                </a:ext>
              </a:extLst>
            </p:cNvPr>
            <p:cNvSpPr/>
            <p:nvPr/>
          </p:nvSpPr>
          <p:spPr>
            <a:xfrm>
              <a:off x="1882375" y="4584325"/>
              <a:ext cx="115500" cy="415925"/>
            </a:xfrm>
            <a:custGeom>
              <a:avLst/>
              <a:gdLst/>
              <a:ahLst/>
              <a:cxnLst/>
              <a:rect l="l" t="t" r="r" b="b"/>
              <a:pathLst>
                <a:path w="4620" h="16637" extrusionOk="0">
                  <a:moveTo>
                    <a:pt x="1298" y="0"/>
                  </a:moveTo>
                  <a:cubicBezTo>
                    <a:pt x="1453" y="2691"/>
                    <a:pt x="2012" y="1739"/>
                    <a:pt x="1727" y="3882"/>
                  </a:cubicBezTo>
                  <a:cubicBezTo>
                    <a:pt x="1643" y="4572"/>
                    <a:pt x="1119" y="5656"/>
                    <a:pt x="1012" y="6346"/>
                  </a:cubicBezTo>
                  <a:cubicBezTo>
                    <a:pt x="679" y="8525"/>
                    <a:pt x="762" y="13026"/>
                    <a:pt x="119" y="15359"/>
                  </a:cubicBezTo>
                  <a:cubicBezTo>
                    <a:pt x="0" y="15800"/>
                    <a:pt x="131" y="16229"/>
                    <a:pt x="488" y="16514"/>
                  </a:cubicBezTo>
                  <a:cubicBezTo>
                    <a:pt x="596" y="16603"/>
                    <a:pt x="722" y="16637"/>
                    <a:pt x="853" y="16637"/>
                  </a:cubicBezTo>
                  <a:cubicBezTo>
                    <a:pt x="1285" y="16637"/>
                    <a:pt x="1762" y="16264"/>
                    <a:pt x="1762" y="16264"/>
                  </a:cubicBezTo>
                  <a:cubicBezTo>
                    <a:pt x="1298" y="15526"/>
                    <a:pt x="1477" y="14490"/>
                    <a:pt x="1727" y="13550"/>
                  </a:cubicBezTo>
                  <a:cubicBezTo>
                    <a:pt x="2739" y="9847"/>
                    <a:pt x="3262" y="8287"/>
                    <a:pt x="3965" y="5132"/>
                  </a:cubicBezTo>
                  <a:cubicBezTo>
                    <a:pt x="4274" y="3739"/>
                    <a:pt x="4477" y="2715"/>
                    <a:pt x="4620" y="501"/>
                  </a:cubicBezTo>
                  <a:cubicBezTo>
                    <a:pt x="3584" y="501"/>
                    <a:pt x="2334" y="12"/>
                    <a:pt x="1298" y="0"/>
                  </a:cubicBezTo>
                  <a:close/>
                </a:path>
              </a:pathLst>
            </a:custGeom>
            <a:solidFill>
              <a:srgbClr val="FB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5480;p117">
              <a:extLst>
                <a:ext uri="{FF2B5EF4-FFF2-40B4-BE49-F238E27FC236}">
                  <a16:creationId xmlns:a16="http://schemas.microsoft.com/office/drawing/2014/main" id="{FDA70318-B4E1-42C2-3607-B0F88377E5A3}"/>
                </a:ext>
              </a:extLst>
            </p:cNvPr>
            <p:cNvSpPr/>
            <p:nvPr/>
          </p:nvSpPr>
          <p:spPr>
            <a:xfrm>
              <a:off x="1797525" y="4550225"/>
              <a:ext cx="109925" cy="487300"/>
            </a:xfrm>
            <a:custGeom>
              <a:avLst/>
              <a:gdLst/>
              <a:ahLst/>
              <a:cxnLst/>
              <a:rect l="l" t="t" r="r" b="b"/>
              <a:pathLst>
                <a:path w="4397" h="19492" extrusionOk="0">
                  <a:moveTo>
                    <a:pt x="2675" y="1"/>
                  </a:moveTo>
                  <a:cubicBezTo>
                    <a:pt x="1880" y="1"/>
                    <a:pt x="1095" y="150"/>
                    <a:pt x="1061" y="460"/>
                  </a:cubicBezTo>
                  <a:cubicBezTo>
                    <a:pt x="834" y="2448"/>
                    <a:pt x="1858" y="4103"/>
                    <a:pt x="1370" y="5686"/>
                  </a:cubicBezTo>
                  <a:cubicBezTo>
                    <a:pt x="322" y="9092"/>
                    <a:pt x="1049" y="10782"/>
                    <a:pt x="239" y="16569"/>
                  </a:cubicBezTo>
                  <a:cubicBezTo>
                    <a:pt x="120" y="17497"/>
                    <a:pt x="1" y="18200"/>
                    <a:pt x="549" y="18950"/>
                  </a:cubicBezTo>
                  <a:cubicBezTo>
                    <a:pt x="841" y="19343"/>
                    <a:pt x="1068" y="19492"/>
                    <a:pt x="1245" y="19492"/>
                  </a:cubicBezTo>
                  <a:cubicBezTo>
                    <a:pt x="1803" y="19492"/>
                    <a:pt x="1858" y="18009"/>
                    <a:pt x="1858" y="18009"/>
                  </a:cubicBezTo>
                  <a:cubicBezTo>
                    <a:pt x="1537" y="17247"/>
                    <a:pt x="1465" y="16473"/>
                    <a:pt x="1537" y="15890"/>
                  </a:cubicBezTo>
                  <a:cubicBezTo>
                    <a:pt x="1680" y="14723"/>
                    <a:pt x="2108" y="13187"/>
                    <a:pt x="2775" y="10735"/>
                  </a:cubicBezTo>
                  <a:cubicBezTo>
                    <a:pt x="3061" y="9651"/>
                    <a:pt x="3847" y="6579"/>
                    <a:pt x="3942" y="6032"/>
                  </a:cubicBezTo>
                  <a:cubicBezTo>
                    <a:pt x="4049" y="5413"/>
                    <a:pt x="4097" y="2281"/>
                    <a:pt x="4347" y="507"/>
                  </a:cubicBezTo>
                  <a:cubicBezTo>
                    <a:pt x="4396" y="174"/>
                    <a:pt x="3530" y="1"/>
                    <a:pt x="2675" y="1"/>
                  </a:cubicBezTo>
                  <a:close/>
                </a:path>
              </a:pathLst>
            </a:custGeom>
            <a:solidFill>
              <a:srgbClr val="FB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5481;p117">
              <a:extLst>
                <a:ext uri="{FF2B5EF4-FFF2-40B4-BE49-F238E27FC236}">
                  <a16:creationId xmlns:a16="http://schemas.microsoft.com/office/drawing/2014/main" id="{5BBDC676-9D69-8472-ADF6-B7FE29B5446E}"/>
                </a:ext>
              </a:extLst>
            </p:cNvPr>
            <p:cNvSpPr/>
            <p:nvPr/>
          </p:nvSpPr>
          <p:spPr>
            <a:xfrm>
              <a:off x="1785025" y="4977225"/>
              <a:ext cx="92700" cy="77250"/>
            </a:xfrm>
            <a:custGeom>
              <a:avLst/>
              <a:gdLst/>
              <a:ahLst/>
              <a:cxnLst/>
              <a:rect l="l" t="t" r="r" b="b"/>
              <a:pathLst>
                <a:path w="3708" h="3090" extrusionOk="0">
                  <a:moveTo>
                    <a:pt x="679" y="1"/>
                  </a:moveTo>
                  <a:lnTo>
                    <a:pt x="679" y="1"/>
                  </a:lnTo>
                  <a:cubicBezTo>
                    <a:pt x="1" y="560"/>
                    <a:pt x="406" y="2132"/>
                    <a:pt x="715" y="2799"/>
                  </a:cubicBezTo>
                  <a:cubicBezTo>
                    <a:pt x="747" y="2869"/>
                    <a:pt x="786" y="2891"/>
                    <a:pt x="837" y="2891"/>
                  </a:cubicBezTo>
                  <a:cubicBezTo>
                    <a:pt x="881" y="2891"/>
                    <a:pt x="935" y="2875"/>
                    <a:pt x="1001" y="2858"/>
                  </a:cubicBezTo>
                  <a:cubicBezTo>
                    <a:pt x="941" y="2596"/>
                    <a:pt x="906" y="2227"/>
                    <a:pt x="941" y="1965"/>
                  </a:cubicBezTo>
                  <a:lnTo>
                    <a:pt x="941" y="1965"/>
                  </a:lnTo>
                  <a:cubicBezTo>
                    <a:pt x="1275" y="2334"/>
                    <a:pt x="1632" y="2858"/>
                    <a:pt x="2263" y="3001"/>
                  </a:cubicBezTo>
                  <a:cubicBezTo>
                    <a:pt x="2526" y="3064"/>
                    <a:pt x="2743" y="3090"/>
                    <a:pt x="2922" y="3090"/>
                  </a:cubicBezTo>
                  <a:cubicBezTo>
                    <a:pt x="3583" y="3090"/>
                    <a:pt x="3707" y="2738"/>
                    <a:pt x="3632" y="2644"/>
                  </a:cubicBezTo>
                  <a:cubicBezTo>
                    <a:pt x="3168" y="2072"/>
                    <a:pt x="2656" y="1608"/>
                    <a:pt x="2358" y="929"/>
                  </a:cubicBezTo>
                  <a:cubicBezTo>
                    <a:pt x="2125" y="1024"/>
                    <a:pt x="1950" y="1105"/>
                    <a:pt x="1768" y="1105"/>
                  </a:cubicBezTo>
                  <a:cubicBezTo>
                    <a:pt x="1652" y="1105"/>
                    <a:pt x="1533" y="1072"/>
                    <a:pt x="1394" y="989"/>
                  </a:cubicBezTo>
                  <a:cubicBezTo>
                    <a:pt x="977" y="751"/>
                    <a:pt x="810" y="417"/>
                    <a:pt x="6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5482;p117">
              <a:extLst>
                <a:ext uri="{FF2B5EF4-FFF2-40B4-BE49-F238E27FC236}">
                  <a16:creationId xmlns:a16="http://schemas.microsoft.com/office/drawing/2014/main" id="{FA19B7BF-AB97-78B7-C286-792424835169}"/>
                </a:ext>
              </a:extLst>
            </p:cNvPr>
            <p:cNvSpPr/>
            <p:nvPr/>
          </p:nvSpPr>
          <p:spPr>
            <a:xfrm>
              <a:off x="1868675" y="4968300"/>
              <a:ext cx="90375" cy="75100"/>
            </a:xfrm>
            <a:custGeom>
              <a:avLst/>
              <a:gdLst/>
              <a:ahLst/>
              <a:cxnLst/>
              <a:rect l="l" t="t" r="r" b="b"/>
              <a:pathLst>
                <a:path w="3615" h="3004" extrusionOk="0">
                  <a:moveTo>
                    <a:pt x="667" y="0"/>
                  </a:moveTo>
                  <a:cubicBezTo>
                    <a:pt x="0" y="548"/>
                    <a:pt x="393" y="2072"/>
                    <a:pt x="703" y="2727"/>
                  </a:cubicBezTo>
                  <a:cubicBezTo>
                    <a:pt x="736" y="2794"/>
                    <a:pt x="777" y="2816"/>
                    <a:pt x="830" y="2816"/>
                  </a:cubicBezTo>
                  <a:cubicBezTo>
                    <a:pt x="871" y="2816"/>
                    <a:pt x="919" y="2802"/>
                    <a:pt x="977" y="2787"/>
                  </a:cubicBezTo>
                  <a:cubicBezTo>
                    <a:pt x="929" y="2537"/>
                    <a:pt x="882" y="2167"/>
                    <a:pt x="917" y="1905"/>
                  </a:cubicBezTo>
                  <a:lnTo>
                    <a:pt x="917" y="1905"/>
                  </a:lnTo>
                  <a:cubicBezTo>
                    <a:pt x="1251" y="2275"/>
                    <a:pt x="1596" y="2775"/>
                    <a:pt x="2215" y="2918"/>
                  </a:cubicBezTo>
                  <a:cubicBezTo>
                    <a:pt x="2471" y="2978"/>
                    <a:pt x="2682" y="3003"/>
                    <a:pt x="2855" y="3003"/>
                  </a:cubicBezTo>
                  <a:cubicBezTo>
                    <a:pt x="3495" y="3003"/>
                    <a:pt x="3614" y="2666"/>
                    <a:pt x="3549" y="2572"/>
                  </a:cubicBezTo>
                  <a:cubicBezTo>
                    <a:pt x="3096" y="2013"/>
                    <a:pt x="2584" y="1560"/>
                    <a:pt x="2310" y="905"/>
                  </a:cubicBezTo>
                  <a:cubicBezTo>
                    <a:pt x="2086" y="999"/>
                    <a:pt x="1910" y="1076"/>
                    <a:pt x="1731" y="1076"/>
                  </a:cubicBezTo>
                  <a:cubicBezTo>
                    <a:pt x="1616" y="1076"/>
                    <a:pt x="1500" y="1044"/>
                    <a:pt x="1370" y="965"/>
                  </a:cubicBezTo>
                  <a:cubicBezTo>
                    <a:pt x="953" y="727"/>
                    <a:pt x="798" y="405"/>
                    <a:pt x="6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5483;p117">
              <a:extLst>
                <a:ext uri="{FF2B5EF4-FFF2-40B4-BE49-F238E27FC236}">
                  <a16:creationId xmlns:a16="http://schemas.microsoft.com/office/drawing/2014/main" id="{73532700-1C8F-6751-F8D2-5D3F069822B0}"/>
                </a:ext>
              </a:extLst>
            </p:cNvPr>
            <p:cNvSpPr/>
            <p:nvPr/>
          </p:nvSpPr>
          <p:spPr>
            <a:xfrm>
              <a:off x="1793075" y="4338725"/>
              <a:ext cx="255400" cy="304500"/>
            </a:xfrm>
            <a:custGeom>
              <a:avLst/>
              <a:gdLst/>
              <a:ahLst/>
              <a:cxnLst/>
              <a:rect l="l" t="t" r="r" b="b"/>
              <a:pathLst>
                <a:path w="10216" h="12180" extrusionOk="0">
                  <a:moveTo>
                    <a:pt x="4322" y="1"/>
                  </a:moveTo>
                  <a:cubicBezTo>
                    <a:pt x="2059" y="1"/>
                    <a:pt x="0" y="370"/>
                    <a:pt x="0" y="1657"/>
                  </a:cubicBezTo>
                  <a:cubicBezTo>
                    <a:pt x="0" y="4455"/>
                    <a:pt x="1322" y="7550"/>
                    <a:pt x="1262" y="11837"/>
                  </a:cubicBezTo>
                  <a:cubicBezTo>
                    <a:pt x="2151" y="11992"/>
                    <a:pt x="3823" y="12180"/>
                    <a:pt x="5322" y="12180"/>
                  </a:cubicBezTo>
                  <a:cubicBezTo>
                    <a:pt x="6694" y="12180"/>
                    <a:pt x="7922" y="12023"/>
                    <a:pt x="8275" y="11539"/>
                  </a:cubicBezTo>
                  <a:cubicBezTo>
                    <a:pt x="8585" y="9658"/>
                    <a:pt x="10216" y="5383"/>
                    <a:pt x="10156" y="657"/>
                  </a:cubicBezTo>
                  <a:cubicBezTo>
                    <a:pt x="10156" y="552"/>
                    <a:pt x="7086" y="1"/>
                    <a:pt x="43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5484;p117">
              <a:extLst>
                <a:ext uri="{FF2B5EF4-FFF2-40B4-BE49-F238E27FC236}">
                  <a16:creationId xmlns:a16="http://schemas.microsoft.com/office/drawing/2014/main" id="{1D48A384-953A-43FD-D404-980490DD6F49}"/>
                </a:ext>
              </a:extLst>
            </p:cNvPr>
            <p:cNvSpPr/>
            <p:nvPr/>
          </p:nvSpPr>
          <p:spPr>
            <a:xfrm>
              <a:off x="2011225" y="3782325"/>
              <a:ext cx="275675" cy="253025"/>
            </a:xfrm>
            <a:custGeom>
              <a:avLst/>
              <a:gdLst/>
              <a:ahLst/>
              <a:cxnLst/>
              <a:rect l="l" t="t" r="r" b="b"/>
              <a:pathLst>
                <a:path w="11027" h="10121" extrusionOk="0">
                  <a:moveTo>
                    <a:pt x="10373" y="0"/>
                  </a:moveTo>
                  <a:cubicBezTo>
                    <a:pt x="10243" y="0"/>
                    <a:pt x="10097" y="105"/>
                    <a:pt x="9967" y="291"/>
                  </a:cubicBezTo>
                  <a:cubicBezTo>
                    <a:pt x="8955" y="1791"/>
                    <a:pt x="7681" y="2958"/>
                    <a:pt x="6681" y="4053"/>
                  </a:cubicBezTo>
                  <a:cubicBezTo>
                    <a:pt x="5395" y="5446"/>
                    <a:pt x="3514" y="6375"/>
                    <a:pt x="1728" y="7292"/>
                  </a:cubicBezTo>
                  <a:cubicBezTo>
                    <a:pt x="557" y="7898"/>
                    <a:pt x="1" y="10121"/>
                    <a:pt x="1625" y="10121"/>
                  </a:cubicBezTo>
                  <a:cubicBezTo>
                    <a:pt x="1850" y="10121"/>
                    <a:pt x="2117" y="10078"/>
                    <a:pt x="2430" y="9983"/>
                  </a:cubicBezTo>
                  <a:cubicBezTo>
                    <a:pt x="4645" y="9292"/>
                    <a:pt x="7991" y="5411"/>
                    <a:pt x="9312" y="3327"/>
                  </a:cubicBezTo>
                  <a:cubicBezTo>
                    <a:pt x="9884" y="2434"/>
                    <a:pt x="11027" y="1303"/>
                    <a:pt x="10670" y="291"/>
                  </a:cubicBezTo>
                  <a:cubicBezTo>
                    <a:pt x="10601" y="90"/>
                    <a:pt x="10494" y="0"/>
                    <a:pt x="10373" y="0"/>
                  </a:cubicBezTo>
                  <a:close/>
                </a:path>
              </a:pathLst>
            </a:custGeom>
            <a:solidFill>
              <a:srgbClr val="FB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5485;p117">
              <a:extLst>
                <a:ext uri="{FF2B5EF4-FFF2-40B4-BE49-F238E27FC236}">
                  <a16:creationId xmlns:a16="http://schemas.microsoft.com/office/drawing/2014/main" id="{26847BF8-B2FF-A8E6-5604-70AC7FCBE43B}"/>
                </a:ext>
              </a:extLst>
            </p:cNvPr>
            <p:cNvSpPr/>
            <p:nvPr/>
          </p:nvSpPr>
          <p:spPr>
            <a:xfrm>
              <a:off x="1695725" y="3964600"/>
              <a:ext cx="376275" cy="415700"/>
            </a:xfrm>
            <a:custGeom>
              <a:avLst/>
              <a:gdLst/>
              <a:ahLst/>
              <a:cxnLst/>
              <a:rect l="l" t="t" r="r" b="b"/>
              <a:pathLst>
                <a:path w="15051" h="16628" extrusionOk="0">
                  <a:moveTo>
                    <a:pt x="14348" y="1"/>
                  </a:moveTo>
                  <a:lnTo>
                    <a:pt x="14348" y="1"/>
                  </a:lnTo>
                  <a:cubicBezTo>
                    <a:pt x="11931" y="953"/>
                    <a:pt x="9859" y="870"/>
                    <a:pt x="9002" y="1048"/>
                  </a:cubicBezTo>
                  <a:cubicBezTo>
                    <a:pt x="7645" y="1358"/>
                    <a:pt x="5347" y="1989"/>
                    <a:pt x="3870" y="2096"/>
                  </a:cubicBezTo>
                  <a:cubicBezTo>
                    <a:pt x="2823" y="2180"/>
                    <a:pt x="1394" y="3311"/>
                    <a:pt x="822" y="4954"/>
                  </a:cubicBezTo>
                  <a:cubicBezTo>
                    <a:pt x="727" y="5228"/>
                    <a:pt x="1" y="7371"/>
                    <a:pt x="1" y="7371"/>
                  </a:cubicBezTo>
                  <a:cubicBezTo>
                    <a:pt x="846" y="7609"/>
                    <a:pt x="2025" y="7716"/>
                    <a:pt x="2870" y="7954"/>
                  </a:cubicBezTo>
                  <a:cubicBezTo>
                    <a:pt x="3251" y="7287"/>
                    <a:pt x="3418" y="7216"/>
                    <a:pt x="3632" y="6811"/>
                  </a:cubicBezTo>
                  <a:cubicBezTo>
                    <a:pt x="3894" y="9621"/>
                    <a:pt x="5478" y="10181"/>
                    <a:pt x="5406" y="11645"/>
                  </a:cubicBezTo>
                  <a:cubicBezTo>
                    <a:pt x="5311" y="13657"/>
                    <a:pt x="3609" y="14633"/>
                    <a:pt x="3894" y="16622"/>
                  </a:cubicBezTo>
                  <a:cubicBezTo>
                    <a:pt x="4373" y="16593"/>
                    <a:pt x="4872" y="16583"/>
                    <a:pt x="5382" y="16583"/>
                  </a:cubicBezTo>
                  <a:cubicBezTo>
                    <a:pt x="6463" y="16583"/>
                    <a:pt x="7596" y="16627"/>
                    <a:pt x="8701" y="16627"/>
                  </a:cubicBezTo>
                  <a:cubicBezTo>
                    <a:pt x="10747" y="16627"/>
                    <a:pt x="12698" y="16477"/>
                    <a:pt x="14050" y="15622"/>
                  </a:cubicBezTo>
                  <a:cubicBezTo>
                    <a:pt x="14050" y="13931"/>
                    <a:pt x="12062" y="11716"/>
                    <a:pt x="11991" y="10038"/>
                  </a:cubicBezTo>
                  <a:cubicBezTo>
                    <a:pt x="11919" y="8287"/>
                    <a:pt x="13229" y="7764"/>
                    <a:pt x="12931" y="6513"/>
                  </a:cubicBezTo>
                  <a:cubicBezTo>
                    <a:pt x="12788" y="5930"/>
                    <a:pt x="12074" y="5394"/>
                    <a:pt x="11991" y="4989"/>
                  </a:cubicBezTo>
                  <a:cubicBezTo>
                    <a:pt x="11800" y="4061"/>
                    <a:pt x="14265" y="3358"/>
                    <a:pt x="15050" y="2692"/>
                  </a:cubicBezTo>
                  <a:cubicBezTo>
                    <a:pt x="14586" y="2275"/>
                    <a:pt x="13836" y="644"/>
                    <a:pt x="14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486;p117">
              <a:extLst>
                <a:ext uri="{FF2B5EF4-FFF2-40B4-BE49-F238E27FC236}">
                  <a16:creationId xmlns:a16="http://schemas.microsoft.com/office/drawing/2014/main" id="{81AB9B48-7E5D-2E97-EBF4-354DAFE9FA0D}"/>
                </a:ext>
              </a:extLst>
            </p:cNvPr>
            <p:cNvSpPr/>
            <p:nvPr/>
          </p:nvSpPr>
          <p:spPr>
            <a:xfrm>
              <a:off x="1672525" y="4137625"/>
              <a:ext cx="192300" cy="199675"/>
            </a:xfrm>
            <a:custGeom>
              <a:avLst/>
              <a:gdLst/>
              <a:ahLst/>
              <a:cxnLst/>
              <a:rect l="l" t="t" r="r" b="b"/>
              <a:pathLst>
                <a:path w="7692" h="7987" extrusionOk="0">
                  <a:moveTo>
                    <a:pt x="1797" y="0"/>
                  </a:moveTo>
                  <a:cubicBezTo>
                    <a:pt x="1349" y="0"/>
                    <a:pt x="996" y="153"/>
                    <a:pt x="929" y="450"/>
                  </a:cubicBezTo>
                  <a:cubicBezTo>
                    <a:pt x="643" y="1628"/>
                    <a:pt x="0" y="4843"/>
                    <a:pt x="12" y="5653"/>
                  </a:cubicBezTo>
                  <a:cubicBezTo>
                    <a:pt x="12" y="6689"/>
                    <a:pt x="4870" y="7986"/>
                    <a:pt x="5941" y="7986"/>
                  </a:cubicBezTo>
                  <a:cubicBezTo>
                    <a:pt x="7132" y="7986"/>
                    <a:pt x="7692" y="6403"/>
                    <a:pt x="6572" y="6296"/>
                  </a:cubicBezTo>
                  <a:cubicBezTo>
                    <a:pt x="6500" y="6290"/>
                    <a:pt x="6439" y="6287"/>
                    <a:pt x="6386" y="6287"/>
                  </a:cubicBezTo>
                  <a:cubicBezTo>
                    <a:pt x="5898" y="6287"/>
                    <a:pt x="6148" y="6522"/>
                    <a:pt x="5525" y="6748"/>
                  </a:cubicBezTo>
                  <a:cubicBezTo>
                    <a:pt x="5485" y="6762"/>
                    <a:pt x="5438" y="6769"/>
                    <a:pt x="5386" y="6769"/>
                  </a:cubicBezTo>
                  <a:cubicBezTo>
                    <a:pt x="4516" y="6769"/>
                    <a:pt x="2058" y="4917"/>
                    <a:pt x="2215" y="4557"/>
                  </a:cubicBezTo>
                  <a:cubicBezTo>
                    <a:pt x="2691" y="3498"/>
                    <a:pt x="3060" y="2783"/>
                    <a:pt x="3798" y="1033"/>
                  </a:cubicBezTo>
                  <a:cubicBezTo>
                    <a:pt x="3336" y="336"/>
                    <a:pt x="2461" y="0"/>
                    <a:pt x="1797" y="0"/>
                  </a:cubicBezTo>
                  <a:close/>
                </a:path>
              </a:pathLst>
            </a:custGeom>
            <a:solidFill>
              <a:srgbClr val="FB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5487;p117">
              <a:extLst>
                <a:ext uri="{FF2B5EF4-FFF2-40B4-BE49-F238E27FC236}">
                  <a16:creationId xmlns:a16="http://schemas.microsoft.com/office/drawing/2014/main" id="{1A10766C-7FEC-6E25-6B16-B242D3B4829D}"/>
                </a:ext>
              </a:extLst>
            </p:cNvPr>
            <p:cNvSpPr/>
            <p:nvPr/>
          </p:nvSpPr>
          <p:spPr>
            <a:xfrm>
              <a:off x="1733550" y="3789550"/>
              <a:ext cx="239925" cy="223050"/>
            </a:xfrm>
            <a:custGeom>
              <a:avLst/>
              <a:gdLst/>
              <a:ahLst/>
              <a:cxnLst/>
              <a:rect l="l" t="t" r="r" b="b"/>
              <a:pathLst>
                <a:path w="9597" h="8922" extrusionOk="0">
                  <a:moveTo>
                    <a:pt x="5321" y="0"/>
                  </a:moveTo>
                  <a:cubicBezTo>
                    <a:pt x="4153" y="0"/>
                    <a:pt x="2823" y="527"/>
                    <a:pt x="1881" y="1002"/>
                  </a:cubicBezTo>
                  <a:cubicBezTo>
                    <a:pt x="1357" y="1264"/>
                    <a:pt x="274" y="1824"/>
                    <a:pt x="262" y="3717"/>
                  </a:cubicBezTo>
                  <a:cubicBezTo>
                    <a:pt x="238" y="5753"/>
                    <a:pt x="881" y="6943"/>
                    <a:pt x="0" y="8205"/>
                  </a:cubicBezTo>
                  <a:cubicBezTo>
                    <a:pt x="963" y="8717"/>
                    <a:pt x="1982" y="8921"/>
                    <a:pt x="2970" y="8921"/>
                  </a:cubicBezTo>
                  <a:cubicBezTo>
                    <a:pt x="5658" y="8921"/>
                    <a:pt x="8114" y="7410"/>
                    <a:pt x="8584" y="6479"/>
                  </a:cubicBezTo>
                  <a:cubicBezTo>
                    <a:pt x="9596" y="4455"/>
                    <a:pt x="9037" y="2157"/>
                    <a:pt x="6894" y="478"/>
                  </a:cubicBezTo>
                  <a:cubicBezTo>
                    <a:pt x="6458" y="135"/>
                    <a:pt x="5910" y="0"/>
                    <a:pt x="53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5488;p117">
              <a:extLst>
                <a:ext uri="{FF2B5EF4-FFF2-40B4-BE49-F238E27FC236}">
                  <a16:creationId xmlns:a16="http://schemas.microsoft.com/office/drawing/2014/main" id="{47075043-7057-F401-F4A4-F57D01481E57}"/>
                </a:ext>
              </a:extLst>
            </p:cNvPr>
            <p:cNvSpPr/>
            <p:nvPr/>
          </p:nvSpPr>
          <p:spPr>
            <a:xfrm>
              <a:off x="1762400" y="3801350"/>
              <a:ext cx="170900" cy="161900"/>
            </a:xfrm>
            <a:custGeom>
              <a:avLst/>
              <a:gdLst/>
              <a:ahLst/>
              <a:cxnLst/>
              <a:rect l="l" t="t" r="r" b="b"/>
              <a:pathLst>
                <a:path w="6836" h="6476" extrusionOk="0">
                  <a:moveTo>
                    <a:pt x="3553" y="1"/>
                  </a:moveTo>
                  <a:cubicBezTo>
                    <a:pt x="2488" y="1"/>
                    <a:pt x="1007" y="757"/>
                    <a:pt x="668" y="1447"/>
                  </a:cubicBezTo>
                  <a:cubicBezTo>
                    <a:pt x="1" y="2816"/>
                    <a:pt x="1084" y="4590"/>
                    <a:pt x="2180" y="5650"/>
                  </a:cubicBezTo>
                  <a:cubicBezTo>
                    <a:pt x="2741" y="6180"/>
                    <a:pt x="3543" y="6476"/>
                    <a:pt x="4311" y="6476"/>
                  </a:cubicBezTo>
                  <a:cubicBezTo>
                    <a:pt x="5059" y="6476"/>
                    <a:pt x="5775" y="6195"/>
                    <a:pt x="6204" y="5578"/>
                  </a:cubicBezTo>
                  <a:cubicBezTo>
                    <a:pt x="6835" y="4673"/>
                    <a:pt x="6657" y="3423"/>
                    <a:pt x="6216" y="2399"/>
                  </a:cubicBezTo>
                  <a:cubicBezTo>
                    <a:pt x="5787" y="1411"/>
                    <a:pt x="5109" y="470"/>
                    <a:pt x="4109" y="89"/>
                  </a:cubicBezTo>
                  <a:cubicBezTo>
                    <a:pt x="3946" y="28"/>
                    <a:pt x="3757" y="1"/>
                    <a:pt x="3553" y="1"/>
                  </a:cubicBezTo>
                  <a:close/>
                </a:path>
              </a:pathLst>
            </a:custGeom>
            <a:solidFill>
              <a:srgbClr val="FB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489;p117">
              <a:extLst>
                <a:ext uri="{FF2B5EF4-FFF2-40B4-BE49-F238E27FC236}">
                  <a16:creationId xmlns:a16="http://schemas.microsoft.com/office/drawing/2014/main" id="{50AB7B98-7C19-9194-CAFD-5D1086D27E67}"/>
                </a:ext>
              </a:extLst>
            </p:cNvPr>
            <p:cNvSpPr/>
            <p:nvPr/>
          </p:nvSpPr>
          <p:spPr>
            <a:xfrm>
              <a:off x="1835625" y="3943100"/>
              <a:ext cx="100950" cy="99300"/>
            </a:xfrm>
            <a:custGeom>
              <a:avLst/>
              <a:gdLst/>
              <a:ahLst/>
              <a:cxnLst/>
              <a:rect l="l" t="t" r="r" b="b"/>
              <a:pathLst>
                <a:path w="4038" h="3972" extrusionOk="0">
                  <a:moveTo>
                    <a:pt x="1839" y="1"/>
                  </a:moveTo>
                  <a:cubicBezTo>
                    <a:pt x="1186" y="1"/>
                    <a:pt x="251" y="337"/>
                    <a:pt x="251" y="337"/>
                  </a:cubicBezTo>
                  <a:cubicBezTo>
                    <a:pt x="608" y="1349"/>
                    <a:pt x="834" y="2135"/>
                    <a:pt x="1" y="2659"/>
                  </a:cubicBezTo>
                  <a:cubicBezTo>
                    <a:pt x="453" y="3468"/>
                    <a:pt x="846" y="3671"/>
                    <a:pt x="1453" y="3861"/>
                  </a:cubicBezTo>
                  <a:cubicBezTo>
                    <a:pt x="1680" y="3932"/>
                    <a:pt x="1922" y="3972"/>
                    <a:pt x="2161" y="3972"/>
                  </a:cubicBezTo>
                  <a:cubicBezTo>
                    <a:pt x="2563" y="3972"/>
                    <a:pt x="2957" y="3860"/>
                    <a:pt x="3263" y="3599"/>
                  </a:cubicBezTo>
                  <a:cubicBezTo>
                    <a:pt x="3751" y="3182"/>
                    <a:pt x="4037" y="2004"/>
                    <a:pt x="3406" y="1908"/>
                  </a:cubicBezTo>
                  <a:cubicBezTo>
                    <a:pt x="2727" y="1813"/>
                    <a:pt x="2715" y="1158"/>
                    <a:pt x="2442" y="277"/>
                  </a:cubicBezTo>
                  <a:cubicBezTo>
                    <a:pt x="2378" y="71"/>
                    <a:pt x="2138" y="1"/>
                    <a:pt x="1839" y="1"/>
                  </a:cubicBezTo>
                  <a:close/>
                </a:path>
              </a:pathLst>
            </a:custGeom>
            <a:solidFill>
              <a:srgbClr val="FB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5490;p117">
              <a:extLst>
                <a:ext uri="{FF2B5EF4-FFF2-40B4-BE49-F238E27FC236}">
                  <a16:creationId xmlns:a16="http://schemas.microsoft.com/office/drawing/2014/main" id="{4748C54C-D6BB-37E7-2AEC-9FEB4E9A7DDF}"/>
                </a:ext>
              </a:extLst>
            </p:cNvPr>
            <p:cNvSpPr/>
            <p:nvPr/>
          </p:nvSpPr>
          <p:spPr>
            <a:xfrm>
              <a:off x="1736525" y="3775800"/>
              <a:ext cx="191700" cy="146925"/>
            </a:xfrm>
            <a:custGeom>
              <a:avLst/>
              <a:gdLst/>
              <a:ahLst/>
              <a:cxnLst/>
              <a:rect l="l" t="t" r="r" b="b"/>
              <a:pathLst>
                <a:path w="7668" h="5877" extrusionOk="0">
                  <a:moveTo>
                    <a:pt x="4145" y="0"/>
                  </a:moveTo>
                  <a:cubicBezTo>
                    <a:pt x="3751" y="0"/>
                    <a:pt x="3338" y="69"/>
                    <a:pt x="2965" y="147"/>
                  </a:cubicBezTo>
                  <a:cubicBezTo>
                    <a:pt x="2072" y="338"/>
                    <a:pt x="1286" y="992"/>
                    <a:pt x="762" y="1742"/>
                  </a:cubicBezTo>
                  <a:cubicBezTo>
                    <a:pt x="48" y="2766"/>
                    <a:pt x="0" y="3862"/>
                    <a:pt x="262" y="5088"/>
                  </a:cubicBezTo>
                  <a:cubicBezTo>
                    <a:pt x="308" y="5295"/>
                    <a:pt x="1337" y="5877"/>
                    <a:pt x="1572" y="5877"/>
                  </a:cubicBezTo>
                  <a:cubicBezTo>
                    <a:pt x="1581" y="5877"/>
                    <a:pt x="1589" y="5876"/>
                    <a:pt x="1596" y="5874"/>
                  </a:cubicBezTo>
                  <a:cubicBezTo>
                    <a:pt x="2750" y="5588"/>
                    <a:pt x="3501" y="4350"/>
                    <a:pt x="3643" y="3159"/>
                  </a:cubicBezTo>
                  <a:cubicBezTo>
                    <a:pt x="3748" y="2194"/>
                    <a:pt x="4725" y="1891"/>
                    <a:pt x="5258" y="1891"/>
                  </a:cubicBezTo>
                  <a:cubicBezTo>
                    <a:pt x="5396" y="1891"/>
                    <a:pt x="5504" y="1911"/>
                    <a:pt x="5560" y="1945"/>
                  </a:cubicBezTo>
                  <a:cubicBezTo>
                    <a:pt x="5560" y="1945"/>
                    <a:pt x="6937" y="4236"/>
                    <a:pt x="7614" y="4236"/>
                  </a:cubicBezTo>
                  <a:cubicBezTo>
                    <a:pt x="7633" y="4236"/>
                    <a:pt x="7650" y="4234"/>
                    <a:pt x="7668" y="4231"/>
                  </a:cubicBezTo>
                  <a:cubicBezTo>
                    <a:pt x="7668" y="969"/>
                    <a:pt x="5787" y="933"/>
                    <a:pt x="5548" y="588"/>
                  </a:cubicBezTo>
                  <a:cubicBezTo>
                    <a:pt x="5233" y="139"/>
                    <a:pt x="4708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491;p117">
              <a:extLst>
                <a:ext uri="{FF2B5EF4-FFF2-40B4-BE49-F238E27FC236}">
                  <a16:creationId xmlns:a16="http://schemas.microsoft.com/office/drawing/2014/main" id="{8216E6F2-58B6-A282-4FB9-B1F7B882784F}"/>
                </a:ext>
              </a:extLst>
            </p:cNvPr>
            <p:cNvSpPr/>
            <p:nvPr/>
          </p:nvSpPr>
          <p:spPr>
            <a:xfrm>
              <a:off x="2211275" y="1742600"/>
              <a:ext cx="2053250" cy="1683275"/>
            </a:xfrm>
            <a:custGeom>
              <a:avLst/>
              <a:gdLst/>
              <a:ahLst/>
              <a:cxnLst/>
              <a:rect l="l" t="t" r="r" b="b"/>
              <a:pathLst>
                <a:path w="82130" h="67331" extrusionOk="0">
                  <a:moveTo>
                    <a:pt x="5251" y="1"/>
                  </a:moveTo>
                  <a:cubicBezTo>
                    <a:pt x="2346" y="1"/>
                    <a:pt x="1" y="2346"/>
                    <a:pt x="1" y="5251"/>
                  </a:cubicBezTo>
                  <a:lnTo>
                    <a:pt x="1" y="67330"/>
                  </a:lnTo>
                  <a:lnTo>
                    <a:pt x="26361" y="67330"/>
                  </a:lnTo>
                  <a:cubicBezTo>
                    <a:pt x="25218" y="65806"/>
                    <a:pt x="24551" y="63925"/>
                    <a:pt x="24551" y="61877"/>
                  </a:cubicBezTo>
                  <a:cubicBezTo>
                    <a:pt x="24551" y="56846"/>
                    <a:pt x="28629" y="52770"/>
                    <a:pt x="33654" y="52770"/>
                  </a:cubicBezTo>
                  <a:cubicBezTo>
                    <a:pt x="33802" y="52770"/>
                    <a:pt x="33950" y="52774"/>
                    <a:pt x="34100" y="52781"/>
                  </a:cubicBezTo>
                  <a:cubicBezTo>
                    <a:pt x="38863" y="52995"/>
                    <a:pt x="42732" y="57032"/>
                    <a:pt x="42780" y="61794"/>
                  </a:cubicBezTo>
                  <a:cubicBezTo>
                    <a:pt x="42804" y="63878"/>
                    <a:pt x="42125" y="65795"/>
                    <a:pt x="40970" y="67330"/>
                  </a:cubicBezTo>
                  <a:lnTo>
                    <a:pt x="67330" y="67330"/>
                  </a:lnTo>
                  <a:lnTo>
                    <a:pt x="67330" y="40970"/>
                  </a:lnTo>
                  <a:cubicBezTo>
                    <a:pt x="68853" y="42115"/>
                    <a:pt x="70750" y="42780"/>
                    <a:pt x="72812" y="42780"/>
                  </a:cubicBezTo>
                  <a:cubicBezTo>
                    <a:pt x="72830" y="42780"/>
                    <a:pt x="72848" y="42780"/>
                    <a:pt x="72867" y="42780"/>
                  </a:cubicBezTo>
                  <a:cubicBezTo>
                    <a:pt x="77629" y="42732"/>
                    <a:pt x="81666" y="38863"/>
                    <a:pt x="81880" y="34100"/>
                  </a:cubicBezTo>
                  <a:cubicBezTo>
                    <a:pt x="82130" y="28861"/>
                    <a:pt x="77963" y="24551"/>
                    <a:pt x="72783" y="24551"/>
                  </a:cubicBezTo>
                  <a:cubicBezTo>
                    <a:pt x="70736" y="24551"/>
                    <a:pt x="68842" y="25218"/>
                    <a:pt x="67330" y="26349"/>
                  </a:cubicBezTo>
                  <a:lnTo>
                    <a:pt x="673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492;p117">
              <a:extLst>
                <a:ext uri="{FF2B5EF4-FFF2-40B4-BE49-F238E27FC236}">
                  <a16:creationId xmlns:a16="http://schemas.microsoft.com/office/drawing/2014/main" id="{FD258919-8CC0-4208-3A0E-38EAED17D622}"/>
                </a:ext>
              </a:extLst>
            </p:cNvPr>
            <p:cNvSpPr/>
            <p:nvPr/>
          </p:nvSpPr>
          <p:spPr>
            <a:xfrm>
              <a:off x="3524525" y="3425850"/>
              <a:ext cx="2053275" cy="1683275"/>
            </a:xfrm>
            <a:custGeom>
              <a:avLst/>
              <a:gdLst/>
              <a:ahLst/>
              <a:cxnLst/>
              <a:rect l="l" t="t" r="r" b="b"/>
              <a:pathLst>
                <a:path w="82131" h="67331" extrusionOk="0">
                  <a:moveTo>
                    <a:pt x="14800" y="0"/>
                  </a:moveTo>
                  <a:lnTo>
                    <a:pt x="14800" y="26349"/>
                  </a:lnTo>
                  <a:cubicBezTo>
                    <a:pt x="13291" y="25225"/>
                    <a:pt x="11413" y="24550"/>
                    <a:pt x="9370" y="24550"/>
                  </a:cubicBezTo>
                  <a:cubicBezTo>
                    <a:pt x="9335" y="24550"/>
                    <a:pt x="9299" y="24551"/>
                    <a:pt x="9264" y="24551"/>
                  </a:cubicBezTo>
                  <a:cubicBezTo>
                    <a:pt x="4501" y="24587"/>
                    <a:pt x="465" y="28456"/>
                    <a:pt x="251" y="33231"/>
                  </a:cubicBezTo>
                  <a:cubicBezTo>
                    <a:pt x="1" y="38458"/>
                    <a:pt x="4168" y="42780"/>
                    <a:pt x="9347" y="42780"/>
                  </a:cubicBezTo>
                  <a:cubicBezTo>
                    <a:pt x="11395" y="42780"/>
                    <a:pt x="13276" y="42113"/>
                    <a:pt x="14800" y="40970"/>
                  </a:cubicBezTo>
                  <a:lnTo>
                    <a:pt x="14800" y="67330"/>
                  </a:lnTo>
                  <a:lnTo>
                    <a:pt x="76880" y="67330"/>
                  </a:lnTo>
                  <a:cubicBezTo>
                    <a:pt x="79773" y="67330"/>
                    <a:pt x="82130" y="64973"/>
                    <a:pt x="82130" y="62079"/>
                  </a:cubicBezTo>
                  <a:lnTo>
                    <a:pt x="82130" y="0"/>
                  </a:lnTo>
                  <a:lnTo>
                    <a:pt x="55770" y="0"/>
                  </a:lnTo>
                  <a:cubicBezTo>
                    <a:pt x="56913" y="1513"/>
                    <a:pt x="57580" y="3406"/>
                    <a:pt x="57580" y="5442"/>
                  </a:cubicBezTo>
                  <a:cubicBezTo>
                    <a:pt x="57580" y="10484"/>
                    <a:pt x="53501" y="14561"/>
                    <a:pt x="48477" y="14561"/>
                  </a:cubicBezTo>
                  <a:cubicBezTo>
                    <a:pt x="48329" y="14561"/>
                    <a:pt x="48180" y="14557"/>
                    <a:pt x="48031" y="14550"/>
                  </a:cubicBezTo>
                  <a:cubicBezTo>
                    <a:pt x="43256" y="14324"/>
                    <a:pt x="39399" y="10299"/>
                    <a:pt x="39351" y="5537"/>
                  </a:cubicBezTo>
                  <a:cubicBezTo>
                    <a:pt x="39327" y="3453"/>
                    <a:pt x="40006" y="1536"/>
                    <a:pt x="411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493;p117">
              <a:extLst>
                <a:ext uri="{FF2B5EF4-FFF2-40B4-BE49-F238E27FC236}">
                  <a16:creationId xmlns:a16="http://schemas.microsoft.com/office/drawing/2014/main" id="{B161B021-324F-068A-87D4-FCC9E6E4819A}"/>
                </a:ext>
              </a:extLst>
            </p:cNvPr>
            <p:cNvSpPr/>
            <p:nvPr/>
          </p:nvSpPr>
          <p:spPr>
            <a:xfrm>
              <a:off x="2211275" y="3061850"/>
              <a:ext cx="1683275" cy="2047275"/>
            </a:xfrm>
            <a:custGeom>
              <a:avLst/>
              <a:gdLst/>
              <a:ahLst/>
              <a:cxnLst/>
              <a:rect l="l" t="t" r="r" b="b"/>
              <a:pathLst>
                <a:path w="67331" h="81891" extrusionOk="0">
                  <a:moveTo>
                    <a:pt x="33654" y="0"/>
                  </a:moveTo>
                  <a:cubicBezTo>
                    <a:pt x="28629" y="0"/>
                    <a:pt x="24551" y="4076"/>
                    <a:pt x="24551" y="9107"/>
                  </a:cubicBezTo>
                  <a:cubicBezTo>
                    <a:pt x="24551" y="11155"/>
                    <a:pt x="25218" y="13036"/>
                    <a:pt x="26361" y="14560"/>
                  </a:cubicBezTo>
                  <a:lnTo>
                    <a:pt x="1" y="14560"/>
                  </a:lnTo>
                  <a:lnTo>
                    <a:pt x="1" y="76639"/>
                  </a:lnTo>
                  <a:cubicBezTo>
                    <a:pt x="1" y="79533"/>
                    <a:pt x="2358" y="81890"/>
                    <a:pt x="5251" y="81890"/>
                  </a:cubicBezTo>
                  <a:lnTo>
                    <a:pt x="67330" y="81890"/>
                  </a:lnTo>
                  <a:lnTo>
                    <a:pt x="67330" y="55530"/>
                  </a:lnTo>
                  <a:cubicBezTo>
                    <a:pt x="65806" y="56673"/>
                    <a:pt x="63925" y="57340"/>
                    <a:pt x="61877" y="57340"/>
                  </a:cubicBezTo>
                  <a:cubicBezTo>
                    <a:pt x="56698" y="57340"/>
                    <a:pt x="52531" y="53018"/>
                    <a:pt x="52781" y="47791"/>
                  </a:cubicBezTo>
                  <a:cubicBezTo>
                    <a:pt x="52995" y="43016"/>
                    <a:pt x="57031" y="39147"/>
                    <a:pt x="61794" y="39111"/>
                  </a:cubicBezTo>
                  <a:cubicBezTo>
                    <a:pt x="61829" y="39111"/>
                    <a:pt x="61865" y="39110"/>
                    <a:pt x="61900" y="39110"/>
                  </a:cubicBezTo>
                  <a:cubicBezTo>
                    <a:pt x="63943" y="39110"/>
                    <a:pt x="65821" y="39785"/>
                    <a:pt x="67330" y="40909"/>
                  </a:cubicBezTo>
                  <a:lnTo>
                    <a:pt x="67330" y="14560"/>
                  </a:lnTo>
                  <a:lnTo>
                    <a:pt x="40970" y="14560"/>
                  </a:lnTo>
                  <a:cubicBezTo>
                    <a:pt x="42125" y="13025"/>
                    <a:pt x="42804" y="11108"/>
                    <a:pt x="42780" y="9024"/>
                  </a:cubicBezTo>
                  <a:cubicBezTo>
                    <a:pt x="42732" y="4262"/>
                    <a:pt x="38863" y="225"/>
                    <a:pt x="34100" y="11"/>
                  </a:cubicBezTo>
                  <a:cubicBezTo>
                    <a:pt x="33950" y="4"/>
                    <a:pt x="33802" y="0"/>
                    <a:pt x="336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494;p117">
              <a:extLst>
                <a:ext uri="{FF2B5EF4-FFF2-40B4-BE49-F238E27FC236}">
                  <a16:creationId xmlns:a16="http://schemas.microsoft.com/office/drawing/2014/main" id="{22B2AB2C-9916-BAB2-50DD-013DB6EB0669}"/>
                </a:ext>
              </a:extLst>
            </p:cNvPr>
            <p:cNvSpPr/>
            <p:nvPr/>
          </p:nvSpPr>
          <p:spPr>
            <a:xfrm>
              <a:off x="4215700" y="3355900"/>
              <a:ext cx="105400" cy="90100"/>
            </a:xfrm>
            <a:custGeom>
              <a:avLst/>
              <a:gdLst/>
              <a:ahLst/>
              <a:cxnLst/>
              <a:rect l="l" t="t" r="r" b="b"/>
              <a:pathLst>
                <a:path w="4216" h="3604" extrusionOk="0">
                  <a:moveTo>
                    <a:pt x="869" y="0"/>
                  </a:moveTo>
                  <a:cubicBezTo>
                    <a:pt x="476" y="1060"/>
                    <a:pt x="0" y="1798"/>
                    <a:pt x="191" y="2465"/>
                  </a:cubicBezTo>
                  <a:cubicBezTo>
                    <a:pt x="1154" y="3151"/>
                    <a:pt x="2193" y="3604"/>
                    <a:pt x="3312" y="3604"/>
                  </a:cubicBezTo>
                  <a:cubicBezTo>
                    <a:pt x="3535" y="3604"/>
                    <a:pt x="3760" y="3586"/>
                    <a:pt x="3989" y="3549"/>
                  </a:cubicBezTo>
                  <a:cubicBezTo>
                    <a:pt x="4215" y="3072"/>
                    <a:pt x="2512" y="1453"/>
                    <a:pt x="2465" y="1334"/>
                  </a:cubicBezTo>
                  <a:cubicBezTo>
                    <a:pt x="2239" y="786"/>
                    <a:pt x="2358" y="215"/>
                    <a:pt x="2346" y="48"/>
                  </a:cubicBezTo>
                  <a:cubicBezTo>
                    <a:pt x="1655" y="48"/>
                    <a:pt x="1131" y="12"/>
                    <a:pt x="8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495;p117">
              <a:extLst>
                <a:ext uri="{FF2B5EF4-FFF2-40B4-BE49-F238E27FC236}">
                  <a16:creationId xmlns:a16="http://schemas.microsoft.com/office/drawing/2014/main" id="{27E2909B-D624-C0A5-6D40-485788E88F17}"/>
                </a:ext>
              </a:extLst>
            </p:cNvPr>
            <p:cNvSpPr/>
            <p:nvPr/>
          </p:nvSpPr>
          <p:spPr>
            <a:xfrm>
              <a:off x="4379700" y="3326275"/>
              <a:ext cx="92600" cy="107225"/>
            </a:xfrm>
            <a:custGeom>
              <a:avLst/>
              <a:gdLst/>
              <a:ahLst/>
              <a:cxnLst/>
              <a:rect l="l" t="t" r="r" b="b"/>
              <a:pathLst>
                <a:path w="3704" h="4289" extrusionOk="0">
                  <a:moveTo>
                    <a:pt x="1757" y="1"/>
                  </a:moveTo>
                  <a:cubicBezTo>
                    <a:pt x="1655" y="1"/>
                    <a:pt x="1555" y="18"/>
                    <a:pt x="1465" y="54"/>
                  </a:cubicBezTo>
                  <a:cubicBezTo>
                    <a:pt x="1465" y="54"/>
                    <a:pt x="1" y="1674"/>
                    <a:pt x="191" y="1912"/>
                  </a:cubicBezTo>
                  <a:cubicBezTo>
                    <a:pt x="1022" y="2911"/>
                    <a:pt x="2552" y="4288"/>
                    <a:pt x="3230" y="4288"/>
                  </a:cubicBezTo>
                  <a:cubicBezTo>
                    <a:pt x="3368" y="4288"/>
                    <a:pt x="3470" y="4231"/>
                    <a:pt x="3525" y="4103"/>
                  </a:cubicBezTo>
                  <a:cubicBezTo>
                    <a:pt x="3703" y="3662"/>
                    <a:pt x="2668" y="2519"/>
                    <a:pt x="2775" y="1638"/>
                  </a:cubicBezTo>
                  <a:cubicBezTo>
                    <a:pt x="2834" y="1162"/>
                    <a:pt x="2739" y="614"/>
                    <a:pt x="2406" y="269"/>
                  </a:cubicBezTo>
                  <a:cubicBezTo>
                    <a:pt x="2239" y="94"/>
                    <a:pt x="1992" y="1"/>
                    <a:pt x="17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496;p117">
              <a:extLst>
                <a:ext uri="{FF2B5EF4-FFF2-40B4-BE49-F238E27FC236}">
                  <a16:creationId xmlns:a16="http://schemas.microsoft.com/office/drawing/2014/main" id="{0E0FF48D-ED43-2A55-E95F-760EE6C9928C}"/>
                </a:ext>
              </a:extLst>
            </p:cNvPr>
            <p:cNvSpPr/>
            <p:nvPr/>
          </p:nvSpPr>
          <p:spPr>
            <a:xfrm>
              <a:off x="4220750" y="2732625"/>
              <a:ext cx="320300" cy="637825"/>
            </a:xfrm>
            <a:custGeom>
              <a:avLst/>
              <a:gdLst/>
              <a:ahLst/>
              <a:cxnLst/>
              <a:rect l="l" t="t" r="r" b="b"/>
              <a:pathLst>
                <a:path w="12812" h="25513" extrusionOk="0">
                  <a:moveTo>
                    <a:pt x="4029" y="0"/>
                  </a:moveTo>
                  <a:cubicBezTo>
                    <a:pt x="2522" y="0"/>
                    <a:pt x="1230" y="97"/>
                    <a:pt x="1048" y="464"/>
                  </a:cubicBezTo>
                  <a:cubicBezTo>
                    <a:pt x="1" y="2643"/>
                    <a:pt x="1120" y="5691"/>
                    <a:pt x="1453" y="7072"/>
                  </a:cubicBezTo>
                  <a:cubicBezTo>
                    <a:pt x="2144" y="9894"/>
                    <a:pt x="2358" y="12239"/>
                    <a:pt x="2299" y="14335"/>
                  </a:cubicBezTo>
                  <a:cubicBezTo>
                    <a:pt x="2215" y="17395"/>
                    <a:pt x="1060" y="21491"/>
                    <a:pt x="667" y="24931"/>
                  </a:cubicBezTo>
                  <a:cubicBezTo>
                    <a:pt x="866" y="25363"/>
                    <a:pt x="1109" y="25512"/>
                    <a:pt x="1343" y="25512"/>
                  </a:cubicBezTo>
                  <a:cubicBezTo>
                    <a:pt x="1682" y="25512"/>
                    <a:pt x="2003" y="25198"/>
                    <a:pt x="2144" y="24979"/>
                  </a:cubicBezTo>
                  <a:cubicBezTo>
                    <a:pt x="2727" y="22836"/>
                    <a:pt x="5227" y="15716"/>
                    <a:pt x="5597" y="14561"/>
                  </a:cubicBezTo>
                  <a:cubicBezTo>
                    <a:pt x="6240" y="12501"/>
                    <a:pt x="6442" y="10168"/>
                    <a:pt x="6716" y="7048"/>
                  </a:cubicBezTo>
                  <a:cubicBezTo>
                    <a:pt x="8514" y="10584"/>
                    <a:pt x="9347" y="12609"/>
                    <a:pt x="9549" y="14180"/>
                  </a:cubicBezTo>
                  <a:cubicBezTo>
                    <a:pt x="9680" y="15216"/>
                    <a:pt x="7811" y="23372"/>
                    <a:pt x="7764" y="24146"/>
                  </a:cubicBezTo>
                  <a:cubicBezTo>
                    <a:pt x="7722" y="24679"/>
                    <a:pt x="8217" y="25073"/>
                    <a:pt x="8596" y="25073"/>
                  </a:cubicBezTo>
                  <a:cubicBezTo>
                    <a:pt x="8758" y="25073"/>
                    <a:pt x="8898" y="25000"/>
                    <a:pt x="8966" y="24836"/>
                  </a:cubicBezTo>
                  <a:cubicBezTo>
                    <a:pt x="10300" y="21741"/>
                    <a:pt x="12800" y="15811"/>
                    <a:pt x="12812" y="13240"/>
                  </a:cubicBezTo>
                  <a:cubicBezTo>
                    <a:pt x="12812" y="9322"/>
                    <a:pt x="10681" y="4750"/>
                    <a:pt x="9264" y="47"/>
                  </a:cubicBezTo>
                  <a:cubicBezTo>
                    <a:pt x="9264" y="101"/>
                    <a:pt x="9029" y="121"/>
                    <a:pt x="8638" y="121"/>
                  </a:cubicBezTo>
                  <a:cubicBezTo>
                    <a:pt x="7661" y="121"/>
                    <a:pt x="5711" y="0"/>
                    <a:pt x="40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497;p117">
              <a:extLst>
                <a:ext uri="{FF2B5EF4-FFF2-40B4-BE49-F238E27FC236}">
                  <a16:creationId xmlns:a16="http://schemas.microsoft.com/office/drawing/2014/main" id="{46F0673E-B684-3445-DD9A-4C5ED55961E7}"/>
                </a:ext>
              </a:extLst>
            </p:cNvPr>
            <p:cNvSpPr/>
            <p:nvPr/>
          </p:nvSpPr>
          <p:spPr>
            <a:xfrm>
              <a:off x="4149025" y="2589350"/>
              <a:ext cx="93175" cy="314400"/>
            </a:xfrm>
            <a:custGeom>
              <a:avLst/>
              <a:gdLst/>
              <a:ahLst/>
              <a:cxnLst/>
              <a:rect l="l" t="t" r="r" b="b"/>
              <a:pathLst>
                <a:path w="3727" h="12576" extrusionOk="0">
                  <a:moveTo>
                    <a:pt x="1386" y="1"/>
                  </a:moveTo>
                  <a:cubicBezTo>
                    <a:pt x="1205" y="1"/>
                    <a:pt x="1089" y="35"/>
                    <a:pt x="1084" y="123"/>
                  </a:cubicBezTo>
                  <a:cubicBezTo>
                    <a:pt x="917" y="3159"/>
                    <a:pt x="750" y="4397"/>
                    <a:pt x="750" y="5743"/>
                  </a:cubicBezTo>
                  <a:cubicBezTo>
                    <a:pt x="750" y="7481"/>
                    <a:pt x="691" y="8005"/>
                    <a:pt x="393" y="10089"/>
                  </a:cubicBezTo>
                  <a:cubicBezTo>
                    <a:pt x="346" y="10470"/>
                    <a:pt x="0" y="11624"/>
                    <a:pt x="119" y="11982"/>
                  </a:cubicBezTo>
                  <a:cubicBezTo>
                    <a:pt x="259" y="12352"/>
                    <a:pt x="765" y="12575"/>
                    <a:pt x="1219" y="12575"/>
                  </a:cubicBezTo>
                  <a:cubicBezTo>
                    <a:pt x="1537" y="12575"/>
                    <a:pt x="1830" y="12465"/>
                    <a:pt x="1953" y="12220"/>
                  </a:cubicBezTo>
                  <a:cubicBezTo>
                    <a:pt x="2429" y="11267"/>
                    <a:pt x="1643" y="10839"/>
                    <a:pt x="1786" y="9779"/>
                  </a:cubicBezTo>
                  <a:cubicBezTo>
                    <a:pt x="2322" y="6052"/>
                    <a:pt x="3227" y="3397"/>
                    <a:pt x="3727" y="528"/>
                  </a:cubicBezTo>
                  <a:cubicBezTo>
                    <a:pt x="3440" y="426"/>
                    <a:pt x="2017" y="1"/>
                    <a:pt x="1386" y="1"/>
                  </a:cubicBezTo>
                  <a:close/>
                </a:path>
              </a:pathLst>
            </a:custGeom>
            <a:solidFill>
              <a:srgbClr val="FB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498;p117">
              <a:extLst>
                <a:ext uri="{FF2B5EF4-FFF2-40B4-BE49-F238E27FC236}">
                  <a16:creationId xmlns:a16="http://schemas.microsoft.com/office/drawing/2014/main" id="{01178684-D559-853B-D32C-C0911E18CEE2}"/>
                </a:ext>
              </a:extLst>
            </p:cNvPr>
            <p:cNvSpPr/>
            <p:nvPr/>
          </p:nvSpPr>
          <p:spPr>
            <a:xfrm>
              <a:off x="4176100" y="2281075"/>
              <a:ext cx="353950" cy="477275"/>
            </a:xfrm>
            <a:custGeom>
              <a:avLst/>
              <a:gdLst/>
              <a:ahLst/>
              <a:cxnLst/>
              <a:rect l="l" t="t" r="r" b="b"/>
              <a:pathLst>
                <a:path w="14158" h="19091" extrusionOk="0">
                  <a:moveTo>
                    <a:pt x="11443" y="0"/>
                  </a:moveTo>
                  <a:cubicBezTo>
                    <a:pt x="10776" y="1000"/>
                    <a:pt x="10169" y="2489"/>
                    <a:pt x="9371" y="3239"/>
                  </a:cubicBezTo>
                  <a:cubicBezTo>
                    <a:pt x="7918" y="4608"/>
                    <a:pt x="6632" y="4251"/>
                    <a:pt x="4835" y="4679"/>
                  </a:cubicBezTo>
                  <a:cubicBezTo>
                    <a:pt x="3263" y="5048"/>
                    <a:pt x="1620" y="5679"/>
                    <a:pt x="1132" y="7144"/>
                  </a:cubicBezTo>
                  <a:cubicBezTo>
                    <a:pt x="560" y="8882"/>
                    <a:pt x="84" y="10430"/>
                    <a:pt x="1" y="12454"/>
                  </a:cubicBezTo>
                  <a:cubicBezTo>
                    <a:pt x="490" y="12657"/>
                    <a:pt x="1487" y="12939"/>
                    <a:pt x="2160" y="12939"/>
                  </a:cubicBezTo>
                  <a:cubicBezTo>
                    <a:pt x="2355" y="12939"/>
                    <a:pt x="2523" y="12915"/>
                    <a:pt x="2644" y="12859"/>
                  </a:cubicBezTo>
                  <a:lnTo>
                    <a:pt x="3046" y="10743"/>
                  </a:lnTo>
                  <a:lnTo>
                    <a:pt x="3046" y="10743"/>
                  </a:lnTo>
                  <a:cubicBezTo>
                    <a:pt x="2758" y="12609"/>
                    <a:pt x="2723" y="18091"/>
                    <a:pt x="2834" y="18526"/>
                  </a:cubicBezTo>
                  <a:cubicBezTo>
                    <a:pt x="2917" y="18835"/>
                    <a:pt x="4687" y="19090"/>
                    <a:pt x="6577" y="19090"/>
                  </a:cubicBezTo>
                  <a:cubicBezTo>
                    <a:pt x="8478" y="19090"/>
                    <a:pt x="10500" y="18832"/>
                    <a:pt x="11050" y="18109"/>
                  </a:cubicBezTo>
                  <a:cubicBezTo>
                    <a:pt x="11324" y="17764"/>
                    <a:pt x="11169" y="11109"/>
                    <a:pt x="11157" y="9608"/>
                  </a:cubicBezTo>
                  <a:cubicBezTo>
                    <a:pt x="11157" y="7275"/>
                    <a:pt x="13252" y="4798"/>
                    <a:pt x="14157" y="1500"/>
                  </a:cubicBezTo>
                  <a:cubicBezTo>
                    <a:pt x="13181" y="548"/>
                    <a:pt x="11443" y="0"/>
                    <a:pt x="11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499;p117">
              <a:extLst>
                <a:ext uri="{FF2B5EF4-FFF2-40B4-BE49-F238E27FC236}">
                  <a16:creationId xmlns:a16="http://schemas.microsoft.com/office/drawing/2014/main" id="{25E62AA2-AF9E-12F7-A171-2E835FEF614F}"/>
                </a:ext>
              </a:extLst>
            </p:cNvPr>
            <p:cNvSpPr/>
            <p:nvPr/>
          </p:nvSpPr>
          <p:spPr>
            <a:xfrm>
              <a:off x="4453275" y="1979475"/>
              <a:ext cx="110700" cy="342125"/>
            </a:xfrm>
            <a:custGeom>
              <a:avLst/>
              <a:gdLst/>
              <a:ahLst/>
              <a:cxnLst/>
              <a:rect l="l" t="t" r="r" b="b"/>
              <a:pathLst>
                <a:path w="4428" h="13685" extrusionOk="0">
                  <a:moveTo>
                    <a:pt x="669" y="1"/>
                  </a:moveTo>
                  <a:cubicBezTo>
                    <a:pt x="600" y="1"/>
                    <a:pt x="531" y="20"/>
                    <a:pt x="463" y="63"/>
                  </a:cubicBezTo>
                  <a:cubicBezTo>
                    <a:pt x="237" y="206"/>
                    <a:pt x="201" y="539"/>
                    <a:pt x="260" y="813"/>
                  </a:cubicBezTo>
                  <a:cubicBezTo>
                    <a:pt x="1058" y="4504"/>
                    <a:pt x="1546" y="6504"/>
                    <a:pt x="1903" y="8504"/>
                  </a:cubicBezTo>
                  <a:cubicBezTo>
                    <a:pt x="2070" y="9433"/>
                    <a:pt x="844" y="11064"/>
                    <a:pt x="356" y="12064"/>
                  </a:cubicBezTo>
                  <a:cubicBezTo>
                    <a:pt x="0" y="12805"/>
                    <a:pt x="1815" y="13685"/>
                    <a:pt x="2683" y="13685"/>
                  </a:cubicBezTo>
                  <a:cubicBezTo>
                    <a:pt x="2861" y="13685"/>
                    <a:pt x="2999" y="13648"/>
                    <a:pt x="3070" y="13564"/>
                  </a:cubicBezTo>
                  <a:cubicBezTo>
                    <a:pt x="3558" y="12993"/>
                    <a:pt x="4332" y="9457"/>
                    <a:pt x="4392" y="8695"/>
                  </a:cubicBezTo>
                  <a:cubicBezTo>
                    <a:pt x="4428" y="8123"/>
                    <a:pt x="4213" y="7575"/>
                    <a:pt x="3987" y="7040"/>
                  </a:cubicBezTo>
                  <a:lnTo>
                    <a:pt x="1415" y="729"/>
                  </a:lnTo>
                  <a:cubicBezTo>
                    <a:pt x="1278" y="397"/>
                    <a:pt x="981" y="1"/>
                    <a:pt x="669" y="1"/>
                  </a:cubicBezTo>
                  <a:close/>
                </a:path>
              </a:pathLst>
            </a:custGeom>
            <a:solidFill>
              <a:srgbClr val="FB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500;p117">
              <a:extLst>
                <a:ext uri="{FF2B5EF4-FFF2-40B4-BE49-F238E27FC236}">
                  <a16:creationId xmlns:a16="http://schemas.microsoft.com/office/drawing/2014/main" id="{2F8EBADC-341A-E007-7E91-4EEA61424CA6}"/>
                </a:ext>
              </a:extLst>
            </p:cNvPr>
            <p:cNvSpPr/>
            <p:nvPr/>
          </p:nvSpPr>
          <p:spPr>
            <a:xfrm>
              <a:off x="4307975" y="2323700"/>
              <a:ext cx="69075" cy="101875"/>
            </a:xfrm>
            <a:custGeom>
              <a:avLst/>
              <a:gdLst/>
              <a:ahLst/>
              <a:cxnLst/>
              <a:rect l="l" t="t" r="r" b="b"/>
              <a:pathLst>
                <a:path w="2763" h="4075" extrusionOk="0">
                  <a:moveTo>
                    <a:pt x="1468" y="1"/>
                  </a:moveTo>
                  <a:cubicBezTo>
                    <a:pt x="871" y="1"/>
                    <a:pt x="0" y="212"/>
                    <a:pt x="0" y="212"/>
                  </a:cubicBezTo>
                  <a:cubicBezTo>
                    <a:pt x="214" y="1450"/>
                    <a:pt x="298" y="3010"/>
                    <a:pt x="334" y="3141"/>
                  </a:cubicBezTo>
                  <a:cubicBezTo>
                    <a:pt x="501" y="3714"/>
                    <a:pt x="1197" y="4074"/>
                    <a:pt x="1801" y="4074"/>
                  </a:cubicBezTo>
                  <a:cubicBezTo>
                    <a:pt x="2315" y="4074"/>
                    <a:pt x="2762" y="3813"/>
                    <a:pt x="2762" y="3200"/>
                  </a:cubicBezTo>
                  <a:cubicBezTo>
                    <a:pt x="2667" y="2474"/>
                    <a:pt x="2310" y="355"/>
                    <a:pt x="1941" y="93"/>
                  </a:cubicBezTo>
                  <a:cubicBezTo>
                    <a:pt x="1846" y="26"/>
                    <a:pt x="1673" y="1"/>
                    <a:pt x="1468" y="1"/>
                  </a:cubicBezTo>
                  <a:close/>
                </a:path>
              </a:pathLst>
            </a:custGeom>
            <a:solidFill>
              <a:srgbClr val="FB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01;p117">
              <a:extLst>
                <a:ext uri="{FF2B5EF4-FFF2-40B4-BE49-F238E27FC236}">
                  <a16:creationId xmlns:a16="http://schemas.microsoft.com/office/drawing/2014/main" id="{AE33243E-9065-9A87-14D5-8B7C957E672B}"/>
                </a:ext>
              </a:extLst>
            </p:cNvPr>
            <p:cNvSpPr/>
            <p:nvPr/>
          </p:nvSpPr>
          <p:spPr>
            <a:xfrm>
              <a:off x="4232650" y="2185050"/>
              <a:ext cx="175650" cy="181175"/>
            </a:xfrm>
            <a:custGeom>
              <a:avLst/>
              <a:gdLst/>
              <a:ahLst/>
              <a:cxnLst/>
              <a:rect l="l" t="t" r="r" b="b"/>
              <a:pathLst>
                <a:path w="7026" h="7247" extrusionOk="0">
                  <a:moveTo>
                    <a:pt x="3655" y="1"/>
                  </a:moveTo>
                  <a:cubicBezTo>
                    <a:pt x="2623" y="1"/>
                    <a:pt x="843" y="1084"/>
                    <a:pt x="477" y="2115"/>
                  </a:cubicBezTo>
                  <a:cubicBezTo>
                    <a:pt x="1" y="3412"/>
                    <a:pt x="1322" y="5722"/>
                    <a:pt x="2335" y="5877"/>
                  </a:cubicBezTo>
                  <a:cubicBezTo>
                    <a:pt x="2335" y="5877"/>
                    <a:pt x="3216" y="6925"/>
                    <a:pt x="4728" y="7187"/>
                  </a:cubicBezTo>
                  <a:cubicBezTo>
                    <a:pt x="4930" y="7222"/>
                    <a:pt x="5148" y="7246"/>
                    <a:pt x="5365" y="7246"/>
                  </a:cubicBezTo>
                  <a:cubicBezTo>
                    <a:pt x="5876" y="7246"/>
                    <a:pt x="6375" y="7113"/>
                    <a:pt x="6609" y="6687"/>
                  </a:cubicBezTo>
                  <a:cubicBezTo>
                    <a:pt x="6930" y="6079"/>
                    <a:pt x="7002" y="5365"/>
                    <a:pt x="7014" y="4675"/>
                  </a:cubicBezTo>
                  <a:cubicBezTo>
                    <a:pt x="7026" y="3972"/>
                    <a:pt x="5978" y="2103"/>
                    <a:pt x="5704" y="1448"/>
                  </a:cubicBezTo>
                  <a:cubicBezTo>
                    <a:pt x="5299" y="472"/>
                    <a:pt x="4918" y="210"/>
                    <a:pt x="3870" y="19"/>
                  </a:cubicBezTo>
                  <a:cubicBezTo>
                    <a:pt x="3803" y="7"/>
                    <a:pt x="3731" y="1"/>
                    <a:pt x="3655" y="1"/>
                  </a:cubicBezTo>
                  <a:close/>
                </a:path>
              </a:pathLst>
            </a:custGeom>
            <a:solidFill>
              <a:srgbClr val="FB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502;p117">
              <a:extLst>
                <a:ext uri="{FF2B5EF4-FFF2-40B4-BE49-F238E27FC236}">
                  <a16:creationId xmlns:a16="http://schemas.microsoft.com/office/drawing/2014/main" id="{1216F082-8080-FB8C-E429-F2349D05E40B}"/>
                </a:ext>
              </a:extLst>
            </p:cNvPr>
            <p:cNvSpPr/>
            <p:nvPr/>
          </p:nvSpPr>
          <p:spPr>
            <a:xfrm>
              <a:off x="4224025" y="2144850"/>
              <a:ext cx="158675" cy="187825"/>
            </a:xfrm>
            <a:custGeom>
              <a:avLst/>
              <a:gdLst/>
              <a:ahLst/>
              <a:cxnLst/>
              <a:rect l="l" t="t" r="r" b="b"/>
              <a:pathLst>
                <a:path w="6347" h="7513" extrusionOk="0">
                  <a:moveTo>
                    <a:pt x="5084" y="1"/>
                  </a:moveTo>
                  <a:cubicBezTo>
                    <a:pt x="5033" y="1"/>
                    <a:pt x="4985" y="21"/>
                    <a:pt x="4942" y="67"/>
                  </a:cubicBezTo>
                  <a:cubicBezTo>
                    <a:pt x="4037" y="1068"/>
                    <a:pt x="2132" y="1675"/>
                    <a:pt x="1239" y="2389"/>
                  </a:cubicBezTo>
                  <a:cubicBezTo>
                    <a:pt x="346" y="3104"/>
                    <a:pt x="1" y="4128"/>
                    <a:pt x="322" y="5223"/>
                  </a:cubicBezTo>
                  <a:cubicBezTo>
                    <a:pt x="465" y="5699"/>
                    <a:pt x="1072" y="6473"/>
                    <a:pt x="1132" y="6556"/>
                  </a:cubicBezTo>
                  <a:cubicBezTo>
                    <a:pt x="1261" y="6707"/>
                    <a:pt x="2025" y="7513"/>
                    <a:pt x="2531" y="7513"/>
                  </a:cubicBezTo>
                  <a:cubicBezTo>
                    <a:pt x="2584" y="7513"/>
                    <a:pt x="2634" y="7504"/>
                    <a:pt x="2680" y="7485"/>
                  </a:cubicBezTo>
                  <a:cubicBezTo>
                    <a:pt x="2680" y="7485"/>
                    <a:pt x="1483" y="6105"/>
                    <a:pt x="2290" y="6105"/>
                  </a:cubicBezTo>
                  <a:cubicBezTo>
                    <a:pt x="2331" y="6105"/>
                    <a:pt x="2378" y="6108"/>
                    <a:pt x="2429" y="6116"/>
                  </a:cubicBezTo>
                  <a:cubicBezTo>
                    <a:pt x="1941" y="5425"/>
                    <a:pt x="1858" y="4782"/>
                    <a:pt x="1906" y="4651"/>
                  </a:cubicBezTo>
                  <a:cubicBezTo>
                    <a:pt x="2144" y="4056"/>
                    <a:pt x="2977" y="3532"/>
                    <a:pt x="3537" y="3175"/>
                  </a:cubicBezTo>
                  <a:cubicBezTo>
                    <a:pt x="3836" y="2983"/>
                    <a:pt x="4507" y="2548"/>
                    <a:pt x="5131" y="2548"/>
                  </a:cubicBezTo>
                  <a:cubicBezTo>
                    <a:pt x="5475" y="2548"/>
                    <a:pt x="5804" y="2680"/>
                    <a:pt x="6049" y="3056"/>
                  </a:cubicBezTo>
                  <a:cubicBezTo>
                    <a:pt x="6216" y="2544"/>
                    <a:pt x="6347" y="1818"/>
                    <a:pt x="5942" y="972"/>
                  </a:cubicBezTo>
                  <a:cubicBezTo>
                    <a:pt x="5780" y="659"/>
                    <a:pt x="5377" y="1"/>
                    <a:pt x="50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503;p117">
              <a:extLst>
                <a:ext uri="{FF2B5EF4-FFF2-40B4-BE49-F238E27FC236}">
                  <a16:creationId xmlns:a16="http://schemas.microsoft.com/office/drawing/2014/main" id="{4DCE7394-BFA8-A615-7F1C-FC231AD61DF2}"/>
                </a:ext>
              </a:extLst>
            </p:cNvPr>
            <p:cNvSpPr/>
            <p:nvPr/>
          </p:nvSpPr>
          <p:spPr>
            <a:xfrm>
              <a:off x="5173850" y="2211275"/>
              <a:ext cx="347100" cy="481275"/>
            </a:xfrm>
            <a:custGeom>
              <a:avLst/>
              <a:gdLst/>
              <a:ahLst/>
              <a:cxnLst/>
              <a:rect l="l" t="t" r="r" b="b"/>
              <a:pathLst>
                <a:path w="13884" h="19251" extrusionOk="0">
                  <a:moveTo>
                    <a:pt x="8667" y="1"/>
                  </a:moveTo>
                  <a:cubicBezTo>
                    <a:pt x="6535" y="1"/>
                    <a:pt x="4586" y="2026"/>
                    <a:pt x="4680" y="5090"/>
                  </a:cubicBezTo>
                  <a:cubicBezTo>
                    <a:pt x="4703" y="5769"/>
                    <a:pt x="4203" y="6638"/>
                    <a:pt x="3906" y="7245"/>
                  </a:cubicBezTo>
                  <a:cubicBezTo>
                    <a:pt x="3656" y="7721"/>
                    <a:pt x="3179" y="8043"/>
                    <a:pt x="2834" y="8459"/>
                  </a:cubicBezTo>
                  <a:cubicBezTo>
                    <a:pt x="1667" y="9912"/>
                    <a:pt x="3620" y="13186"/>
                    <a:pt x="1894" y="13889"/>
                  </a:cubicBezTo>
                  <a:cubicBezTo>
                    <a:pt x="0" y="14651"/>
                    <a:pt x="334" y="16770"/>
                    <a:pt x="739" y="17782"/>
                  </a:cubicBezTo>
                  <a:cubicBezTo>
                    <a:pt x="1253" y="18876"/>
                    <a:pt x="1697" y="19251"/>
                    <a:pt x="2109" y="19251"/>
                  </a:cubicBezTo>
                  <a:cubicBezTo>
                    <a:pt x="3007" y="19251"/>
                    <a:pt x="3756" y="17475"/>
                    <a:pt x="4758" y="17475"/>
                  </a:cubicBezTo>
                  <a:cubicBezTo>
                    <a:pt x="4799" y="17475"/>
                    <a:pt x="4840" y="17478"/>
                    <a:pt x="4882" y="17484"/>
                  </a:cubicBezTo>
                  <a:cubicBezTo>
                    <a:pt x="5007" y="17501"/>
                    <a:pt x="5132" y="17510"/>
                    <a:pt x="5255" y="17510"/>
                  </a:cubicBezTo>
                  <a:cubicBezTo>
                    <a:pt x="6679" y="17510"/>
                    <a:pt x="7981" y="16434"/>
                    <a:pt x="9252" y="15722"/>
                  </a:cubicBezTo>
                  <a:cubicBezTo>
                    <a:pt x="10811" y="14841"/>
                    <a:pt x="12478" y="13853"/>
                    <a:pt x="13240" y="12222"/>
                  </a:cubicBezTo>
                  <a:cubicBezTo>
                    <a:pt x="13728" y="11162"/>
                    <a:pt x="13776" y="9960"/>
                    <a:pt x="13812" y="8805"/>
                  </a:cubicBezTo>
                  <a:cubicBezTo>
                    <a:pt x="13883" y="6590"/>
                    <a:pt x="13574" y="4816"/>
                    <a:pt x="12550" y="2852"/>
                  </a:cubicBezTo>
                  <a:cubicBezTo>
                    <a:pt x="11521" y="860"/>
                    <a:pt x="10055" y="1"/>
                    <a:pt x="86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504;p117">
              <a:extLst>
                <a:ext uri="{FF2B5EF4-FFF2-40B4-BE49-F238E27FC236}">
                  <a16:creationId xmlns:a16="http://schemas.microsoft.com/office/drawing/2014/main" id="{06FDF6BF-3EB3-D698-3C29-51877D2A1630}"/>
                </a:ext>
              </a:extLst>
            </p:cNvPr>
            <p:cNvSpPr/>
            <p:nvPr/>
          </p:nvSpPr>
          <p:spPr>
            <a:xfrm>
              <a:off x="5292000" y="2923550"/>
              <a:ext cx="145425" cy="492375"/>
            </a:xfrm>
            <a:custGeom>
              <a:avLst/>
              <a:gdLst/>
              <a:ahLst/>
              <a:cxnLst/>
              <a:rect l="l" t="t" r="r" b="b"/>
              <a:pathLst>
                <a:path w="5817" h="19695" extrusionOk="0">
                  <a:moveTo>
                    <a:pt x="3079" y="1"/>
                  </a:moveTo>
                  <a:cubicBezTo>
                    <a:pt x="2980" y="1"/>
                    <a:pt x="2875" y="6"/>
                    <a:pt x="2763" y="19"/>
                  </a:cubicBezTo>
                  <a:cubicBezTo>
                    <a:pt x="775" y="233"/>
                    <a:pt x="1275" y="1852"/>
                    <a:pt x="1239" y="3352"/>
                  </a:cubicBezTo>
                  <a:cubicBezTo>
                    <a:pt x="1180" y="5829"/>
                    <a:pt x="728" y="7996"/>
                    <a:pt x="751" y="10532"/>
                  </a:cubicBezTo>
                  <a:cubicBezTo>
                    <a:pt x="811" y="15782"/>
                    <a:pt x="180" y="17044"/>
                    <a:pt x="120" y="17747"/>
                  </a:cubicBezTo>
                  <a:cubicBezTo>
                    <a:pt x="0" y="19005"/>
                    <a:pt x="1338" y="19695"/>
                    <a:pt x="2003" y="19695"/>
                  </a:cubicBezTo>
                  <a:cubicBezTo>
                    <a:pt x="2194" y="19695"/>
                    <a:pt x="2329" y="19638"/>
                    <a:pt x="2359" y="19521"/>
                  </a:cubicBezTo>
                  <a:cubicBezTo>
                    <a:pt x="2132" y="19128"/>
                    <a:pt x="2073" y="18926"/>
                    <a:pt x="1823" y="18449"/>
                  </a:cubicBezTo>
                  <a:cubicBezTo>
                    <a:pt x="1335" y="17521"/>
                    <a:pt x="1680" y="16080"/>
                    <a:pt x="2037" y="14556"/>
                  </a:cubicBezTo>
                  <a:cubicBezTo>
                    <a:pt x="2680" y="11746"/>
                    <a:pt x="3275" y="8924"/>
                    <a:pt x="3811" y="6079"/>
                  </a:cubicBezTo>
                  <a:cubicBezTo>
                    <a:pt x="4110" y="4459"/>
                    <a:pt x="5817" y="1"/>
                    <a:pt x="3079" y="1"/>
                  </a:cubicBezTo>
                  <a:close/>
                </a:path>
              </a:pathLst>
            </a:custGeom>
            <a:solidFill>
              <a:srgbClr val="FB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505;p117">
              <a:extLst>
                <a:ext uri="{FF2B5EF4-FFF2-40B4-BE49-F238E27FC236}">
                  <a16:creationId xmlns:a16="http://schemas.microsoft.com/office/drawing/2014/main" id="{5AB5A955-05CB-908A-895E-252A9DD8B39B}"/>
                </a:ext>
              </a:extLst>
            </p:cNvPr>
            <p:cNvSpPr/>
            <p:nvPr/>
          </p:nvSpPr>
          <p:spPr>
            <a:xfrm>
              <a:off x="5399175" y="2941575"/>
              <a:ext cx="89325" cy="463925"/>
            </a:xfrm>
            <a:custGeom>
              <a:avLst/>
              <a:gdLst/>
              <a:ahLst/>
              <a:cxnLst/>
              <a:rect l="l" t="t" r="r" b="b"/>
              <a:pathLst>
                <a:path w="3573" h="18557" extrusionOk="0">
                  <a:moveTo>
                    <a:pt x="2156" y="1"/>
                  </a:moveTo>
                  <a:cubicBezTo>
                    <a:pt x="1852" y="1"/>
                    <a:pt x="1546" y="111"/>
                    <a:pt x="1322" y="321"/>
                  </a:cubicBezTo>
                  <a:cubicBezTo>
                    <a:pt x="0" y="1572"/>
                    <a:pt x="1298" y="10168"/>
                    <a:pt x="1394" y="11835"/>
                  </a:cubicBezTo>
                  <a:cubicBezTo>
                    <a:pt x="1489" y="13680"/>
                    <a:pt x="1655" y="15359"/>
                    <a:pt x="1513" y="17359"/>
                  </a:cubicBezTo>
                  <a:cubicBezTo>
                    <a:pt x="1501" y="17574"/>
                    <a:pt x="1786" y="18240"/>
                    <a:pt x="1977" y="18336"/>
                  </a:cubicBezTo>
                  <a:cubicBezTo>
                    <a:pt x="2273" y="18487"/>
                    <a:pt x="2512" y="18557"/>
                    <a:pt x="2701" y="18557"/>
                  </a:cubicBezTo>
                  <a:cubicBezTo>
                    <a:pt x="3103" y="18557"/>
                    <a:pt x="3275" y="18239"/>
                    <a:pt x="3275" y="17728"/>
                  </a:cubicBezTo>
                  <a:cubicBezTo>
                    <a:pt x="3156" y="17502"/>
                    <a:pt x="2715" y="16895"/>
                    <a:pt x="2751" y="15466"/>
                  </a:cubicBezTo>
                  <a:cubicBezTo>
                    <a:pt x="2810" y="11894"/>
                    <a:pt x="3572" y="7334"/>
                    <a:pt x="3525" y="3750"/>
                  </a:cubicBezTo>
                  <a:cubicBezTo>
                    <a:pt x="3513" y="2977"/>
                    <a:pt x="3441" y="619"/>
                    <a:pt x="2798" y="191"/>
                  </a:cubicBezTo>
                  <a:cubicBezTo>
                    <a:pt x="2609" y="63"/>
                    <a:pt x="2383" y="1"/>
                    <a:pt x="2156" y="1"/>
                  </a:cubicBezTo>
                  <a:close/>
                </a:path>
              </a:pathLst>
            </a:custGeom>
            <a:solidFill>
              <a:srgbClr val="FB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5506;p117">
              <a:extLst>
                <a:ext uri="{FF2B5EF4-FFF2-40B4-BE49-F238E27FC236}">
                  <a16:creationId xmlns:a16="http://schemas.microsoft.com/office/drawing/2014/main" id="{249B759C-D182-47C9-5244-5B6DDC7C0954}"/>
                </a:ext>
              </a:extLst>
            </p:cNvPr>
            <p:cNvSpPr/>
            <p:nvPr/>
          </p:nvSpPr>
          <p:spPr>
            <a:xfrm>
              <a:off x="5283100" y="3367200"/>
              <a:ext cx="88725" cy="59200"/>
            </a:xfrm>
            <a:custGeom>
              <a:avLst/>
              <a:gdLst/>
              <a:ahLst/>
              <a:cxnLst/>
              <a:rect l="l" t="t" r="r" b="b"/>
              <a:pathLst>
                <a:path w="3549" h="2368" extrusionOk="0">
                  <a:moveTo>
                    <a:pt x="480" y="1"/>
                  </a:moveTo>
                  <a:cubicBezTo>
                    <a:pt x="479" y="1"/>
                    <a:pt x="477" y="1"/>
                    <a:pt x="476" y="1"/>
                  </a:cubicBezTo>
                  <a:cubicBezTo>
                    <a:pt x="214" y="25"/>
                    <a:pt x="83" y="608"/>
                    <a:pt x="48" y="882"/>
                  </a:cubicBezTo>
                  <a:cubicBezTo>
                    <a:pt x="0" y="1275"/>
                    <a:pt x="488" y="1942"/>
                    <a:pt x="512" y="2346"/>
                  </a:cubicBezTo>
                  <a:cubicBezTo>
                    <a:pt x="568" y="2362"/>
                    <a:pt x="613" y="2368"/>
                    <a:pt x="650" y="2368"/>
                  </a:cubicBezTo>
                  <a:cubicBezTo>
                    <a:pt x="726" y="2368"/>
                    <a:pt x="774" y="2346"/>
                    <a:pt x="822" y="2346"/>
                  </a:cubicBezTo>
                  <a:cubicBezTo>
                    <a:pt x="822" y="2013"/>
                    <a:pt x="718" y="1505"/>
                    <a:pt x="791" y="1505"/>
                  </a:cubicBezTo>
                  <a:cubicBezTo>
                    <a:pt x="796" y="1505"/>
                    <a:pt x="802" y="1507"/>
                    <a:pt x="810" y="1513"/>
                  </a:cubicBezTo>
                  <a:cubicBezTo>
                    <a:pt x="1214" y="1823"/>
                    <a:pt x="1417" y="2287"/>
                    <a:pt x="1560" y="2311"/>
                  </a:cubicBezTo>
                  <a:cubicBezTo>
                    <a:pt x="1708" y="2336"/>
                    <a:pt x="1947" y="2343"/>
                    <a:pt x="2214" y="2343"/>
                  </a:cubicBezTo>
                  <a:cubicBezTo>
                    <a:pt x="2582" y="2343"/>
                    <a:pt x="3001" y="2329"/>
                    <a:pt x="3303" y="2329"/>
                  </a:cubicBezTo>
                  <a:cubicBezTo>
                    <a:pt x="3398" y="2329"/>
                    <a:pt x="3482" y="2331"/>
                    <a:pt x="3548" y="2335"/>
                  </a:cubicBezTo>
                  <a:cubicBezTo>
                    <a:pt x="3525" y="1974"/>
                    <a:pt x="2249" y="701"/>
                    <a:pt x="2182" y="701"/>
                  </a:cubicBezTo>
                  <a:cubicBezTo>
                    <a:pt x="2180" y="701"/>
                    <a:pt x="2179" y="702"/>
                    <a:pt x="2179" y="703"/>
                  </a:cubicBezTo>
                  <a:cubicBezTo>
                    <a:pt x="2150" y="988"/>
                    <a:pt x="1918" y="1076"/>
                    <a:pt x="1722" y="1076"/>
                  </a:cubicBezTo>
                  <a:cubicBezTo>
                    <a:pt x="1672" y="1076"/>
                    <a:pt x="1625" y="1070"/>
                    <a:pt x="1584" y="1061"/>
                  </a:cubicBezTo>
                  <a:cubicBezTo>
                    <a:pt x="933" y="883"/>
                    <a:pt x="647" y="1"/>
                    <a:pt x="4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5507;p117">
              <a:extLst>
                <a:ext uri="{FF2B5EF4-FFF2-40B4-BE49-F238E27FC236}">
                  <a16:creationId xmlns:a16="http://schemas.microsoft.com/office/drawing/2014/main" id="{9BB5DED9-6D2C-0C68-144B-58B60D0548C8}"/>
                </a:ext>
              </a:extLst>
            </p:cNvPr>
            <p:cNvSpPr/>
            <p:nvPr/>
          </p:nvSpPr>
          <p:spPr>
            <a:xfrm>
              <a:off x="5426250" y="3367200"/>
              <a:ext cx="89025" cy="59300"/>
            </a:xfrm>
            <a:custGeom>
              <a:avLst/>
              <a:gdLst/>
              <a:ahLst/>
              <a:cxnLst/>
              <a:rect l="l" t="t" r="r" b="b"/>
              <a:pathLst>
                <a:path w="3561" h="2372" extrusionOk="0">
                  <a:moveTo>
                    <a:pt x="481" y="1"/>
                  </a:moveTo>
                  <a:cubicBezTo>
                    <a:pt x="480" y="1"/>
                    <a:pt x="478" y="1"/>
                    <a:pt x="477" y="1"/>
                  </a:cubicBezTo>
                  <a:cubicBezTo>
                    <a:pt x="215" y="25"/>
                    <a:pt x="84" y="608"/>
                    <a:pt x="49" y="882"/>
                  </a:cubicBezTo>
                  <a:cubicBezTo>
                    <a:pt x="1" y="1275"/>
                    <a:pt x="489" y="1930"/>
                    <a:pt x="513" y="2323"/>
                  </a:cubicBezTo>
                  <a:cubicBezTo>
                    <a:pt x="605" y="2349"/>
                    <a:pt x="668" y="2357"/>
                    <a:pt x="722" y="2357"/>
                  </a:cubicBezTo>
                  <a:cubicBezTo>
                    <a:pt x="766" y="2357"/>
                    <a:pt x="804" y="2352"/>
                    <a:pt x="846" y="2346"/>
                  </a:cubicBezTo>
                  <a:cubicBezTo>
                    <a:pt x="835" y="2013"/>
                    <a:pt x="731" y="1505"/>
                    <a:pt x="804" y="1505"/>
                  </a:cubicBezTo>
                  <a:cubicBezTo>
                    <a:pt x="809" y="1505"/>
                    <a:pt x="815" y="1507"/>
                    <a:pt x="822" y="1513"/>
                  </a:cubicBezTo>
                  <a:cubicBezTo>
                    <a:pt x="1215" y="1823"/>
                    <a:pt x="1513" y="2323"/>
                    <a:pt x="1656" y="2346"/>
                  </a:cubicBezTo>
                  <a:cubicBezTo>
                    <a:pt x="1763" y="2365"/>
                    <a:pt x="1913" y="2371"/>
                    <a:pt x="2084" y="2371"/>
                  </a:cubicBezTo>
                  <a:cubicBezTo>
                    <a:pt x="2508" y="2371"/>
                    <a:pt x="3060" y="2331"/>
                    <a:pt x="3409" y="2331"/>
                  </a:cubicBezTo>
                  <a:cubicBezTo>
                    <a:pt x="3465" y="2331"/>
                    <a:pt x="3517" y="2332"/>
                    <a:pt x="3561" y="2335"/>
                  </a:cubicBezTo>
                  <a:cubicBezTo>
                    <a:pt x="3526" y="1974"/>
                    <a:pt x="2250" y="701"/>
                    <a:pt x="2182" y="701"/>
                  </a:cubicBezTo>
                  <a:cubicBezTo>
                    <a:pt x="2181" y="701"/>
                    <a:pt x="2180" y="702"/>
                    <a:pt x="2180" y="703"/>
                  </a:cubicBezTo>
                  <a:cubicBezTo>
                    <a:pt x="2151" y="988"/>
                    <a:pt x="1919" y="1076"/>
                    <a:pt x="1723" y="1076"/>
                  </a:cubicBezTo>
                  <a:cubicBezTo>
                    <a:pt x="1673" y="1076"/>
                    <a:pt x="1626" y="1070"/>
                    <a:pt x="1584" y="1061"/>
                  </a:cubicBezTo>
                  <a:cubicBezTo>
                    <a:pt x="934" y="883"/>
                    <a:pt x="659" y="1"/>
                    <a:pt x="48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5508;p117">
              <a:extLst>
                <a:ext uri="{FF2B5EF4-FFF2-40B4-BE49-F238E27FC236}">
                  <a16:creationId xmlns:a16="http://schemas.microsoft.com/office/drawing/2014/main" id="{7BED65D1-AF0F-4D71-49B1-28CD4A239F36}"/>
                </a:ext>
              </a:extLst>
            </p:cNvPr>
            <p:cNvSpPr/>
            <p:nvPr/>
          </p:nvSpPr>
          <p:spPr>
            <a:xfrm>
              <a:off x="5265825" y="2610900"/>
              <a:ext cx="264050" cy="388450"/>
            </a:xfrm>
            <a:custGeom>
              <a:avLst/>
              <a:gdLst/>
              <a:ahLst/>
              <a:cxnLst/>
              <a:rect l="l" t="t" r="r" b="b"/>
              <a:pathLst>
                <a:path w="10562" h="15538" extrusionOk="0">
                  <a:moveTo>
                    <a:pt x="4289" y="1"/>
                  </a:moveTo>
                  <a:cubicBezTo>
                    <a:pt x="2888" y="1"/>
                    <a:pt x="1630" y="259"/>
                    <a:pt x="1263" y="1083"/>
                  </a:cubicBezTo>
                  <a:cubicBezTo>
                    <a:pt x="286" y="3262"/>
                    <a:pt x="0" y="7191"/>
                    <a:pt x="620" y="9250"/>
                  </a:cubicBezTo>
                  <a:cubicBezTo>
                    <a:pt x="1286" y="11262"/>
                    <a:pt x="1572" y="13394"/>
                    <a:pt x="1453" y="15501"/>
                  </a:cubicBezTo>
                  <a:cubicBezTo>
                    <a:pt x="2016" y="15526"/>
                    <a:pt x="2967" y="15538"/>
                    <a:pt x="4029" y="15538"/>
                  </a:cubicBezTo>
                  <a:cubicBezTo>
                    <a:pt x="6563" y="15538"/>
                    <a:pt x="9721" y="15469"/>
                    <a:pt x="9704" y="15334"/>
                  </a:cubicBezTo>
                  <a:cubicBezTo>
                    <a:pt x="9502" y="13322"/>
                    <a:pt x="9954" y="10822"/>
                    <a:pt x="10145" y="8953"/>
                  </a:cubicBezTo>
                  <a:cubicBezTo>
                    <a:pt x="10454" y="5833"/>
                    <a:pt x="10561" y="3035"/>
                    <a:pt x="9061" y="714"/>
                  </a:cubicBezTo>
                  <a:cubicBezTo>
                    <a:pt x="9003" y="627"/>
                    <a:pt x="6472" y="1"/>
                    <a:pt x="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5509;p117">
              <a:extLst>
                <a:ext uri="{FF2B5EF4-FFF2-40B4-BE49-F238E27FC236}">
                  <a16:creationId xmlns:a16="http://schemas.microsoft.com/office/drawing/2014/main" id="{4FC72853-E31E-CD62-DF98-C6C944276CDD}"/>
                </a:ext>
              </a:extLst>
            </p:cNvPr>
            <p:cNvSpPr/>
            <p:nvPr/>
          </p:nvSpPr>
          <p:spPr>
            <a:xfrm>
              <a:off x="5170275" y="2161775"/>
              <a:ext cx="435200" cy="507075"/>
            </a:xfrm>
            <a:custGeom>
              <a:avLst/>
              <a:gdLst/>
              <a:ahLst/>
              <a:cxnLst/>
              <a:rect l="l" t="t" r="r" b="b"/>
              <a:pathLst>
                <a:path w="17408" h="20283" extrusionOk="0">
                  <a:moveTo>
                    <a:pt x="17145" y="1"/>
                  </a:moveTo>
                  <a:cubicBezTo>
                    <a:pt x="16591" y="1"/>
                    <a:pt x="15941" y="98"/>
                    <a:pt x="15395" y="98"/>
                  </a:cubicBezTo>
                  <a:cubicBezTo>
                    <a:pt x="15326" y="98"/>
                    <a:pt x="15258" y="96"/>
                    <a:pt x="15193" y="93"/>
                  </a:cubicBezTo>
                  <a:cubicBezTo>
                    <a:pt x="14538" y="1974"/>
                    <a:pt x="14038" y="3308"/>
                    <a:pt x="13157" y="5117"/>
                  </a:cubicBezTo>
                  <a:cubicBezTo>
                    <a:pt x="12669" y="6129"/>
                    <a:pt x="11978" y="7558"/>
                    <a:pt x="11466" y="8142"/>
                  </a:cubicBezTo>
                  <a:cubicBezTo>
                    <a:pt x="10861" y="8832"/>
                    <a:pt x="9864" y="9199"/>
                    <a:pt x="8886" y="9199"/>
                  </a:cubicBezTo>
                  <a:cubicBezTo>
                    <a:pt x="8093" y="9199"/>
                    <a:pt x="7312" y="8958"/>
                    <a:pt x="6763" y="8451"/>
                  </a:cubicBezTo>
                  <a:cubicBezTo>
                    <a:pt x="5073" y="6903"/>
                    <a:pt x="3358" y="3046"/>
                    <a:pt x="2727" y="462"/>
                  </a:cubicBezTo>
                  <a:cubicBezTo>
                    <a:pt x="1858" y="748"/>
                    <a:pt x="1167" y="938"/>
                    <a:pt x="298" y="1224"/>
                  </a:cubicBezTo>
                  <a:cubicBezTo>
                    <a:pt x="1" y="2474"/>
                    <a:pt x="691" y="4463"/>
                    <a:pt x="977" y="5332"/>
                  </a:cubicBezTo>
                  <a:cubicBezTo>
                    <a:pt x="2239" y="9261"/>
                    <a:pt x="5275" y="11416"/>
                    <a:pt x="5632" y="15523"/>
                  </a:cubicBezTo>
                  <a:cubicBezTo>
                    <a:pt x="5727" y="16714"/>
                    <a:pt x="5537" y="17940"/>
                    <a:pt x="5085" y="19048"/>
                  </a:cubicBezTo>
                  <a:cubicBezTo>
                    <a:pt x="6689" y="19978"/>
                    <a:pt x="8210" y="20283"/>
                    <a:pt x="9493" y="20283"/>
                  </a:cubicBezTo>
                  <a:cubicBezTo>
                    <a:pt x="11723" y="20283"/>
                    <a:pt x="13230" y="19361"/>
                    <a:pt x="13193" y="19202"/>
                  </a:cubicBezTo>
                  <a:cubicBezTo>
                    <a:pt x="12693" y="17345"/>
                    <a:pt x="12824" y="15119"/>
                    <a:pt x="13609" y="13607"/>
                  </a:cubicBezTo>
                  <a:cubicBezTo>
                    <a:pt x="13931" y="12964"/>
                    <a:pt x="13014" y="11821"/>
                    <a:pt x="13407" y="11213"/>
                  </a:cubicBezTo>
                  <a:cubicBezTo>
                    <a:pt x="14193" y="9975"/>
                    <a:pt x="17408" y="5367"/>
                    <a:pt x="17408" y="10"/>
                  </a:cubicBezTo>
                  <a:cubicBezTo>
                    <a:pt x="17323" y="4"/>
                    <a:pt x="17235" y="1"/>
                    <a:pt x="171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5510;p117">
              <a:extLst>
                <a:ext uri="{FF2B5EF4-FFF2-40B4-BE49-F238E27FC236}">
                  <a16:creationId xmlns:a16="http://schemas.microsoft.com/office/drawing/2014/main" id="{025168D9-8808-0843-1689-D15CFB8F7F62}"/>
                </a:ext>
              </a:extLst>
            </p:cNvPr>
            <p:cNvSpPr/>
            <p:nvPr/>
          </p:nvSpPr>
          <p:spPr>
            <a:xfrm>
              <a:off x="5148850" y="1922850"/>
              <a:ext cx="127125" cy="304375"/>
            </a:xfrm>
            <a:custGeom>
              <a:avLst/>
              <a:gdLst/>
              <a:ahLst/>
              <a:cxnLst/>
              <a:rect l="l" t="t" r="r" b="b"/>
              <a:pathLst>
                <a:path w="5085" h="12175" extrusionOk="0">
                  <a:moveTo>
                    <a:pt x="4380" y="0"/>
                  </a:moveTo>
                  <a:cubicBezTo>
                    <a:pt x="4184" y="0"/>
                    <a:pt x="3985" y="37"/>
                    <a:pt x="3787" y="65"/>
                  </a:cubicBezTo>
                  <a:cubicBezTo>
                    <a:pt x="3215" y="149"/>
                    <a:pt x="0" y="10019"/>
                    <a:pt x="1596" y="11757"/>
                  </a:cubicBezTo>
                  <a:cubicBezTo>
                    <a:pt x="1816" y="12005"/>
                    <a:pt x="2148" y="12175"/>
                    <a:pt x="2475" y="12175"/>
                  </a:cubicBezTo>
                  <a:cubicBezTo>
                    <a:pt x="2572" y="12175"/>
                    <a:pt x="2669" y="12159"/>
                    <a:pt x="2763" y="12126"/>
                  </a:cubicBezTo>
                  <a:cubicBezTo>
                    <a:pt x="3453" y="11900"/>
                    <a:pt x="3560" y="10983"/>
                    <a:pt x="3525" y="10257"/>
                  </a:cubicBezTo>
                  <a:cubicBezTo>
                    <a:pt x="3429" y="8221"/>
                    <a:pt x="3382" y="6816"/>
                    <a:pt x="3679" y="4804"/>
                  </a:cubicBezTo>
                  <a:cubicBezTo>
                    <a:pt x="4072" y="2185"/>
                    <a:pt x="5084" y="185"/>
                    <a:pt x="4775" y="65"/>
                  </a:cubicBezTo>
                  <a:cubicBezTo>
                    <a:pt x="4645" y="17"/>
                    <a:pt x="4513" y="0"/>
                    <a:pt x="4380" y="0"/>
                  </a:cubicBezTo>
                  <a:close/>
                </a:path>
              </a:pathLst>
            </a:custGeom>
            <a:solidFill>
              <a:srgbClr val="FB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5511;p117">
              <a:extLst>
                <a:ext uri="{FF2B5EF4-FFF2-40B4-BE49-F238E27FC236}">
                  <a16:creationId xmlns:a16="http://schemas.microsoft.com/office/drawing/2014/main" id="{D1B95092-7B6A-49AC-3B10-17A2C335F699}"/>
                </a:ext>
              </a:extLst>
            </p:cNvPr>
            <p:cNvSpPr/>
            <p:nvPr/>
          </p:nvSpPr>
          <p:spPr>
            <a:xfrm>
              <a:off x="5514150" y="1925725"/>
              <a:ext cx="91325" cy="296850"/>
            </a:xfrm>
            <a:custGeom>
              <a:avLst/>
              <a:gdLst/>
              <a:ahLst/>
              <a:cxnLst/>
              <a:rect l="l" t="t" r="r" b="b"/>
              <a:pathLst>
                <a:path w="3653" h="11874" extrusionOk="0">
                  <a:moveTo>
                    <a:pt x="295" y="1"/>
                  </a:moveTo>
                  <a:cubicBezTo>
                    <a:pt x="58" y="1"/>
                    <a:pt x="1" y="43"/>
                    <a:pt x="224" y="117"/>
                  </a:cubicBezTo>
                  <a:cubicBezTo>
                    <a:pt x="1093" y="2486"/>
                    <a:pt x="1450" y="7594"/>
                    <a:pt x="1343" y="9821"/>
                  </a:cubicBezTo>
                  <a:cubicBezTo>
                    <a:pt x="1269" y="11198"/>
                    <a:pt x="1789" y="11874"/>
                    <a:pt x="2354" y="11874"/>
                  </a:cubicBezTo>
                  <a:cubicBezTo>
                    <a:pt x="2976" y="11874"/>
                    <a:pt x="3653" y="11055"/>
                    <a:pt x="3653" y="9452"/>
                  </a:cubicBezTo>
                  <a:cubicBezTo>
                    <a:pt x="3653" y="8678"/>
                    <a:pt x="2676" y="2439"/>
                    <a:pt x="1343" y="117"/>
                  </a:cubicBezTo>
                  <a:cubicBezTo>
                    <a:pt x="890" y="37"/>
                    <a:pt x="515" y="1"/>
                    <a:pt x="295" y="1"/>
                  </a:cubicBezTo>
                  <a:close/>
                </a:path>
              </a:pathLst>
            </a:custGeom>
            <a:solidFill>
              <a:srgbClr val="FB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5512;p117">
              <a:extLst>
                <a:ext uri="{FF2B5EF4-FFF2-40B4-BE49-F238E27FC236}">
                  <a16:creationId xmlns:a16="http://schemas.microsoft.com/office/drawing/2014/main" id="{658E95FD-B12A-5B16-233E-BEA0839EA0A9}"/>
                </a:ext>
              </a:extLst>
            </p:cNvPr>
            <p:cNvSpPr/>
            <p:nvPr/>
          </p:nvSpPr>
          <p:spPr>
            <a:xfrm>
              <a:off x="5364950" y="2337950"/>
              <a:ext cx="68175" cy="82775"/>
            </a:xfrm>
            <a:custGeom>
              <a:avLst/>
              <a:gdLst/>
              <a:ahLst/>
              <a:cxnLst/>
              <a:rect l="l" t="t" r="r" b="b"/>
              <a:pathLst>
                <a:path w="2727" h="3311" extrusionOk="0">
                  <a:moveTo>
                    <a:pt x="1082" y="1"/>
                  </a:moveTo>
                  <a:cubicBezTo>
                    <a:pt x="604" y="1"/>
                    <a:pt x="144" y="179"/>
                    <a:pt x="84" y="523"/>
                  </a:cubicBezTo>
                  <a:cubicBezTo>
                    <a:pt x="36" y="785"/>
                    <a:pt x="131" y="1035"/>
                    <a:pt x="143" y="1285"/>
                  </a:cubicBezTo>
                  <a:cubicBezTo>
                    <a:pt x="179" y="1654"/>
                    <a:pt x="72" y="1880"/>
                    <a:pt x="36" y="2238"/>
                  </a:cubicBezTo>
                  <a:cubicBezTo>
                    <a:pt x="0" y="2464"/>
                    <a:pt x="143" y="2678"/>
                    <a:pt x="298" y="2821"/>
                  </a:cubicBezTo>
                  <a:cubicBezTo>
                    <a:pt x="615" y="3145"/>
                    <a:pt x="1032" y="3311"/>
                    <a:pt x="1450" y="3311"/>
                  </a:cubicBezTo>
                  <a:cubicBezTo>
                    <a:pt x="1739" y="3311"/>
                    <a:pt x="2028" y="3232"/>
                    <a:pt x="2286" y="3071"/>
                  </a:cubicBezTo>
                  <a:cubicBezTo>
                    <a:pt x="2512" y="2928"/>
                    <a:pt x="2727" y="2678"/>
                    <a:pt x="2703" y="2369"/>
                  </a:cubicBezTo>
                  <a:cubicBezTo>
                    <a:pt x="2679" y="2023"/>
                    <a:pt x="2346" y="1809"/>
                    <a:pt x="2274" y="1464"/>
                  </a:cubicBezTo>
                  <a:cubicBezTo>
                    <a:pt x="2227" y="1237"/>
                    <a:pt x="2215" y="999"/>
                    <a:pt x="2227" y="773"/>
                  </a:cubicBezTo>
                  <a:cubicBezTo>
                    <a:pt x="2240" y="251"/>
                    <a:pt x="1648" y="1"/>
                    <a:pt x="1082" y="1"/>
                  </a:cubicBezTo>
                  <a:close/>
                </a:path>
              </a:pathLst>
            </a:custGeom>
            <a:solidFill>
              <a:srgbClr val="FB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5513;p117">
              <a:extLst>
                <a:ext uri="{FF2B5EF4-FFF2-40B4-BE49-F238E27FC236}">
                  <a16:creationId xmlns:a16="http://schemas.microsoft.com/office/drawing/2014/main" id="{E15BCDF0-67AC-3CD3-24BA-E5F5536A1B71}"/>
                </a:ext>
              </a:extLst>
            </p:cNvPr>
            <p:cNvSpPr/>
            <p:nvPr/>
          </p:nvSpPr>
          <p:spPr>
            <a:xfrm>
              <a:off x="5325650" y="2211625"/>
              <a:ext cx="132175" cy="169125"/>
            </a:xfrm>
            <a:custGeom>
              <a:avLst/>
              <a:gdLst/>
              <a:ahLst/>
              <a:cxnLst/>
              <a:rect l="l" t="t" r="r" b="b"/>
              <a:pathLst>
                <a:path w="5287" h="6765" extrusionOk="0">
                  <a:moveTo>
                    <a:pt x="3150" y="0"/>
                  </a:moveTo>
                  <a:cubicBezTo>
                    <a:pt x="2406" y="0"/>
                    <a:pt x="626" y="1654"/>
                    <a:pt x="525" y="1992"/>
                  </a:cubicBezTo>
                  <a:cubicBezTo>
                    <a:pt x="179" y="3135"/>
                    <a:pt x="1" y="4159"/>
                    <a:pt x="548" y="5219"/>
                  </a:cubicBezTo>
                  <a:cubicBezTo>
                    <a:pt x="1026" y="6162"/>
                    <a:pt x="2031" y="6764"/>
                    <a:pt x="3043" y="6764"/>
                  </a:cubicBezTo>
                  <a:cubicBezTo>
                    <a:pt x="3116" y="6764"/>
                    <a:pt x="3190" y="6761"/>
                    <a:pt x="3263" y="6755"/>
                  </a:cubicBezTo>
                  <a:cubicBezTo>
                    <a:pt x="4025" y="6695"/>
                    <a:pt x="5287" y="5552"/>
                    <a:pt x="5251" y="4231"/>
                  </a:cubicBezTo>
                  <a:cubicBezTo>
                    <a:pt x="5156" y="1064"/>
                    <a:pt x="3930" y="218"/>
                    <a:pt x="3263" y="16"/>
                  </a:cubicBezTo>
                  <a:cubicBezTo>
                    <a:pt x="3229" y="5"/>
                    <a:pt x="3191" y="0"/>
                    <a:pt x="3150" y="0"/>
                  </a:cubicBezTo>
                  <a:close/>
                </a:path>
              </a:pathLst>
            </a:custGeom>
            <a:solidFill>
              <a:srgbClr val="FB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5514;p117">
              <a:extLst>
                <a:ext uri="{FF2B5EF4-FFF2-40B4-BE49-F238E27FC236}">
                  <a16:creationId xmlns:a16="http://schemas.microsoft.com/office/drawing/2014/main" id="{60AD1562-623F-EAEC-BFBC-118630776943}"/>
                </a:ext>
              </a:extLst>
            </p:cNvPr>
            <p:cNvSpPr/>
            <p:nvPr/>
          </p:nvSpPr>
          <p:spPr>
            <a:xfrm>
              <a:off x="5297050" y="2192250"/>
              <a:ext cx="190550" cy="103000"/>
            </a:xfrm>
            <a:custGeom>
              <a:avLst/>
              <a:gdLst/>
              <a:ahLst/>
              <a:cxnLst/>
              <a:rect l="l" t="t" r="r" b="b"/>
              <a:pathLst>
                <a:path w="7622" h="4120" extrusionOk="0">
                  <a:moveTo>
                    <a:pt x="4025" y="1"/>
                  </a:moveTo>
                  <a:cubicBezTo>
                    <a:pt x="3974" y="1"/>
                    <a:pt x="3923" y="2"/>
                    <a:pt x="3871" y="5"/>
                  </a:cubicBezTo>
                  <a:cubicBezTo>
                    <a:pt x="2097" y="100"/>
                    <a:pt x="204" y="1255"/>
                    <a:pt x="14" y="3875"/>
                  </a:cubicBezTo>
                  <a:cubicBezTo>
                    <a:pt x="1" y="4045"/>
                    <a:pt x="149" y="4119"/>
                    <a:pt x="405" y="4119"/>
                  </a:cubicBezTo>
                  <a:cubicBezTo>
                    <a:pt x="1350" y="4119"/>
                    <a:pt x="3768" y="3100"/>
                    <a:pt x="5014" y="2089"/>
                  </a:cubicBezTo>
                  <a:cubicBezTo>
                    <a:pt x="5124" y="1998"/>
                    <a:pt x="5237" y="1958"/>
                    <a:pt x="5353" y="1958"/>
                  </a:cubicBezTo>
                  <a:cubicBezTo>
                    <a:pt x="6041" y="1958"/>
                    <a:pt x="6827" y="3348"/>
                    <a:pt x="7622" y="3613"/>
                  </a:cubicBezTo>
                  <a:cubicBezTo>
                    <a:pt x="7125" y="1532"/>
                    <a:pt x="5729" y="1"/>
                    <a:pt x="40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5515;p117">
              <a:extLst>
                <a:ext uri="{FF2B5EF4-FFF2-40B4-BE49-F238E27FC236}">
                  <a16:creationId xmlns:a16="http://schemas.microsoft.com/office/drawing/2014/main" id="{AB12DBB6-9D33-47A3-5178-F975B1DAFE48}"/>
                </a:ext>
              </a:extLst>
            </p:cNvPr>
            <p:cNvSpPr/>
            <p:nvPr/>
          </p:nvSpPr>
          <p:spPr>
            <a:xfrm>
              <a:off x="4909875" y="3359725"/>
              <a:ext cx="674650" cy="1877275"/>
            </a:xfrm>
            <a:custGeom>
              <a:avLst/>
              <a:gdLst/>
              <a:ahLst/>
              <a:cxnLst/>
              <a:rect l="l" t="t" r="r" b="b"/>
              <a:pathLst>
                <a:path w="26986" h="75091" extrusionOk="0">
                  <a:moveTo>
                    <a:pt x="13536" y="11897"/>
                  </a:moveTo>
                  <a:cubicBezTo>
                    <a:pt x="14108" y="14635"/>
                    <a:pt x="14679" y="17385"/>
                    <a:pt x="15251" y="20124"/>
                  </a:cubicBezTo>
                  <a:cubicBezTo>
                    <a:pt x="12083" y="20540"/>
                    <a:pt x="8904" y="20814"/>
                    <a:pt x="5726" y="21052"/>
                  </a:cubicBezTo>
                  <a:cubicBezTo>
                    <a:pt x="5190" y="18255"/>
                    <a:pt x="4654" y="15468"/>
                    <a:pt x="4106" y="12682"/>
                  </a:cubicBezTo>
                  <a:cubicBezTo>
                    <a:pt x="7250" y="12456"/>
                    <a:pt x="10405" y="12242"/>
                    <a:pt x="13536" y="11897"/>
                  </a:cubicBezTo>
                  <a:close/>
                  <a:moveTo>
                    <a:pt x="15596" y="21862"/>
                  </a:moveTo>
                  <a:cubicBezTo>
                    <a:pt x="16143" y="24493"/>
                    <a:pt x="16679" y="27137"/>
                    <a:pt x="17203" y="29780"/>
                  </a:cubicBezTo>
                  <a:lnTo>
                    <a:pt x="7654" y="31328"/>
                  </a:lnTo>
                  <a:cubicBezTo>
                    <a:pt x="7119" y="28482"/>
                    <a:pt x="6595" y="25636"/>
                    <a:pt x="6047" y="22803"/>
                  </a:cubicBezTo>
                  <a:cubicBezTo>
                    <a:pt x="9238" y="22553"/>
                    <a:pt x="12429" y="22267"/>
                    <a:pt x="15596" y="21862"/>
                  </a:cubicBezTo>
                  <a:close/>
                  <a:moveTo>
                    <a:pt x="17548" y="31518"/>
                  </a:moveTo>
                  <a:cubicBezTo>
                    <a:pt x="18108" y="34340"/>
                    <a:pt x="18668" y="37162"/>
                    <a:pt x="19215" y="39995"/>
                  </a:cubicBezTo>
                  <a:cubicBezTo>
                    <a:pt x="19159" y="39981"/>
                    <a:pt x="19100" y="39976"/>
                    <a:pt x="19038" y="39976"/>
                  </a:cubicBezTo>
                  <a:cubicBezTo>
                    <a:pt x="18994" y="39976"/>
                    <a:pt x="18950" y="39978"/>
                    <a:pt x="18906" y="39983"/>
                  </a:cubicBezTo>
                  <a:cubicBezTo>
                    <a:pt x="15762" y="40436"/>
                    <a:pt x="12631" y="40900"/>
                    <a:pt x="9488" y="41353"/>
                  </a:cubicBezTo>
                  <a:cubicBezTo>
                    <a:pt x="8988" y="38590"/>
                    <a:pt x="8476" y="35828"/>
                    <a:pt x="7976" y="33066"/>
                  </a:cubicBezTo>
                  <a:cubicBezTo>
                    <a:pt x="11167" y="32554"/>
                    <a:pt x="14358" y="32030"/>
                    <a:pt x="17548" y="31518"/>
                  </a:cubicBezTo>
                  <a:close/>
                  <a:moveTo>
                    <a:pt x="19537" y="41662"/>
                  </a:moveTo>
                  <a:cubicBezTo>
                    <a:pt x="20084" y="44520"/>
                    <a:pt x="20632" y="47389"/>
                    <a:pt x="21168" y="50247"/>
                  </a:cubicBezTo>
                  <a:cubicBezTo>
                    <a:pt x="17882" y="50711"/>
                    <a:pt x="14619" y="51282"/>
                    <a:pt x="11381" y="51985"/>
                  </a:cubicBezTo>
                  <a:cubicBezTo>
                    <a:pt x="10857" y="49008"/>
                    <a:pt x="10333" y="46044"/>
                    <a:pt x="9797" y="43079"/>
                  </a:cubicBezTo>
                  <a:cubicBezTo>
                    <a:pt x="9821" y="43079"/>
                    <a:pt x="9857" y="43079"/>
                    <a:pt x="9893" y="43067"/>
                  </a:cubicBezTo>
                  <a:cubicBezTo>
                    <a:pt x="13048" y="42615"/>
                    <a:pt x="16215" y="42150"/>
                    <a:pt x="19382" y="41698"/>
                  </a:cubicBezTo>
                  <a:cubicBezTo>
                    <a:pt x="19442" y="41686"/>
                    <a:pt x="19489" y="41674"/>
                    <a:pt x="19537" y="41662"/>
                  </a:cubicBezTo>
                  <a:close/>
                  <a:moveTo>
                    <a:pt x="21489" y="51985"/>
                  </a:moveTo>
                  <a:cubicBezTo>
                    <a:pt x="22001" y="54783"/>
                    <a:pt x="22513" y="57569"/>
                    <a:pt x="23013" y="60379"/>
                  </a:cubicBezTo>
                  <a:cubicBezTo>
                    <a:pt x="19739" y="61010"/>
                    <a:pt x="16417" y="61510"/>
                    <a:pt x="13095" y="61879"/>
                  </a:cubicBezTo>
                  <a:cubicBezTo>
                    <a:pt x="12631" y="59164"/>
                    <a:pt x="12167" y="56438"/>
                    <a:pt x="11691" y="53723"/>
                  </a:cubicBezTo>
                  <a:cubicBezTo>
                    <a:pt x="14929" y="53033"/>
                    <a:pt x="18203" y="52449"/>
                    <a:pt x="21489" y="51985"/>
                  </a:cubicBezTo>
                  <a:close/>
                  <a:moveTo>
                    <a:pt x="12181" y="0"/>
                  </a:moveTo>
                  <a:cubicBezTo>
                    <a:pt x="11658" y="0"/>
                    <a:pt x="11095" y="436"/>
                    <a:pt x="11238" y="1110"/>
                  </a:cubicBezTo>
                  <a:cubicBezTo>
                    <a:pt x="11893" y="4122"/>
                    <a:pt x="12536" y="7134"/>
                    <a:pt x="13167" y="10158"/>
                  </a:cubicBezTo>
                  <a:cubicBezTo>
                    <a:pt x="10047" y="10492"/>
                    <a:pt x="6904" y="10706"/>
                    <a:pt x="3773" y="10932"/>
                  </a:cubicBezTo>
                  <a:cubicBezTo>
                    <a:pt x="3142" y="7682"/>
                    <a:pt x="2499" y="4431"/>
                    <a:pt x="1844" y="1181"/>
                  </a:cubicBezTo>
                  <a:cubicBezTo>
                    <a:pt x="1754" y="735"/>
                    <a:pt x="1430" y="543"/>
                    <a:pt x="1086" y="543"/>
                  </a:cubicBezTo>
                  <a:cubicBezTo>
                    <a:pt x="566" y="543"/>
                    <a:pt x="1" y="984"/>
                    <a:pt x="130" y="1657"/>
                  </a:cubicBezTo>
                  <a:cubicBezTo>
                    <a:pt x="1487" y="8408"/>
                    <a:pt x="2797" y="15171"/>
                    <a:pt x="4082" y="21934"/>
                  </a:cubicBezTo>
                  <a:cubicBezTo>
                    <a:pt x="4059" y="22148"/>
                    <a:pt x="4094" y="22362"/>
                    <a:pt x="4202" y="22541"/>
                  </a:cubicBezTo>
                  <a:cubicBezTo>
                    <a:pt x="7476" y="39805"/>
                    <a:pt x="10548" y="57116"/>
                    <a:pt x="13441" y="74452"/>
                  </a:cubicBezTo>
                  <a:cubicBezTo>
                    <a:pt x="13517" y="74897"/>
                    <a:pt x="13832" y="75090"/>
                    <a:pt x="14173" y="75090"/>
                  </a:cubicBezTo>
                  <a:cubicBezTo>
                    <a:pt x="14689" y="75090"/>
                    <a:pt x="15263" y="74649"/>
                    <a:pt x="15155" y="73976"/>
                  </a:cubicBezTo>
                  <a:cubicBezTo>
                    <a:pt x="14572" y="70523"/>
                    <a:pt x="13988" y="67070"/>
                    <a:pt x="13393" y="63617"/>
                  </a:cubicBezTo>
                  <a:cubicBezTo>
                    <a:pt x="16727" y="63248"/>
                    <a:pt x="20037" y="62748"/>
                    <a:pt x="23323" y="62117"/>
                  </a:cubicBezTo>
                  <a:cubicBezTo>
                    <a:pt x="23954" y="65629"/>
                    <a:pt x="24561" y="69154"/>
                    <a:pt x="25157" y="72678"/>
                  </a:cubicBezTo>
                  <a:cubicBezTo>
                    <a:pt x="25232" y="73123"/>
                    <a:pt x="25550" y="73316"/>
                    <a:pt x="25892" y="73316"/>
                  </a:cubicBezTo>
                  <a:cubicBezTo>
                    <a:pt x="26410" y="73316"/>
                    <a:pt x="26986" y="72875"/>
                    <a:pt x="26871" y="72202"/>
                  </a:cubicBezTo>
                  <a:cubicBezTo>
                    <a:pt x="22835" y="48246"/>
                    <a:pt x="18060" y="24398"/>
                    <a:pt x="12953" y="633"/>
                  </a:cubicBezTo>
                  <a:cubicBezTo>
                    <a:pt x="12858" y="192"/>
                    <a:pt x="12528" y="0"/>
                    <a:pt x="1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5516;p117">
              <a:extLst>
                <a:ext uri="{FF2B5EF4-FFF2-40B4-BE49-F238E27FC236}">
                  <a16:creationId xmlns:a16="http://schemas.microsoft.com/office/drawing/2014/main" id="{9569EE9D-7B88-5F34-0280-6F274F5A859F}"/>
                </a:ext>
              </a:extLst>
            </p:cNvPr>
            <p:cNvSpPr/>
            <p:nvPr/>
          </p:nvSpPr>
          <p:spPr>
            <a:xfrm>
              <a:off x="2203875" y="1554725"/>
              <a:ext cx="1213000" cy="3796275"/>
            </a:xfrm>
            <a:custGeom>
              <a:avLst/>
              <a:gdLst/>
              <a:ahLst/>
              <a:cxnLst/>
              <a:rect l="l" t="t" r="r" b="b"/>
              <a:pathLst>
                <a:path w="48520" h="151851" extrusionOk="0">
                  <a:moveTo>
                    <a:pt x="32682" y="12564"/>
                  </a:moveTo>
                  <a:cubicBezTo>
                    <a:pt x="36325" y="13016"/>
                    <a:pt x="39956" y="13362"/>
                    <a:pt x="43623" y="13362"/>
                  </a:cubicBezTo>
                  <a:cubicBezTo>
                    <a:pt x="42957" y="16136"/>
                    <a:pt x="42302" y="18922"/>
                    <a:pt x="41635" y="21696"/>
                  </a:cubicBezTo>
                  <a:cubicBezTo>
                    <a:pt x="37944" y="21410"/>
                    <a:pt x="34253" y="21256"/>
                    <a:pt x="30550" y="21053"/>
                  </a:cubicBezTo>
                  <a:cubicBezTo>
                    <a:pt x="31265" y="18219"/>
                    <a:pt x="31967" y="15398"/>
                    <a:pt x="32682" y="12564"/>
                  </a:cubicBezTo>
                  <a:close/>
                  <a:moveTo>
                    <a:pt x="30122" y="22803"/>
                  </a:moveTo>
                  <a:cubicBezTo>
                    <a:pt x="33825" y="23006"/>
                    <a:pt x="37527" y="23161"/>
                    <a:pt x="41218" y="23446"/>
                  </a:cubicBezTo>
                  <a:cubicBezTo>
                    <a:pt x="40552" y="26256"/>
                    <a:pt x="39885" y="29054"/>
                    <a:pt x="39218" y="31864"/>
                  </a:cubicBezTo>
                  <a:cubicBezTo>
                    <a:pt x="38677" y="31974"/>
                    <a:pt x="38098" y="32014"/>
                    <a:pt x="37507" y="32014"/>
                  </a:cubicBezTo>
                  <a:cubicBezTo>
                    <a:pt x="36240" y="32014"/>
                    <a:pt x="34918" y="31830"/>
                    <a:pt x="33789" y="31757"/>
                  </a:cubicBezTo>
                  <a:cubicBezTo>
                    <a:pt x="31872" y="31626"/>
                    <a:pt x="29955" y="31447"/>
                    <a:pt x="28038" y="31269"/>
                  </a:cubicBezTo>
                  <a:cubicBezTo>
                    <a:pt x="28729" y="28447"/>
                    <a:pt x="29419" y="25625"/>
                    <a:pt x="30122" y="22803"/>
                  </a:cubicBezTo>
                  <a:close/>
                  <a:moveTo>
                    <a:pt x="27609" y="32995"/>
                  </a:moveTo>
                  <a:cubicBezTo>
                    <a:pt x="29860" y="33221"/>
                    <a:pt x="32122" y="33436"/>
                    <a:pt x="34396" y="33567"/>
                  </a:cubicBezTo>
                  <a:cubicBezTo>
                    <a:pt x="35435" y="33639"/>
                    <a:pt x="36583" y="33766"/>
                    <a:pt x="37711" y="33766"/>
                  </a:cubicBezTo>
                  <a:cubicBezTo>
                    <a:pt x="38070" y="33766"/>
                    <a:pt x="38427" y="33753"/>
                    <a:pt x="38778" y="33721"/>
                  </a:cubicBezTo>
                  <a:lnTo>
                    <a:pt x="38778" y="33721"/>
                  </a:lnTo>
                  <a:cubicBezTo>
                    <a:pt x="38063" y="36686"/>
                    <a:pt x="37361" y="39651"/>
                    <a:pt x="36658" y="42615"/>
                  </a:cubicBezTo>
                  <a:cubicBezTo>
                    <a:pt x="32896" y="42520"/>
                    <a:pt x="29122" y="42591"/>
                    <a:pt x="25371" y="42246"/>
                  </a:cubicBezTo>
                  <a:cubicBezTo>
                    <a:pt x="25943" y="39865"/>
                    <a:pt x="26502" y="37484"/>
                    <a:pt x="27086" y="35102"/>
                  </a:cubicBezTo>
                  <a:cubicBezTo>
                    <a:pt x="27252" y="34400"/>
                    <a:pt x="27431" y="33698"/>
                    <a:pt x="27609" y="32995"/>
                  </a:cubicBezTo>
                  <a:close/>
                  <a:moveTo>
                    <a:pt x="24954" y="43985"/>
                  </a:moveTo>
                  <a:cubicBezTo>
                    <a:pt x="28705" y="44354"/>
                    <a:pt x="32479" y="44306"/>
                    <a:pt x="36242" y="44377"/>
                  </a:cubicBezTo>
                  <a:cubicBezTo>
                    <a:pt x="35575" y="47175"/>
                    <a:pt x="34920" y="49961"/>
                    <a:pt x="34253" y="52759"/>
                  </a:cubicBezTo>
                  <a:cubicBezTo>
                    <a:pt x="31297" y="52554"/>
                    <a:pt x="28334" y="52451"/>
                    <a:pt x="25363" y="52451"/>
                  </a:cubicBezTo>
                  <a:cubicBezTo>
                    <a:pt x="24552" y="52451"/>
                    <a:pt x="23742" y="52458"/>
                    <a:pt x="22930" y="52474"/>
                  </a:cubicBezTo>
                  <a:cubicBezTo>
                    <a:pt x="23597" y="49640"/>
                    <a:pt x="24276" y="46806"/>
                    <a:pt x="24954" y="43985"/>
                  </a:cubicBezTo>
                  <a:close/>
                  <a:moveTo>
                    <a:pt x="25110" y="54223"/>
                  </a:moveTo>
                  <a:cubicBezTo>
                    <a:pt x="28027" y="54223"/>
                    <a:pt x="30937" y="54317"/>
                    <a:pt x="33848" y="54510"/>
                  </a:cubicBezTo>
                  <a:cubicBezTo>
                    <a:pt x="33182" y="57319"/>
                    <a:pt x="32515" y="60141"/>
                    <a:pt x="31860" y="62951"/>
                  </a:cubicBezTo>
                  <a:cubicBezTo>
                    <a:pt x="28074" y="62892"/>
                    <a:pt x="24300" y="62832"/>
                    <a:pt x="20513" y="62773"/>
                  </a:cubicBezTo>
                  <a:cubicBezTo>
                    <a:pt x="21180" y="59927"/>
                    <a:pt x="21847" y="57093"/>
                    <a:pt x="22514" y="54248"/>
                  </a:cubicBezTo>
                  <a:cubicBezTo>
                    <a:pt x="23380" y="54231"/>
                    <a:pt x="24245" y="54223"/>
                    <a:pt x="25110" y="54223"/>
                  </a:cubicBezTo>
                  <a:close/>
                  <a:moveTo>
                    <a:pt x="20109" y="64547"/>
                  </a:moveTo>
                  <a:cubicBezTo>
                    <a:pt x="23883" y="64606"/>
                    <a:pt x="27669" y="64666"/>
                    <a:pt x="31443" y="64725"/>
                  </a:cubicBezTo>
                  <a:cubicBezTo>
                    <a:pt x="30693" y="67928"/>
                    <a:pt x="29943" y="71131"/>
                    <a:pt x="29193" y="74333"/>
                  </a:cubicBezTo>
                  <a:cubicBezTo>
                    <a:pt x="25982" y="73922"/>
                    <a:pt x="22770" y="73724"/>
                    <a:pt x="19536" y="73724"/>
                  </a:cubicBezTo>
                  <a:cubicBezTo>
                    <a:pt x="19029" y="73724"/>
                    <a:pt x="18521" y="73728"/>
                    <a:pt x="18013" y="73738"/>
                  </a:cubicBezTo>
                  <a:cubicBezTo>
                    <a:pt x="18704" y="70678"/>
                    <a:pt x="19406" y="67606"/>
                    <a:pt x="20109" y="64547"/>
                  </a:cubicBezTo>
                  <a:close/>
                  <a:moveTo>
                    <a:pt x="19379" y="75493"/>
                  </a:moveTo>
                  <a:cubicBezTo>
                    <a:pt x="22529" y="75493"/>
                    <a:pt x="25665" y="75687"/>
                    <a:pt x="28800" y="76060"/>
                  </a:cubicBezTo>
                  <a:cubicBezTo>
                    <a:pt x="28062" y="79239"/>
                    <a:pt x="27336" y="82418"/>
                    <a:pt x="26609" y="85597"/>
                  </a:cubicBezTo>
                  <a:cubicBezTo>
                    <a:pt x="24216" y="85144"/>
                    <a:pt x="21752" y="85013"/>
                    <a:pt x="19323" y="84942"/>
                  </a:cubicBezTo>
                  <a:cubicBezTo>
                    <a:pt x="18371" y="84914"/>
                    <a:pt x="17329" y="84826"/>
                    <a:pt x="16311" y="84826"/>
                  </a:cubicBezTo>
                  <a:cubicBezTo>
                    <a:pt x="16042" y="84826"/>
                    <a:pt x="15776" y="84832"/>
                    <a:pt x="15513" y="84847"/>
                  </a:cubicBezTo>
                  <a:cubicBezTo>
                    <a:pt x="16203" y="81739"/>
                    <a:pt x="16906" y="78620"/>
                    <a:pt x="17608" y="75512"/>
                  </a:cubicBezTo>
                  <a:cubicBezTo>
                    <a:pt x="17624" y="75512"/>
                    <a:pt x="17635" y="75517"/>
                    <a:pt x="17647" y="75517"/>
                  </a:cubicBezTo>
                  <a:cubicBezTo>
                    <a:pt x="17653" y="75517"/>
                    <a:pt x="17660" y="75516"/>
                    <a:pt x="17668" y="75512"/>
                  </a:cubicBezTo>
                  <a:cubicBezTo>
                    <a:pt x="18239" y="75499"/>
                    <a:pt x="18809" y="75493"/>
                    <a:pt x="19379" y="75493"/>
                  </a:cubicBezTo>
                  <a:close/>
                  <a:moveTo>
                    <a:pt x="16338" y="86599"/>
                  </a:moveTo>
                  <a:cubicBezTo>
                    <a:pt x="17341" y="86599"/>
                    <a:pt x="18455" y="86695"/>
                    <a:pt x="19323" y="86728"/>
                  </a:cubicBezTo>
                  <a:cubicBezTo>
                    <a:pt x="21621" y="86787"/>
                    <a:pt x="23942" y="86895"/>
                    <a:pt x="26205" y="87323"/>
                  </a:cubicBezTo>
                  <a:cubicBezTo>
                    <a:pt x="25478" y="90490"/>
                    <a:pt x="24776" y="93657"/>
                    <a:pt x="24061" y="96824"/>
                  </a:cubicBezTo>
                  <a:cubicBezTo>
                    <a:pt x="21071" y="96453"/>
                    <a:pt x="17860" y="95811"/>
                    <a:pt x="14786" y="95811"/>
                  </a:cubicBezTo>
                  <a:cubicBezTo>
                    <a:pt x="14213" y="95811"/>
                    <a:pt x="13645" y="95833"/>
                    <a:pt x="13084" y="95884"/>
                  </a:cubicBezTo>
                  <a:cubicBezTo>
                    <a:pt x="13751" y="92812"/>
                    <a:pt x="14429" y="89740"/>
                    <a:pt x="15108" y="86668"/>
                  </a:cubicBezTo>
                  <a:cubicBezTo>
                    <a:pt x="15476" y="86617"/>
                    <a:pt x="15896" y="86599"/>
                    <a:pt x="16338" y="86599"/>
                  </a:cubicBezTo>
                  <a:close/>
                  <a:moveTo>
                    <a:pt x="14947" y="97543"/>
                  </a:moveTo>
                  <a:cubicBezTo>
                    <a:pt x="17814" y="97543"/>
                    <a:pt x="20860" y="98166"/>
                    <a:pt x="23669" y="98551"/>
                  </a:cubicBezTo>
                  <a:cubicBezTo>
                    <a:pt x="22942" y="101765"/>
                    <a:pt x="22228" y="104992"/>
                    <a:pt x="21513" y="108207"/>
                  </a:cubicBezTo>
                  <a:cubicBezTo>
                    <a:pt x="21063" y="108223"/>
                    <a:pt x="20614" y="108231"/>
                    <a:pt x="20166" y="108231"/>
                  </a:cubicBezTo>
                  <a:cubicBezTo>
                    <a:pt x="16952" y="108231"/>
                    <a:pt x="13791" y="107819"/>
                    <a:pt x="10667" y="107004"/>
                  </a:cubicBezTo>
                  <a:cubicBezTo>
                    <a:pt x="11334" y="103897"/>
                    <a:pt x="12012" y="100789"/>
                    <a:pt x="12691" y="97693"/>
                  </a:cubicBezTo>
                  <a:cubicBezTo>
                    <a:pt x="13425" y="97588"/>
                    <a:pt x="14179" y="97543"/>
                    <a:pt x="14947" y="97543"/>
                  </a:cubicBezTo>
                  <a:close/>
                  <a:moveTo>
                    <a:pt x="10298" y="108742"/>
                  </a:moveTo>
                  <a:cubicBezTo>
                    <a:pt x="13561" y="109583"/>
                    <a:pt x="16854" y="110003"/>
                    <a:pt x="20205" y="110003"/>
                  </a:cubicBezTo>
                  <a:cubicBezTo>
                    <a:pt x="20510" y="110003"/>
                    <a:pt x="20815" y="110000"/>
                    <a:pt x="21121" y="109993"/>
                  </a:cubicBezTo>
                  <a:lnTo>
                    <a:pt x="21121" y="109993"/>
                  </a:lnTo>
                  <a:cubicBezTo>
                    <a:pt x="20525" y="112695"/>
                    <a:pt x="19930" y="115398"/>
                    <a:pt x="19335" y="118101"/>
                  </a:cubicBezTo>
                  <a:cubicBezTo>
                    <a:pt x="19251" y="118506"/>
                    <a:pt x="19168" y="118898"/>
                    <a:pt x="19085" y="119303"/>
                  </a:cubicBezTo>
                  <a:cubicBezTo>
                    <a:pt x="15632" y="118434"/>
                    <a:pt x="11846" y="118387"/>
                    <a:pt x="8309" y="118101"/>
                  </a:cubicBezTo>
                  <a:cubicBezTo>
                    <a:pt x="8964" y="114981"/>
                    <a:pt x="9631" y="111862"/>
                    <a:pt x="10298" y="108742"/>
                  </a:cubicBezTo>
                  <a:close/>
                  <a:moveTo>
                    <a:pt x="7940" y="119839"/>
                  </a:moveTo>
                  <a:cubicBezTo>
                    <a:pt x="11465" y="120161"/>
                    <a:pt x="15263" y="120161"/>
                    <a:pt x="18704" y="121042"/>
                  </a:cubicBezTo>
                  <a:cubicBezTo>
                    <a:pt x="18037" y="124161"/>
                    <a:pt x="17370" y="127269"/>
                    <a:pt x="16715" y="130388"/>
                  </a:cubicBezTo>
                  <a:cubicBezTo>
                    <a:pt x="13274" y="129400"/>
                    <a:pt x="9607" y="129340"/>
                    <a:pt x="6083" y="128769"/>
                  </a:cubicBezTo>
                  <a:cubicBezTo>
                    <a:pt x="6702" y="125792"/>
                    <a:pt x="7321" y="122816"/>
                    <a:pt x="7940" y="119839"/>
                  </a:cubicBezTo>
                  <a:close/>
                  <a:moveTo>
                    <a:pt x="5726" y="130495"/>
                  </a:moveTo>
                  <a:cubicBezTo>
                    <a:pt x="9250" y="131055"/>
                    <a:pt x="12929" y="131126"/>
                    <a:pt x="16346" y="132126"/>
                  </a:cubicBezTo>
                  <a:cubicBezTo>
                    <a:pt x="15822" y="134662"/>
                    <a:pt x="15287" y="137198"/>
                    <a:pt x="14775" y="139722"/>
                  </a:cubicBezTo>
                  <a:cubicBezTo>
                    <a:pt x="11226" y="139199"/>
                    <a:pt x="7678" y="138734"/>
                    <a:pt x="4118" y="138341"/>
                  </a:cubicBezTo>
                  <a:cubicBezTo>
                    <a:pt x="4654" y="135722"/>
                    <a:pt x="5190" y="133115"/>
                    <a:pt x="5726" y="130495"/>
                  </a:cubicBezTo>
                  <a:close/>
                  <a:moveTo>
                    <a:pt x="47436" y="1"/>
                  </a:moveTo>
                  <a:cubicBezTo>
                    <a:pt x="47087" y="1"/>
                    <a:pt x="46752" y="193"/>
                    <a:pt x="46648" y="634"/>
                  </a:cubicBezTo>
                  <a:cubicBezTo>
                    <a:pt x="45778" y="4289"/>
                    <a:pt x="44909" y="7932"/>
                    <a:pt x="44040" y="11576"/>
                  </a:cubicBezTo>
                  <a:cubicBezTo>
                    <a:pt x="43854" y="11578"/>
                    <a:pt x="43668" y="11578"/>
                    <a:pt x="43483" y="11578"/>
                  </a:cubicBezTo>
                  <a:cubicBezTo>
                    <a:pt x="40015" y="11578"/>
                    <a:pt x="36569" y="11268"/>
                    <a:pt x="33122" y="10849"/>
                  </a:cubicBezTo>
                  <a:cubicBezTo>
                    <a:pt x="33944" y="7599"/>
                    <a:pt x="34753" y="4349"/>
                    <a:pt x="35587" y="1110"/>
                  </a:cubicBezTo>
                  <a:cubicBezTo>
                    <a:pt x="35759" y="443"/>
                    <a:pt x="35204" y="4"/>
                    <a:pt x="34674" y="4"/>
                  </a:cubicBezTo>
                  <a:cubicBezTo>
                    <a:pt x="34324" y="4"/>
                    <a:pt x="33986" y="194"/>
                    <a:pt x="33872" y="634"/>
                  </a:cubicBezTo>
                  <a:cubicBezTo>
                    <a:pt x="24050" y="38984"/>
                    <a:pt x="15025" y="77536"/>
                    <a:pt x="6869" y="116279"/>
                  </a:cubicBezTo>
                  <a:cubicBezTo>
                    <a:pt x="4559" y="127197"/>
                    <a:pt x="2333" y="138127"/>
                    <a:pt x="130" y="149069"/>
                  </a:cubicBezTo>
                  <a:cubicBezTo>
                    <a:pt x="1" y="149735"/>
                    <a:pt x="566" y="150177"/>
                    <a:pt x="1086" y="150177"/>
                  </a:cubicBezTo>
                  <a:cubicBezTo>
                    <a:pt x="1430" y="150177"/>
                    <a:pt x="1754" y="149984"/>
                    <a:pt x="1844" y="149533"/>
                  </a:cubicBezTo>
                  <a:cubicBezTo>
                    <a:pt x="2475" y="146378"/>
                    <a:pt x="3118" y="143235"/>
                    <a:pt x="3761" y="140080"/>
                  </a:cubicBezTo>
                  <a:cubicBezTo>
                    <a:pt x="7321" y="140473"/>
                    <a:pt x="10869" y="140925"/>
                    <a:pt x="14405" y="141461"/>
                  </a:cubicBezTo>
                  <a:cubicBezTo>
                    <a:pt x="13774" y="144544"/>
                    <a:pt x="13143" y="147640"/>
                    <a:pt x="12524" y="150736"/>
                  </a:cubicBezTo>
                  <a:cubicBezTo>
                    <a:pt x="12388" y="151409"/>
                    <a:pt x="12955" y="151850"/>
                    <a:pt x="13477" y="151850"/>
                  </a:cubicBezTo>
                  <a:cubicBezTo>
                    <a:pt x="13823" y="151850"/>
                    <a:pt x="14149" y="151657"/>
                    <a:pt x="14239" y="151212"/>
                  </a:cubicBezTo>
                  <a:cubicBezTo>
                    <a:pt x="17799" y="133484"/>
                    <a:pt x="21621" y="115815"/>
                    <a:pt x="25585" y="98182"/>
                  </a:cubicBezTo>
                  <a:cubicBezTo>
                    <a:pt x="25597" y="98134"/>
                    <a:pt x="25609" y="98086"/>
                    <a:pt x="25621" y="98039"/>
                  </a:cubicBezTo>
                  <a:cubicBezTo>
                    <a:pt x="28157" y="86775"/>
                    <a:pt x="30741" y="75524"/>
                    <a:pt x="33372" y="64285"/>
                  </a:cubicBezTo>
                  <a:cubicBezTo>
                    <a:pt x="33432" y="64166"/>
                    <a:pt x="33467" y="64023"/>
                    <a:pt x="33467" y="63880"/>
                  </a:cubicBezTo>
                  <a:cubicBezTo>
                    <a:pt x="35682" y="54462"/>
                    <a:pt x="37908" y="45044"/>
                    <a:pt x="40147" y="35638"/>
                  </a:cubicBezTo>
                  <a:cubicBezTo>
                    <a:pt x="42885" y="24125"/>
                    <a:pt x="45636" y="12624"/>
                    <a:pt x="48362" y="1110"/>
                  </a:cubicBezTo>
                  <a:cubicBezTo>
                    <a:pt x="48520" y="437"/>
                    <a:pt x="47962" y="1"/>
                    <a:pt x="474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5517;p117">
              <a:extLst>
                <a:ext uri="{FF2B5EF4-FFF2-40B4-BE49-F238E27FC236}">
                  <a16:creationId xmlns:a16="http://schemas.microsoft.com/office/drawing/2014/main" id="{74643A20-88BC-3B09-D712-4DFD283EFDA9}"/>
                </a:ext>
              </a:extLst>
            </p:cNvPr>
            <p:cNvSpPr/>
            <p:nvPr/>
          </p:nvSpPr>
          <p:spPr>
            <a:xfrm>
              <a:off x="3812800" y="736375"/>
              <a:ext cx="394275" cy="143250"/>
            </a:xfrm>
            <a:custGeom>
              <a:avLst/>
              <a:gdLst/>
              <a:ahLst/>
              <a:cxnLst/>
              <a:rect l="l" t="t" r="r" b="b"/>
              <a:pathLst>
                <a:path w="15771" h="5730" extrusionOk="0">
                  <a:moveTo>
                    <a:pt x="15066" y="1"/>
                  </a:moveTo>
                  <a:cubicBezTo>
                    <a:pt x="14916" y="1"/>
                    <a:pt x="14734" y="46"/>
                    <a:pt x="14509" y="102"/>
                  </a:cubicBezTo>
                  <a:cubicBezTo>
                    <a:pt x="13616" y="340"/>
                    <a:pt x="9985" y="2186"/>
                    <a:pt x="8377" y="2590"/>
                  </a:cubicBezTo>
                  <a:cubicBezTo>
                    <a:pt x="7557" y="2795"/>
                    <a:pt x="6401" y="2915"/>
                    <a:pt x="5256" y="2915"/>
                  </a:cubicBezTo>
                  <a:cubicBezTo>
                    <a:pt x="4140" y="2915"/>
                    <a:pt x="3033" y="2801"/>
                    <a:pt x="2257" y="2543"/>
                  </a:cubicBezTo>
                  <a:cubicBezTo>
                    <a:pt x="1495" y="2578"/>
                    <a:pt x="686" y="2793"/>
                    <a:pt x="471" y="3519"/>
                  </a:cubicBezTo>
                  <a:cubicBezTo>
                    <a:pt x="0" y="5120"/>
                    <a:pt x="1931" y="5711"/>
                    <a:pt x="2993" y="5711"/>
                  </a:cubicBezTo>
                  <a:cubicBezTo>
                    <a:pt x="3084" y="5711"/>
                    <a:pt x="3169" y="5706"/>
                    <a:pt x="3246" y="5698"/>
                  </a:cubicBezTo>
                  <a:cubicBezTo>
                    <a:pt x="3779" y="5708"/>
                    <a:pt x="4175" y="5729"/>
                    <a:pt x="4550" y="5729"/>
                  </a:cubicBezTo>
                  <a:cubicBezTo>
                    <a:pt x="5045" y="5729"/>
                    <a:pt x="5502" y="5692"/>
                    <a:pt x="6186" y="5543"/>
                  </a:cubicBezTo>
                  <a:cubicBezTo>
                    <a:pt x="8282" y="5079"/>
                    <a:pt x="9782" y="4472"/>
                    <a:pt x="11116" y="3769"/>
                  </a:cubicBezTo>
                  <a:cubicBezTo>
                    <a:pt x="11949" y="3329"/>
                    <a:pt x="15771" y="1007"/>
                    <a:pt x="15569" y="447"/>
                  </a:cubicBezTo>
                  <a:cubicBezTo>
                    <a:pt x="15453" y="108"/>
                    <a:pt x="15298" y="1"/>
                    <a:pt x="150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5518;p117">
              <a:extLst>
                <a:ext uri="{FF2B5EF4-FFF2-40B4-BE49-F238E27FC236}">
                  <a16:creationId xmlns:a16="http://schemas.microsoft.com/office/drawing/2014/main" id="{AB9F8F28-C73B-35B1-3F34-FB4F209F562B}"/>
                </a:ext>
              </a:extLst>
            </p:cNvPr>
            <p:cNvSpPr/>
            <p:nvPr/>
          </p:nvSpPr>
          <p:spPr>
            <a:xfrm>
              <a:off x="4030850" y="351650"/>
              <a:ext cx="1683275" cy="2047275"/>
            </a:xfrm>
            <a:custGeom>
              <a:avLst/>
              <a:gdLst/>
              <a:ahLst/>
              <a:cxnLst/>
              <a:rect l="l" t="t" r="r" b="b"/>
              <a:pathLst>
                <a:path w="67331" h="81891" extrusionOk="0">
                  <a:moveTo>
                    <a:pt x="0" y="1"/>
                  </a:moveTo>
                  <a:lnTo>
                    <a:pt x="0" y="26349"/>
                  </a:lnTo>
                  <a:cubicBezTo>
                    <a:pt x="1524" y="25218"/>
                    <a:pt x="3406" y="24552"/>
                    <a:pt x="5454" y="24552"/>
                  </a:cubicBezTo>
                  <a:cubicBezTo>
                    <a:pt x="10633" y="24552"/>
                    <a:pt x="14800" y="28862"/>
                    <a:pt x="14550" y="34100"/>
                  </a:cubicBezTo>
                  <a:cubicBezTo>
                    <a:pt x="14336" y="38863"/>
                    <a:pt x="10299" y="42732"/>
                    <a:pt x="5537" y="42780"/>
                  </a:cubicBezTo>
                  <a:cubicBezTo>
                    <a:pt x="5519" y="42780"/>
                    <a:pt x="5500" y="42780"/>
                    <a:pt x="5482" y="42780"/>
                  </a:cubicBezTo>
                  <a:cubicBezTo>
                    <a:pt x="3420" y="42780"/>
                    <a:pt x="1523" y="42115"/>
                    <a:pt x="0" y="40970"/>
                  </a:cubicBezTo>
                  <a:lnTo>
                    <a:pt x="0" y="67331"/>
                  </a:lnTo>
                  <a:lnTo>
                    <a:pt x="26361" y="67331"/>
                  </a:lnTo>
                  <a:cubicBezTo>
                    <a:pt x="25206" y="68867"/>
                    <a:pt x="24539" y="70783"/>
                    <a:pt x="24551" y="72855"/>
                  </a:cubicBezTo>
                  <a:cubicBezTo>
                    <a:pt x="24599" y="77630"/>
                    <a:pt x="28468" y="81654"/>
                    <a:pt x="33231" y="81880"/>
                  </a:cubicBezTo>
                  <a:cubicBezTo>
                    <a:pt x="33381" y="81887"/>
                    <a:pt x="33530" y="81891"/>
                    <a:pt x="33678" y="81891"/>
                  </a:cubicBezTo>
                  <a:cubicBezTo>
                    <a:pt x="38713" y="81891"/>
                    <a:pt x="42780" y="77814"/>
                    <a:pt x="42780" y="72772"/>
                  </a:cubicBezTo>
                  <a:cubicBezTo>
                    <a:pt x="42780" y="70724"/>
                    <a:pt x="42113" y="68843"/>
                    <a:pt x="40982" y="67331"/>
                  </a:cubicBezTo>
                  <a:lnTo>
                    <a:pt x="67330" y="67331"/>
                  </a:lnTo>
                  <a:lnTo>
                    <a:pt x="67330" y="5252"/>
                  </a:lnTo>
                  <a:cubicBezTo>
                    <a:pt x="67330" y="2346"/>
                    <a:pt x="64985" y="1"/>
                    <a:pt x="620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5519;p117">
              <a:extLst>
                <a:ext uri="{FF2B5EF4-FFF2-40B4-BE49-F238E27FC236}">
                  <a16:creationId xmlns:a16="http://schemas.microsoft.com/office/drawing/2014/main" id="{A22AFA09-F375-9844-2C2E-E3CAD0627C4F}"/>
                </a:ext>
              </a:extLst>
            </p:cNvPr>
            <p:cNvSpPr/>
            <p:nvPr/>
          </p:nvSpPr>
          <p:spPr>
            <a:xfrm>
              <a:off x="3794500" y="701525"/>
              <a:ext cx="96175" cy="127300"/>
            </a:xfrm>
            <a:custGeom>
              <a:avLst/>
              <a:gdLst/>
              <a:ahLst/>
              <a:cxnLst/>
              <a:rect l="l" t="t" r="r" b="b"/>
              <a:pathLst>
                <a:path w="3847" h="5092" extrusionOk="0">
                  <a:moveTo>
                    <a:pt x="2437" y="1"/>
                  </a:moveTo>
                  <a:cubicBezTo>
                    <a:pt x="2164" y="1"/>
                    <a:pt x="1872" y="126"/>
                    <a:pt x="1703" y="329"/>
                  </a:cubicBezTo>
                  <a:cubicBezTo>
                    <a:pt x="1215" y="913"/>
                    <a:pt x="727" y="1484"/>
                    <a:pt x="251" y="2067"/>
                  </a:cubicBezTo>
                  <a:cubicBezTo>
                    <a:pt x="132" y="2198"/>
                    <a:pt x="13" y="2353"/>
                    <a:pt x="1" y="2532"/>
                  </a:cubicBezTo>
                  <a:cubicBezTo>
                    <a:pt x="1" y="2675"/>
                    <a:pt x="72" y="2818"/>
                    <a:pt x="156" y="2949"/>
                  </a:cubicBezTo>
                  <a:cubicBezTo>
                    <a:pt x="620" y="3746"/>
                    <a:pt x="1203" y="4473"/>
                    <a:pt x="1882" y="5092"/>
                  </a:cubicBezTo>
                  <a:cubicBezTo>
                    <a:pt x="2192" y="3996"/>
                    <a:pt x="2906" y="3008"/>
                    <a:pt x="3847" y="2377"/>
                  </a:cubicBezTo>
                  <a:cubicBezTo>
                    <a:pt x="3716" y="1591"/>
                    <a:pt x="3466" y="793"/>
                    <a:pt x="2930" y="198"/>
                  </a:cubicBezTo>
                  <a:cubicBezTo>
                    <a:pt x="2808" y="61"/>
                    <a:pt x="2627" y="1"/>
                    <a:pt x="2437" y="1"/>
                  </a:cubicBezTo>
                  <a:close/>
                </a:path>
              </a:pathLst>
            </a:custGeom>
            <a:solidFill>
              <a:srgbClr val="FB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5520;p117">
              <a:extLst>
                <a:ext uri="{FF2B5EF4-FFF2-40B4-BE49-F238E27FC236}">
                  <a16:creationId xmlns:a16="http://schemas.microsoft.com/office/drawing/2014/main" id="{F17B2A78-A2F9-CEBA-FAAB-E2F3BED3BF37}"/>
                </a:ext>
              </a:extLst>
            </p:cNvPr>
            <p:cNvSpPr/>
            <p:nvPr/>
          </p:nvSpPr>
          <p:spPr>
            <a:xfrm>
              <a:off x="3809100" y="591050"/>
              <a:ext cx="185450" cy="183650"/>
            </a:xfrm>
            <a:custGeom>
              <a:avLst/>
              <a:gdLst/>
              <a:ahLst/>
              <a:cxnLst/>
              <a:rect l="l" t="t" r="r" b="b"/>
              <a:pathLst>
                <a:path w="7418" h="7346" extrusionOk="0">
                  <a:moveTo>
                    <a:pt x="4681" y="0"/>
                  </a:moveTo>
                  <a:cubicBezTo>
                    <a:pt x="4258" y="0"/>
                    <a:pt x="3819" y="40"/>
                    <a:pt x="3405" y="57"/>
                  </a:cubicBezTo>
                  <a:cubicBezTo>
                    <a:pt x="1346" y="129"/>
                    <a:pt x="715" y="2248"/>
                    <a:pt x="715" y="2248"/>
                  </a:cubicBezTo>
                  <a:cubicBezTo>
                    <a:pt x="0" y="4200"/>
                    <a:pt x="1262" y="6201"/>
                    <a:pt x="3108" y="7153"/>
                  </a:cubicBezTo>
                  <a:cubicBezTo>
                    <a:pt x="3366" y="7287"/>
                    <a:pt x="3618" y="7346"/>
                    <a:pt x="3861" y="7346"/>
                  </a:cubicBezTo>
                  <a:cubicBezTo>
                    <a:pt x="5081" y="7346"/>
                    <a:pt x="6052" y="5866"/>
                    <a:pt x="6311" y="5141"/>
                  </a:cubicBezTo>
                  <a:cubicBezTo>
                    <a:pt x="6561" y="4427"/>
                    <a:pt x="7418" y="2105"/>
                    <a:pt x="6537" y="748"/>
                  </a:cubicBezTo>
                  <a:cubicBezTo>
                    <a:pt x="6139" y="129"/>
                    <a:pt x="5438" y="0"/>
                    <a:pt x="4681" y="0"/>
                  </a:cubicBezTo>
                  <a:close/>
                </a:path>
              </a:pathLst>
            </a:custGeom>
            <a:solidFill>
              <a:srgbClr val="FB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5521;p117">
              <a:extLst>
                <a:ext uri="{FF2B5EF4-FFF2-40B4-BE49-F238E27FC236}">
                  <a16:creationId xmlns:a16="http://schemas.microsoft.com/office/drawing/2014/main" id="{A14F1179-0FE7-37DF-F576-D25241FAA938}"/>
                </a:ext>
              </a:extLst>
            </p:cNvPr>
            <p:cNvSpPr/>
            <p:nvPr/>
          </p:nvSpPr>
          <p:spPr>
            <a:xfrm>
              <a:off x="3797025" y="562825"/>
              <a:ext cx="221650" cy="142175"/>
            </a:xfrm>
            <a:custGeom>
              <a:avLst/>
              <a:gdLst/>
              <a:ahLst/>
              <a:cxnLst/>
              <a:rect l="l" t="t" r="r" b="b"/>
              <a:pathLst>
                <a:path w="8866" h="5687" extrusionOk="0">
                  <a:moveTo>
                    <a:pt x="7122" y="0"/>
                  </a:moveTo>
                  <a:cubicBezTo>
                    <a:pt x="6806" y="0"/>
                    <a:pt x="6698" y="271"/>
                    <a:pt x="6258" y="555"/>
                  </a:cubicBezTo>
                  <a:cubicBezTo>
                    <a:pt x="5983" y="732"/>
                    <a:pt x="5587" y="789"/>
                    <a:pt x="5156" y="789"/>
                  </a:cubicBezTo>
                  <a:cubicBezTo>
                    <a:pt x="4484" y="789"/>
                    <a:pt x="3729" y="651"/>
                    <a:pt x="3222" y="615"/>
                  </a:cubicBezTo>
                  <a:cubicBezTo>
                    <a:pt x="3097" y="606"/>
                    <a:pt x="2969" y="600"/>
                    <a:pt x="2840" y="600"/>
                  </a:cubicBezTo>
                  <a:cubicBezTo>
                    <a:pt x="2108" y="600"/>
                    <a:pt x="1344" y="767"/>
                    <a:pt x="960" y="1365"/>
                  </a:cubicBezTo>
                  <a:cubicBezTo>
                    <a:pt x="840" y="1543"/>
                    <a:pt x="769" y="1758"/>
                    <a:pt x="626" y="1912"/>
                  </a:cubicBezTo>
                  <a:cubicBezTo>
                    <a:pt x="507" y="2043"/>
                    <a:pt x="340" y="2139"/>
                    <a:pt x="233" y="2293"/>
                  </a:cubicBezTo>
                  <a:cubicBezTo>
                    <a:pt x="126" y="2436"/>
                    <a:pt x="90" y="2627"/>
                    <a:pt x="78" y="2805"/>
                  </a:cubicBezTo>
                  <a:cubicBezTo>
                    <a:pt x="0" y="3746"/>
                    <a:pt x="459" y="5687"/>
                    <a:pt x="1286" y="5687"/>
                  </a:cubicBezTo>
                  <a:cubicBezTo>
                    <a:pt x="1339" y="5687"/>
                    <a:pt x="1392" y="5679"/>
                    <a:pt x="1448" y="5663"/>
                  </a:cubicBezTo>
                  <a:cubicBezTo>
                    <a:pt x="1055" y="5270"/>
                    <a:pt x="1079" y="4853"/>
                    <a:pt x="1079" y="4698"/>
                  </a:cubicBezTo>
                  <a:cubicBezTo>
                    <a:pt x="1079" y="4390"/>
                    <a:pt x="1372" y="4192"/>
                    <a:pt x="1669" y="4192"/>
                  </a:cubicBezTo>
                  <a:cubicBezTo>
                    <a:pt x="1807" y="4192"/>
                    <a:pt x="1945" y="4235"/>
                    <a:pt x="2055" y="4329"/>
                  </a:cubicBezTo>
                  <a:cubicBezTo>
                    <a:pt x="2007" y="3424"/>
                    <a:pt x="2757" y="2710"/>
                    <a:pt x="3662" y="2674"/>
                  </a:cubicBezTo>
                  <a:cubicBezTo>
                    <a:pt x="3682" y="2674"/>
                    <a:pt x="3701" y="2673"/>
                    <a:pt x="3721" y="2673"/>
                  </a:cubicBezTo>
                  <a:cubicBezTo>
                    <a:pt x="4353" y="2673"/>
                    <a:pt x="5174" y="3048"/>
                    <a:pt x="6098" y="3048"/>
                  </a:cubicBezTo>
                  <a:cubicBezTo>
                    <a:pt x="6510" y="3048"/>
                    <a:pt x="6943" y="2973"/>
                    <a:pt x="7389" y="2758"/>
                  </a:cubicBezTo>
                  <a:cubicBezTo>
                    <a:pt x="8865" y="2031"/>
                    <a:pt x="7925" y="245"/>
                    <a:pt x="7472" y="79"/>
                  </a:cubicBezTo>
                  <a:cubicBezTo>
                    <a:pt x="7328" y="24"/>
                    <a:pt x="721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5522;p117">
              <a:extLst>
                <a:ext uri="{FF2B5EF4-FFF2-40B4-BE49-F238E27FC236}">
                  <a16:creationId xmlns:a16="http://schemas.microsoft.com/office/drawing/2014/main" id="{6751146E-5775-E589-DB15-601FFF2DE2A2}"/>
                </a:ext>
              </a:extLst>
            </p:cNvPr>
            <p:cNvSpPr/>
            <p:nvPr/>
          </p:nvSpPr>
          <p:spPr>
            <a:xfrm>
              <a:off x="3789750" y="1658375"/>
              <a:ext cx="71050" cy="94150"/>
            </a:xfrm>
            <a:custGeom>
              <a:avLst/>
              <a:gdLst/>
              <a:ahLst/>
              <a:cxnLst/>
              <a:rect l="l" t="t" r="r" b="b"/>
              <a:pathLst>
                <a:path w="2842" h="3766" extrusionOk="0">
                  <a:moveTo>
                    <a:pt x="1301" y="1"/>
                  </a:moveTo>
                  <a:cubicBezTo>
                    <a:pt x="1181" y="1"/>
                    <a:pt x="1079" y="53"/>
                    <a:pt x="1012" y="119"/>
                  </a:cubicBezTo>
                  <a:cubicBezTo>
                    <a:pt x="1012" y="119"/>
                    <a:pt x="0" y="1250"/>
                    <a:pt x="36" y="1405"/>
                  </a:cubicBezTo>
                  <a:cubicBezTo>
                    <a:pt x="60" y="1536"/>
                    <a:pt x="1751" y="3560"/>
                    <a:pt x="2346" y="3739"/>
                  </a:cubicBezTo>
                  <a:cubicBezTo>
                    <a:pt x="2407" y="3757"/>
                    <a:pt x="2456" y="3766"/>
                    <a:pt x="2495" y="3766"/>
                  </a:cubicBezTo>
                  <a:cubicBezTo>
                    <a:pt x="2842" y="3766"/>
                    <a:pt x="2414" y="3092"/>
                    <a:pt x="2179" y="2322"/>
                  </a:cubicBezTo>
                  <a:cubicBezTo>
                    <a:pt x="1953" y="1620"/>
                    <a:pt x="2286" y="1262"/>
                    <a:pt x="1965" y="607"/>
                  </a:cubicBezTo>
                  <a:cubicBezTo>
                    <a:pt x="1749" y="146"/>
                    <a:pt x="1500" y="1"/>
                    <a:pt x="13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5523;p117">
              <a:extLst>
                <a:ext uri="{FF2B5EF4-FFF2-40B4-BE49-F238E27FC236}">
                  <a16:creationId xmlns:a16="http://schemas.microsoft.com/office/drawing/2014/main" id="{4EAE6919-1B88-4E91-0D9F-78FAB184C7EF}"/>
                </a:ext>
              </a:extLst>
            </p:cNvPr>
            <p:cNvSpPr/>
            <p:nvPr/>
          </p:nvSpPr>
          <p:spPr>
            <a:xfrm>
              <a:off x="3634075" y="1702775"/>
              <a:ext cx="112525" cy="80375"/>
            </a:xfrm>
            <a:custGeom>
              <a:avLst/>
              <a:gdLst/>
              <a:ahLst/>
              <a:cxnLst/>
              <a:rect l="l" t="t" r="r" b="b"/>
              <a:pathLst>
                <a:path w="4501" h="3215" extrusionOk="0">
                  <a:moveTo>
                    <a:pt x="1612" y="1"/>
                  </a:moveTo>
                  <a:cubicBezTo>
                    <a:pt x="1509" y="1"/>
                    <a:pt x="1399" y="42"/>
                    <a:pt x="1274" y="141"/>
                  </a:cubicBezTo>
                  <a:cubicBezTo>
                    <a:pt x="1203" y="320"/>
                    <a:pt x="0" y="1665"/>
                    <a:pt x="572" y="2296"/>
                  </a:cubicBezTo>
                  <a:cubicBezTo>
                    <a:pt x="814" y="2572"/>
                    <a:pt x="2464" y="3214"/>
                    <a:pt x="3624" y="3214"/>
                  </a:cubicBezTo>
                  <a:cubicBezTo>
                    <a:pt x="3717" y="3214"/>
                    <a:pt x="3808" y="3210"/>
                    <a:pt x="3894" y="3201"/>
                  </a:cubicBezTo>
                  <a:cubicBezTo>
                    <a:pt x="4501" y="2987"/>
                    <a:pt x="3025" y="2368"/>
                    <a:pt x="2560" y="1570"/>
                  </a:cubicBezTo>
                  <a:cubicBezTo>
                    <a:pt x="2286" y="1117"/>
                    <a:pt x="2703" y="808"/>
                    <a:pt x="2322" y="451"/>
                  </a:cubicBezTo>
                  <a:cubicBezTo>
                    <a:pt x="2050" y="212"/>
                    <a:pt x="1846" y="1"/>
                    <a:pt x="16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5524;p117">
              <a:extLst>
                <a:ext uri="{FF2B5EF4-FFF2-40B4-BE49-F238E27FC236}">
                  <a16:creationId xmlns:a16="http://schemas.microsoft.com/office/drawing/2014/main" id="{4C438FD1-18BD-E6C1-4A6E-252F3F32538B}"/>
                </a:ext>
              </a:extLst>
            </p:cNvPr>
            <p:cNvSpPr/>
            <p:nvPr/>
          </p:nvSpPr>
          <p:spPr>
            <a:xfrm>
              <a:off x="3723675" y="1143675"/>
              <a:ext cx="245875" cy="537925"/>
            </a:xfrm>
            <a:custGeom>
              <a:avLst/>
              <a:gdLst/>
              <a:ahLst/>
              <a:cxnLst/>
              <a:rect l="l" t="t" r="r" b="b"/>
              <a:pathLst>
                <a:path w="9835" h="21517" extrusionOk="0">
                  <a:moveTo>
                    <a:pt x="2360" y="1"/>
                  </a:moveTo>
                  <a:cubicBezTo>
                    <a:pt x="1442" y="1"/>
                    <a:pt x="497" y="1016"/>
                    <a:pt x="179" y="2550"/>
                  </a:cubicBezTo>
                  <a:cubicBezTo>
                    <a:pt x="0" y="3408"/>
                    <a:pt x="512" y="4253"/>
                    <a:pt x="1024" y="4979"/>
                  </a:cubicBezTo>
                  <a:cubicBezTo>
                    <a:pt x="2334" y="6801"/>
                    <a:pt x="6394" y="10944"/>
                    <a:pt x="6501" y="11337"/>
                  </a:cubicBezTo>
                  <a:cubicBezTo>
                    <a:pt x="6608" y="11706"/>
                    <a:pt x="3060" y="20314"/>
                    <a:pt x="3727" y="21184"/>
                  </a:cubicBezTo>
                  <a:cubicBezTo>
                    <a:pt x="3915" y="21422"/>
                    <a:pt x="4067" y="21516"/>
                    <a:pt x="4199" y="21516"/>
                  </a:cubicBezTo>
                  <a:cubicBezTo>
                    <a:pt x="4434" y="21516"/>
                    <a:pt x="4603" y="21215"/>
                    <a:pt x="4787" y="20910"/>
                  </a:cubicBezTo>
                  <a:cubicBezTo>
                    <a:pt x="5572" y="19624"/>
                    <a:pt x="9835" y="12242"/>
                    <a:pt x="9835" y="10754"/>
                  </a:cubicBezTo>
                  <a:cubicBezTo>
                    <a:pt x="9835" y="9980"/>
                    <a:pt x="5060" y="2503"/>
                    <a:pt x="3453" y="574"/>
                  </a:cubicBezTo>
                  <a:cubicBezTo>
                    <a:pt x="3126" y="180"/>
                    <a:pt x="2745" y="1"/>
                    <a:pt x="23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5525;p117">
              <a:extLst>
                <a:ext uri="{FF2B5EF4-FFF2-40B4-BE49-F238E27FC236}">
                  <a16:creationId xmlns:a16="http://schemas.microsoft.com/office/drawing/2014/main" id="{DFEC52B3-22B9-164C-23AB-95916F868C95}"/>
                </a:ext>
              </a:extLst>
            </p:cNvPr>
            <p:cNvSpPr/>
            <p:nvPr/>
          </p:nvSpPr>
          <p:spPr>
            <a:xfrm>
              <a:off x="3587925" y="1078675"/>
              <a:ext cx="261075" cy="643450"/>
            </a:xfrm>
            <a:custGeom>
              <a:avLst/>
              <a:gdLst/>
              <a:ahLst/>
              <a:cxnLst/>
              <a:rect l="l" t="t" r="r" b="b"/>
              <a:pathLst>
                <a:path w="10443" h="25738" extrusionOk="0">
                  <a:moveTo>
                    <a:pt x="1787" y="1"/>
                  </a:moveTo>
                  <a:cubicBezTo>
                    <a:pt x="1614" y="1"/>
                    <a:pt x="1505" y="36"/>
                    <a:pt x="1477" y="114"/>
                  </a:cubicBezTo>
                  <a:cubicBezTo>
                    <a:pt x="1" y="4353"/>
                    <a:pt x="3644" y="10222"/>
                    <a:pt x="4585" y="12032"/>
                  </a:cubicBezTo>
                  <a:cubicBezTo>
                    <a:pt x="5002" y="12818"/>
                    <a:pt x="6323" y="14961"/>
                    <a:pt x="6371" y="15854"/>
                  </a:cubicBezTo>
                  <a:cubicBezTo>
                    <a:pt x="6418" y="16735"/>
                    <a:pt x="3037" y="23962"/>
                    <a:pt x="3120" y="25105"/>
                  </a:cubicBezTo>
                  <a:cubicBezTo>
                    <a:pt x="3151" y="25574"/>
                    <a:pt x="3375" y="25738"/>
                    <a:pt x="3611" y="25738"/>
                  </a:cubicBezTo>
                  <a:cubicBezTo>
                    <a:pt x="3837" y="25738"/>
                    <a:pt x="4075" y="25589"/>
                    <a:pt x="4168" y="25415"/>
                  </a:cubicBezTo>
                  <a:cubicBezTo>
                    <a:pt x="4454" y="24891"/>
                    <a:pt x="9026" y="18485"/>
                    <a:pt x="9645" y="15854"/>
                  </a:cubicBezTo>
                  <a:cubicBezTo>
                    <a:pt x="10443" y="12485"/>
                    <a:pt x="7550" y="8282"/>
                    <a:pt x="7538" y="5912"/>
                  </a:cubicBezTo>
                  <a:cubicBezTo>
                    <a:pt x="8359" y="5258"/>
                    <a:pt x="8442" y="5222"/>
                    <a:pt x="8990" y="4329"/>
                  </a:cubicBezTo>
                  <a:cubicBezTo>
                    <a:pt x="9359" y="3698"/>
                    <a:pt x="9633" y="2412"/>
                    <a:pt x="9335" y="2329"/>
                  </a:cubicBezTo>
                  <a:cubicBezTo>
                    <a:pt x="8219" y="2055"/>
                    <a:pt x="3114" y="1"/>
                    <a:pt x="1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5526;p117">
              <a:extLst>
                <a:ext uri="{FF2B5EF4-FFF2-40B4-BE49-F238E27FC236}">
                  <a16:creationId xmlns:a16="http://schemas.microsoft.com/office/drawing/2014/main" id="{A6355D2D-57CF-0D22-CC9D-EED2573FA8F1}"/>
                </a:ext>
              </a:extLst>
            </p:cNvPr>
            <p:cNvSpPr/>
            <p:nvPr/>
          </p:nvSpPr>
          <p:spPr>
            <a:xfrm>
              <a:off x="4170975" y="838850"/>
              <a:ext cx="126300" cy="61800"/>
            </a:xfrm>
            <a:custGeom>
              <a:avLst/>
              <a:gdLst/>
              <a:ahLst/>
              <a:cxnLst/>
              <a:rect l="l" t="t" r="r" b="b"/>
              <a:pathLst>
                <a:path w="5052" h="2472" extrusionOk="0">
                  <a:moveTo>
                    <a:pt x="2289" y="0"/>
                  </a:moveTo>
                  <a:cubicBezTo>
                    <a:pt x="1682" y="0"/>
                    <a:pt x="15" y="1492"/>
                    <a:pt x="15" y="1492"/>
                  </a:cubicBezTo>
                  <a:cubicBezTo>
                    <a:pt x="118" y="1733"/>
                    <a:pt x="1" y="2471"/>
                    <a:pt x="237" y="2471"/>
                  </a:cubicBezTo>
                  <a:cubicBezTo>
                    <a:pt x="246" y="2471"/>
                    <a:pt x="255" y="2470"/>
                    <a:pt x="265" y="2468"/>
                  </a:cubicBezTo>
                  <a:cubicBezTo>
                    <a:pt x="1277" y="2266"/>
                    <a:pt x="3539" y="2194"/>
                    <a:pt x="4016" y="2016"/>
                  </a:cubicBezTo>
                  <a:cubicBezTo>
                    <a:pt x="5052" y="1635"/>
                    <a:pt x="4897" y="873"/>
                    <a:pt x="4742" y="765"/>
                  </a:cubicBezTo>
                  <a:cubicBezTo>
                    <a:pt x="4705" y="742"/>
                    <a:pt x="4514" y="734"/>
                    <a:pt x="4242" y="734"/>
                  </a:cubicBezTo>
                  <a:cubicBezTo>
                    <a:pt x="3543" y="734"/>
                    <a:pt x="2314" y="789"/>
                    <a:pt x="1825" y="789"/>
                  </a:cubicBezTo>
                  <a:cubicBezTo>
                    <a:pt x="2087" y="492"/>
                    <a:pt x="2420" y="420"/>
                    <a:pt x="2408" y="27"/>
                  </a:cubicBezTo>
                  <a:cubicBezTo>
                    <a:pt x="2376" y="9"/>
                    <a:pt x="2336" y="0"/>
                    <a:pt x="2289" y="0"/>
                  </a:cubicBezTo>
                  <a:close/>
                </a:path>
              </a:pathLst>
            </a:custGeom>
            <a:solidFill>
              <a:srgbClr val="FB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5527;p117">
              <a:extLst>
                <a:ext uri="{FF2B5EF4-FFF2-40B4-BE49-F238E27FC236}">
                  <a16:creationId xmlns:a16="http://schemas.microsoft.com/office/drawing/2014/main" id="{99655576-C865-9223-E0A7-91B177776974}"/>
                </a:ext>
              </a:extLst>
            </p:cNvPr>
            <p:cNvSpPr/>
            <p:nvPr/>
          </p:nvSpPr>
          <p:spPr>
            <a:xfrm>
              <a:off x="3620675" y="750475"/>
              <a:ext cx="292625" cy="388225"/>
            </a:xfrm>
            <a:custGeom>
              <a:avLst/>
              <a:gdLst/>
              <a:ahLst/>
              <a:cxnLst/>
              <a:rect l="l" t="t" r="r" b="b"/>
              <a:pathLst>
                <a:path w="11705" h="15529" extrusionOk="0">
                  <a:moveTo>
                    <a:pt x="7336" y="0"/>
                  </a:moveTo>
                  <a:cubicBezTo>
                    <a:pt x="4898" y="0"/>
                    <a:pt x="2480" y="3072"/>
                    <a:pt x="1477" y="6015"/>
                  </a:cubicBezTo>
                  <a:cubicBezTo>
                    <a:pt x="763" y="8110"/>
                    <a:pt x="1" y="11599"/>
                    <a:pt x="24" y="13814"/>
                  </a:cubicBezTo>
                  <a:cubicBezTo>
                    <a:pt x="2608" y="14516"/>
                    <a:pt x="6156" y="15349"/>
                    <a:pt x="8025" y="15528"/>
                  </a:cubicBezTo>
                  <a:cubicBezTo>
                    <a:pt x="8799" y="12968"/>
                    <a:pt x="9240" y="11182"/>
                    <a:pt x="10014" y="8622"/>
                  </a:cubicBezTo>
                  <a:cubicBezTo>
                    <a:pt x="10812" y="5991"/>
                    <a:pt x="11704" y="2574"/>
                    <a:pt x="9204" y="669"/>
                  </a:cubicBezTo>
                  <a:cubicBezTo>
                    <a:pt x="8596" y="205"/>
                    <a:pt x="7965" y="0"/>
                    <a:pt x="7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5528;p117">
              <a:extLst>
                <a:ext uri="{FF2B5EF4-FFF2-40B4-BE49-F238E27FC236}">
                  <a16:creationId xmlns:a16="http://schemas.microsoft.com/office/drawing/2014/main" id="{CF8A002D-1A3A-1871-5D8F-90B560382C77}"/>
                </a:ext>
              </a:extLst>
            </p:cNvPr>
            <p:cNvSpPr/>
            <p:nvPr/>
          </p:nvSpPr>
          <p:spPr>
            <a:xfrm>
              <a:off x="3764150" y="759925"/>
              <a:ext cx="427350" cy="194125"/>
            </a:xfrm>
            <a:custGeom>
              <a:avLst/>
              <a:gdLst/>
              <a:ahLst/>
              <a:cxnLst/>
              <a:rect l="l" t="t" r="r" b="b"/>
              <a:pathLst>
                <a:path w="17094" h="7765" extrusionOk="0">
                  <a:moveTo>
                    <a:pt x="2269" y="0"/>
                  </a:moveTo>
                  <a:cubicBezTo>
                    <a:pt x="1526" y="0"/>
                    <a:pt x="785" y="334"/>
                    <a:pt x="536" y="1232"/>
                  </a:cubicBezTo>
                  <a:cubicBezTo>
                    <a:pt x="0" y="3172"/>
                    <a:pt x="4739" y="6518"/>
                    <a:pt x="6870" y="7363"/>
                  </a:cubicBezTo>
                  <a:cubicBezTo>
                    <a:pt x="7585" y="7648"/>
                    <a:pt x="8389" y="7765"/>
                    <a:pt x="9223" y="7765"/>
                  </a:cubicBezTo>
                  <a:cubicBezTo>
                    <a:pt x="12154" y="7765"/>
                    <a:pt x="15470" y="6327"/>
                    <a:pt x="16693" y="5696"/>
                  </a:cubicBezTo>
                  <a:cubicBezTo>
                    <a:pt x="17094" y="5484"/>
                    <a:pt x="16818" y="4386"/>
                    <a:pt x="16489" y="4386"/>
                  </a:cubicBezTo>
                  <a:cubicBezTo>
                    <a:pt x="16486" y="4386"/>
                    <a:pt x="16482" y="4387"/>
                    <a:pt x="16479" y="4387"/>
                  </a:cubicBezTo>
                  <a:cubicBezTo>
                    <a:pt x="16361" y="4396"/>
                    <a:pt x="13107" y="5198"/>
                    <a:pt x="10492" y="5198"/>
                  </a:cubicBezTo>
                  <a:cubicBezTo>
                    <a:pt x="9671" y="5198"/>
                    <a:pt x="8913" y="5118"/>
                    <a:pt x="8335" y="4911"/>
                  </a:cubicBezTo>
                  <a:cubicBezTo>
                    <a:pt x="7108" y="4470"/>
                    <a:pt x="4311" y="755"/>
                    <a:pt x="3465" y="291"/>
                  </a:cubicBezTo>
                  <a:cubicBezTo>
                    <a:pt x="3129" y="112"/>
                    <a:pt x="2699" y="0"/>
                    <a:pt x="22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9223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3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75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3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8250"/>
                            </p:stCondLst>
                            <p:childTnLst>
                              <p:par>
                                <p:cTn id="5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4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6" grpId="0" animBg="1"/>
      <p:bldP spid="3439" grpId="0"/>
      <p:bldP spid="3440" grpId="0"/>
      <p:bldP spid="3441" grpId="0" build="p"/>
      <p:bldP spid="4" grpId="0"/>
      <p:bldP spid="5" grpId="0"/>
      <p:bldP spid="16" grpId="0" animBg="1"/>
      <p:bldP spid="3442" grpId="0"/>
      <p:bldP spid="17" grpId="0" animBg="1"/>
      <p:bldP spid="34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515;p71">
            <a:extLst>
              <a:ext uri="{FF2B5EF4-FFF2-40B4-BE49-F238E27FC236}">
                <a16:creationId xmlns:a16="http://schemas.microsoft.com/office/drawing/2014/main" id="{3895C4DE-F2DA-F418-CD69-DF8ACF236CE5}"/>
              </a:ext>
            </a:extLst>
          </p:cNvPr>
          <p:cNvSpPr txBox="1">
            <a:spLocks/>
          </p:cNvSpPr>
          <p:nvPr/>
        </p:nvSpPr>
        <p:spPr>
          <a:xfrm>
            <a:off x="717600" y="258445"/>
            <a:ext cx="770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s-E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ECONOMÍA CIRCULAR EN LA ERA DIGITAL</a:t>
            </a:r>
          </a:p>
        </p:txBody>
      </p:sp>
      <p:sp>
        <p:nvSpPr>
          <p:cNvPr id="27" name="Google Shape;859;p53">
            <a:extLst>
              <a:ext uri="{FF2B5EF4-FFF2-40B4-BE49-F238E27FC236}">
                <a16:creationId xmlns:a16="http://schemas.microsoft.com/office/drawing/2014/main" id="{11CDADBA-5F5A-6726-087E-EFCB962D91BB}"/>
              </a:ext>
            </a:extLst>
          </p:cNvPr>
          <p:cNvSpPr txBox="1">
            <a:spLocks/>
          </p:cNvSpPr>
          <p:nvPr/>
        </p:nvSpPr>
        <p:spPr>
          <a:xfrm>
            <a:off x="4423604" y="1099585"/>
            <a:ext cx="3864018" cy="527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r"/>
            <a:r>
              <a:rPr lang="es-ES" sz="1800" dirty="0"/>
              <a:t>Transformación de los procesos productivos</a:t>
            </a:r>
          </a:p>
        </p:txBody>
      </p:sp>
      <p:grpSp>
        <p:nvGrpSpPr>
          <p:cNvPr id="837" name="Google Shape;4872;p116">
            <a:extLst>
              <a:ext uri="{FF2B5EF4-FFF2-40B4-BE49-F238E27FC236}">
                <a16:creationId xmlns:a16="http://schemas.microsoft.com/office/drawing/2014/main" id="{26BCE700-BD15-8173-A096-01CCDAA78037}"/>
              </a:ext>
            </a:extLst>
          </p:cNvPr>
          <p:cNvGrpSpPr/>
          <p:nvPr/>
        </p:nvGrpSpPr>
        <p:grpSpPr>
          <a:xfrm>
            <a:off x="1894767" y="2133752"/>
            <a:ext cx="1612297" cy="1508539"/>
            <a:chOff x="2592600" y="1767300"/>
            <a:chExt cx="3299825" cy="2771800"/>
          </a:xfrm>
        </p:grpSpPr>
        <p:grpSp>
          <p:nvGrpSpPr>
            <p:cNvPr id="838" name="Google Shape;4873;p116">
              <a:extLst>
                <a:ext uri="{FF2B5EF4-FFF2-40B4-BE49-F238E27FC236}">
                  <a16:creationId xmlns:a16="http://schemas.microsoft.com/office/drawing/2014/main" id="{0CE972DA-733B-BE7F-01DE-59C283ECF35F}"/>
                </a:ext>
              </a:extLst>
            </p:cNvPr>
            <p:cNvGrpSpPr/>
            <p:nvPr/>
          </p:nvGrpSpPr>
          <p:grpSpPr>
            <a:xfrm flipH="1">
              <a:off x="2592600" y="1767300"/>
              <a:ext cx="3299825" cy="2771800"/>
              <a:chOff x="3463225" y="1767300"/>
              <a:chExt cx="3299825" cy="2771800"/>
            </a:xfrm>
          </p:grpSpPr>
          <p:sp>
            <p:nvSpPr>
              <p:cNvPr id="846" name="Google Shape;4874;p116">
                <a:extLst>
                  <a:ext uri="{FF2B5EF4-FFF2-40B4-BE49-F238E27FC236}">
                    <a16:creationId xmlns:a16="http://schemas.microsoft.com/office/drawing/2014/main" id="{B188A0A1-617D-F644-D4A2-3640246C57E6}"/>
                  </a:ext>
                </a:extLst>
              </p:cNvPr>
              <p:cNvSpPr/>
              <p:nvPr/>
            </p:nvSpPr>
            <p:spPr>
              <a:xfrm>
                <a:off x="4142175" y="2221225"/>
                <a:ext cx="2326500" cy="2094050"/>
              </a:xfrm>
              <a:custGeom>
                <a:avLst/>
                <a:gdLst/>
                <a:ahLst/>
                <a:cxnLst/>
                <a:rect l="l" t="t" r="r" b="b"/>
                <a:pathLst>
                  <a:path w="93060" h="83762" extrusionOk="0">
                    <a:moveTo>
                      <a:pt x="45193" y="1"/>
                    </a:moveTo>
                    <a:cubicBezTo>
                      <a:pt x="38010" y="1"/>
                      <a:pt x="30732" y="1850"/>
                      <a:pt x="24087" y="5740"/>
                    </a:cubicBezTo>
                    <a:cubicBezTo>
                      <a:pt x="16062" y="10443"/>
                      <a:pt x="10180" y="17396"/>
                      <a:pt x="6775" y="25325"/>
                    </a:cubicBezTo>
                    <a:cubicBezTo>
                      <a:pt x="6735" y="25373"/>
                      <a:pt x="6128" y="25963"/>
                      <a:pt x="5463" y="25963"/>
                    </a:cubicBezTo>
                    <a:cubicBezTo>
                      <a:pt x="4954" y="25963"/>
                      <a:pt x="4411" y="25618"/>
                      <a:pt x="4060" y="24421"/>
                    </a:cubicBezTo>
                    <a:cubicBezTo>
                      <a:pt x="3686" y="23134"/>
                      <a:pt x="2757" y="22605"/>
                      <a:pt x="1909" y="22605"/>
                    </a:cubicBezTo>
                    <a:cubicBezTo>
                      <a:pt x="897" y="22605"/>
                      <a:pt x="0" y="23359"/>
                      <a:pt x="298" y="24480"/>
                    </a:cubicBezTo>
                    <a:cubicBezTo>
                      <a:pt x="620" y="25695"/>
                      <a:pt x="1584" y="25468"/>
                      <a:pt x="3429" y="27290"/>
                    </a:cubicBezTo>
                    <a:cubicBezTo>
                      <a:pt x="4882" y="28719"/>
                      <a:pt x="4775" y="30921"/>
                      <a:pt x="4537" y="32029"/>
                    </a:cubicBezTo>
                    <a:cubicBezTo>
                      <a:pt x="4489" y="32279"/>
                      <a:pt x="4441" y="32445"/>
                      <a:pt x="4430" y="32481"/>
                    </a:cubicBezTo>
                    <a:lnTo>
                      <a:pt x="4430" y="32493"/>
                    </a:lnTo>
                    <a:cubicBezTo>
                      <a:pt x="2120" y="42530"/>
                      <a:pt x="3489" y="53436"/>
                      <a:pt x="9097" y="63033"/>
                    </a:cubicBezTo>
                    <a:cubicBezTo>
                      <a:pt x="16887" y="76342"/>
                      <a:pt x="30896" y="83762"/>
                      <a:pt x="45283" y="83762"/>
                    </a:cubicBezTo>
                    <a:cubicBezTo>
                      <a:pt x="52467" y="83762"/>
                      <a:pt x="59744" y="81912"/>
                      <a:pt x="66390" y="78022"/>
                    </a:cubicBezTo>
                    <a:cubicBezTo>
                      <a:pt x="86345" y="66342"/>
                      <a:pt x="93060" y="40685"/>
                      <a:pt x="81380" y="20730"/>
                    </a:cubicBezTo>
                    <a:cubicBezTo>
                      <a:pt x="73589" y="7420"/>
                      <a:pt x="59580" y="1"/>
                      <a:pt x="451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4875;p116">
                <a:extLst>
                  <a:ext uri="{FF2B5EF4-FFF2-40B4-BE49-F238E27FC236}">
                    <a16:creationId xmlns:a16="http://schemas.microsoft.com/office/drawing/2014/main" id="{0B0D787B-2463-4F25-42F7-97FF0C0FE2BD}"/>
                  </a:ext>
                </a:extLst>
              </p:cNvPr>
              <p:cNvSpPr/>
              <p:nvPr/>
            </p:nvSpPr>
            <p:spPr>
              <a:xfrm>
                <a:off x="4511275" y="2550150"/>
                <a:ext cx="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3" extrusionOk="0">
                    <a:moveTo>
                      <a:pt x="0" y="12"/>
                    </a:moveTo>
                    <a:cubicBezTo>
                      <a:pt x="0" y="12"/>
                      <a:pt x="0" y="12"/>
                      <a:pt x="0" y="0"/>
                    </a:cubicBezTo>
                    <a:lnTo>
                      <a:pt x="0" y="12"/>
                    </a:lnTo>
                    <a:cubicBezTo>
                      <a:pt x="0" y="12"/>
                      <a:pt x="0" y="12"/>
                      <a:pt x="0" y="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4876;p116">
                <a:extLst>
                  <a:ext uri="{FF2B5EF4-FFF2-40B4-BE49-F238E27FC236}">
                    <a16:creationId xmlns:a16="http://schemas.microsoft.com/office/drawing/2014/main" id="{428358E3-06EE-6DED-856A-A981B2C0823A}"/>
                  </a:ext>
                </a:extLst>
              </p:cNvPr>
              <p:cNvSpPr/>
              <p:nvPr/>
            </p:nvSpPr>
            <p:spPr>
              <a:xfrm>
                <a:off x="4511275" y="2541800"/>
                <a:ext cx="8050" cy="83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35" extrusionOk="0">
                    <a:moveTo>
                      <a:pt x="322" y="1"/>
                    </a:moveTo>
                    <a:cubicBezTo>
                      <a:pt x="214" y="108"/>
                      <a:pt x="107" y="227"/>
                      <a:pt x="0" y="334"/>
                    </a:cubicBezTo>
                    <a:cubicBezTo>
                      <a:pt x="36" y="311"/>
                      <a:pt x="155" y="191"/>
                      <a:pt x="3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4877;p116">
                <a:extLst>
                  <a:ext uri="{FF2B5EF4-FFF2-40B4-BE49-F238E27FC236}">
                    <a16:creationId xmlns:a16="http://schemas.microsoft.com/office/drawing/2014/main" id="{73FB7443-F8B7-A2A8-686C-FDB600EA600B}"/>
                  </a:ext>
                </a:extLst>
              </p:cNvPr>
              <p:cNvSpPr/>
              <p:nvPr/>
            </p:nvSpPr>
            <p:spPr>
              <a:xfrm>
                <a:off x="5862675" y="4079300"/>
                <a:ext cx="272025" cy="170625"/>
              </a:xfrm>
              <a:custGeom>
                <a:avLst/>
                <a:gdLst/>
                <a:ahLst/>
                <a:cxnLst/>
                <a:rect l="l" t="t" r="r" b="b"/>
                <a:pathLst>
                  <a:path w="10881" h="6825" extrusionOk="0">
                    <a:moveTo>
                      <a:pt x="8531" y="1"/>
                    </a:moveTo>
                    <a:cubicBezTo>
                      <a:pt x="7211" y="1"/>
                      <a:pt x="5602" y="3573"/>
                      <a:pt x="2666" y="4200"/>
                    </a:cubicBezTo>
                    <a:cubicBezTo>
                      <a:pt x="45" y="4750"/>
                      <a:pt x="1" y="6825"/>
                      <a:pt x="2066" y="6825"/>
                    </a:cubicBezTo>
                    <a:cubicBezTo>
                      <a:pt x="2816" y="6825"/>
                      <a:pt x="3845" y="6551"/>
                      <a:pt x="5130" y="5831"/>
                    </a:cubicBezTo>
                    <a:cubicBezTo>
                      <a:pt x="5130" y="5831"/>
                      <a:pt x="10881" y="2830"/>
                      <a:pt x="9357" y="568"/>
                    </a:cubicBezTo>
                    <a:cubicBezTo>
                      <a:pt x="9088" y="168"/>
                      <a:pt x="8816" y="1"/>
                      <a:pt x="85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4878;p116">
                <a:extLst>
                  <a:ext uri="{FF2B5EF4-FFF2-40B4-BE49-F238E27FC236}">
                    <a16:creationId xmlns:a16="http://schemas.microsoft.com/office/drawing/2014/main" id="{45045357-0A8A-C788-326B-B337E0209E3C}"/>
                  </a:ext>
                </a:extLst>
              </p:cNvPr>
              <p:cNvSpPr/>
              <p:nvPr/>
            </p:nvSpPr>
            <p:spPr>
              <a:xfrm>
                <a:off x="3987400" y="2859850"/>
                <a:ext cx="732850" cy="386275"/>
              </a:xfrm>
              <a:custGeom>
                <a:avLst/>
                <a:gdLst/>
                <a:ahLst/>
                <a:cxnLst/>
                <a:rect l="l" t="t" r="r" b="b"/>
                <a:pathLst>
                  <a:path w="29314" h="15451" extrusionOk="0">
                    <a:moveTo>
                      <a:pt x="17881" y="1"/>
                    </a:moveTo>
                    <a:cubicBezTo>
                      <a:pt x="16056" y="1"/>
                      <a:pt x="13959" y="293"/>
                      <a:pt x="11561" y="995"/>
                    </a:cubicBezTo>
                    <a:cubicBezTo>
                      <a:pt x="11394" y="1054"/>
                      <a:pt x="11216" y="1102"/>
                      <a:pt x="11049" y="1162"/>
                    </a:cubicBezTo>
                    <a:cubicBezTo>
                      <a:pt x="7930" y="2138"/>
                      <a:pt x="4322" y="3805"/>
                      <a:pt x="143" y="6412"/>
                    </a:cubicBezTo>
                    <a:cubicBezTo>
                      <a:pt x="95" y="6448"/>
                      <a:pt x="48" y="6472"/>
                      <a:pt x="0" y="6508"/>
                    </a:cubicBezTo>
                    <a:cubicBezTo>
                      <a:pt x="0" y="6508"/>
                      <a:pt x="119" y="6650"/>
                      <a:pt x="357" y="6912"/>
                    </a:cubicBezTo>
                    <a:cubicBezTo>
                      <a:pt x="1262" y="7865"/>
                      <a:pt x="3763" y="10341"/>
                      <a:pt x="7394" y="12425"/>
                    </a:cubicBezTo>
                    <a:cubicBezTo>
                      <a:pt x="7549" y="12508"/>
                      <a:pt x="7692" y="12580"/>
                      <a:pt x="7846" y="12663"/>
                    </a:cubicBezTo>
                    <a:cubicBezTo>
                      <a:pt x="9763" y="13723"/>
                      <a:pt x="11990" y="14651"/>
                      <a:pt x="14442" y="15187"/>
                    </a:cubicBezTo>
                    <a:cubicBezTo>
                      <a:pt x="14502" y="15199"/>
                      <a:pt x="14550" y="15211"/>
                      <a:pt x="14609" y="15223"/>
                    </a:cubicBezTo>
                    <a:cubicBezTo>
                      <a:pt x="14728" y="15247"/>
                      <a:pt x="14847" y="15270"/>
                      <a:pt x="14966" y="15294"/>
                    </a:cubicBezTo>
                    <a:cubicBezTo>
                      <a:pt x="15577" y="15401"/>
                      <a:pt x="16173" y="15450"/>
                      <a:pt x="16754" y="15450"/>
                    </a:cubicBezTo>
                    <a:cubicBezTo>
                      <a:pt x="23722" y="15450"/>
                      <a:pt x="28504" y="8354"/>
                      <a:pt x="29218" y="7222"/>
                    </a:cubicBezTo>
                    <a:cubicBezTo>
                      <a:pt x="29278" y="7127"/>
                      <a:pt x="29313" y="7067"/>
                      <a:pt x="29313" y="7067"/>
                    </a:cubicBezTo>
                    <a:cubicBezTo>
                      <a:pt x="29313" y="7067"/>
                      <a:pt x="29266" y="6936"/>
                      <a:pt x="29170" y="6710"/>
                    </a:cubicBezTo>
                    <a:cubicBezTo>
                      <a:pt x="28611" y="5495"/>
                      <a:pt x="26408" y="1471"/>
                      <a:pt x="20967" y="316"/>
                    </a:cubicBezTo>
                    <a:cubicBezTo>
                      <a:pt x="20753" y="269"/>
                      <a:pt x="20527" y="221"/>
                      <a:pt x="20300" y="185"/>
                    </a:cubicBezTo>
                    <a:cubicBezTo>
                      <a:pt x="19553" y="66"/>
                      <a:pt x="18748" y="1"/>
                      <a:pt x="178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4879;p116">
                <a:extLst>
                  <a:ext uri="{FF2B5EF4-FFF2-40B4-BE49-F238E27FC236}">
                    <a16:creationId xmlns:a16="http://schemas.microsoft.com/office/drawing/2014/main" id="{443868E7-2D99-8F2E-BD45-0DDB0C771E54}"/>
                  </a:ext>
                </a:extLst>
              </p:cNvPr>
              <p:cNvSpPr/>
              <p:nvPr/>
            </p:nvSpPr>
            <p:spPr>
              <a:xfrm>
                <a:off x="3987400" y="3016975"/>
                <a:ext cx="732850" cy="23425"/>
              </a:xfrm>
              <a:custGeom>
                <a:avLst/>
                <a:gdLst/>
                <a:ahLst/>
                <a:cxnLst/>
                <a:rect l="l" t="t" r="r" b="b"/>
                <a:pathLst>
                  <a:path w="29314" h="937" extrusionOk="0">
                    <a:moveTo>
                      <a:pt x="12620" y="0"/>
                    </a:moveTo>
                    <a:cubicBezTo>
                      <a:pt x="7589" y="0"/>
                      <a:pt x="2883" y="77"/>
                      <a:pt x="143" y="127"/>
                    </a:cubicBezTo>
                    <a:cubicBezTo>
                      <a:pt x="95" y="163"/>
                      <a:pt x="48" y="187"/>
                      <a:pt x="0" y="223"/>
                    </a:cubicBezTo>
                    <a:cubicBezTo>
                      <a:pt x="0" y="223"/>
                      <a:pt x="119" y="365"/>
                      <a:pt x="357" y="627"/>
                    </a:cubicBezTo>
                    <a:cubicBezTo>
                      <a:pt x="2989" y="580"/>
                      <a:pt x="7251" y="508"/>
                      <a:pt x="11871" y="496"/>
                    </a:cubicBezTo>
                    <a:lnTo>
                      <a:pt x="12514" y="496"/>
                    </a:lnTo>
                    <a:cubicBezTo>
                      <a:pt x="14907" y="496"/>
                      <a:pt x="17383" y="508"/>
                      <a:pt x="19753" y="544"/>
                    </a:cubicBezTo>
                    <a:cubicBezTo>
                      <a:pt x="19955" y="544"/>
                      <a:pt x="20146" y="556"/>
                      <a:pt x="20336" y="556"/>
                    </a:cubicBezTo>
                    <a:cubicBezTo>
                      <a:pt x="23705" y="615"/>
                      <a:pt x="26837" y="734"/>
                      <a:pt x="29218" y="937"/>
                    </a:cubicBezTo>
                    <a:cubicBezTo>
                      <a:pt x="29278" y="842"/>
                      <a:pt x="29313" y="782"/>
                      <a:pt x="29313" y="782"/>
                    </a:cubicBezTo>
                    <a:cubicBezTo>
                      <a:pt x="29313" y="782"/>
                      <a:pt x="29266" y="651"/>
                      <a:pt x="29170" y="425"/>
                    </a:cubicBezTo>
                    <a:cubicBezTo>
                      <a:pt x="27896" y="330"/>
                      <a:pt x="26432" y="246"/>
                      <a:pt x="24825" y="187"/>
                    </a:cubicBezTo>
                    <a:cubicBezTo>
                      <a:pt x="24622" y="175"/>
                      <a:pt x="24420" y="163"/>
                      <a:pt x="24217" y="163"/>
                    </a:cubicBezTo>
                    <a:cubicBezTo>
                      <a:pt x="21670" y="68"/>
                      <a:pt x="18836" y="20"/>
                      <a:pt x="15978" y="8"/>
                    </a:cubicBezTo>
                    <a:lnTo>
                      <a:pt x="15323" y="8"/>
                    </a:lnTo>
                    <a:cubicBezTo>
                      <a:pt x="14418" y="3"/>
                      <a:pt x="13514" y="0"/>
                      <a:pt x="1262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4880;p116">
                <a:extLst>
                  <a:ext uri="{FF2B5EF4-FFF2-40B4-BE49-F238E27FC236}">
                    <a16:creationId xmlns:a16="http://schemas.microsoft.com/office/drawing/2014/main" id="{F547C599-A689-9BC0-24D7-0A5C08E05836}"/>
                  </a:ext>
                </a:extLst>
              </p:cNvPr>
              <p:cNvSpPr/>
              <p:nvPr/>
            </p:nvSpPr>
            <p:spPr>
              <a:xfrm>
                <a:off x="4172225" y="3019250"/>
                <a:ext cx="129825" cy="157200"/>
              </a:xfrm>
              <a:custGeom>
                <a:avLst/>
                <a:gdLst/>
                <a:ahLst/>
                <a:cxnLst/>
                <a:rect l="l" t="t" r="r" b="b"/>
                <a:pathLst>
                  <a:path w="5193" h="6288" extrusionOk="0">
                    <a:moveTo>
                      <a:pt x="4799" y="1"/>
                    </a:moveTo>
                    <a:lnTo>
                      <a:pt x="4478" y="405"/>
                    </a:lnTo>
                    <a:lnTo>
                      <a:pt x="1" y="6049"/>
                    </a:lnTo>
                    <a:cubicBezTo>
                      <a:pt x="156" y="6132"/>
                      <a:pt x="299" y="6204"/>
                      <a:pt x="453" y="6287"/>
                    </a:cubicBezTo>
                    <a:lnTo>
                      <a:pt x="5121" y="405"/>
                    </a:lnTo>
                    <a:lnTo>
                      <a:pt x="5192" y="310"/>
                    </a:lnTo>
                    <a:lnTo>
                      <a:pt x="479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4881;p116">
                <a:extLst>
                  <a:ext uri="{FF2B5EF4-FFF2-40B4-BE49-F238E27FC236}">
                    <a16:creationId xmlns:a16="http://schemas.microsoft.com/office/drawing/2014/main" id="{78A71AE7-21ED-0617-B515-AAF4BABF7AD8}"/>
                  </a:ext>
                </a:extLst>
              </p:cNvPr>
              <p:cNvSpPr/>
              <p:nvPr/>
            </p:nvSpPr>
            <p:spPr>
              <a:xfrm>
                <a:off x="4263625" y="2884700"/>
                <a:ext cx="125025" cy="142600"/>
              </a:xfrm>
              <a:custGeom>
                <a:avLst/>
                <a:gdLst/>
                <a:ahLst/>
                <a:cxnLst/>
                <a:rect l="l" t="t" r="r" b="b"/>
                <a:pathLst>
                  <a:path w="5001" h="5704" extrusionOk="0">
                    <a:moveTo>
                      <a:pt x="512" y="1"/>
                    </a:moveTo>
                    <a:cubicBezTo>
                      <a:pt x="345" y="60"/>
                      <a:pt x="167" y="108"/>
                      <a:pt x="0" y="168"/>
                    </a:cubicBezTo>
                    <a:lnTo>
                      <a:pt x="4274" y="5299"/>
                    </a:lnTo>
                    <a:lnTo>
                      <a:pt x="4620" y="5704"/>
                    </a:lnTo>
                    <a:lnTo>
                      <a:pt x="5001" y="5383"/>
                    </a:lnTo>
                    <a:lnTo>
                      <a:pt x="4929" y="5299"/>
                    </a:lnTo>
                    <a:lnTo>
                      <a:pt x="51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4882;p116">
                <a:extLst>
                  <a:ext uri="{FF2B5EF4-FFF2-40B4-BE49-F238E27FC236}">
                    <a16:creationId xmlns:a16="http://schemas.microsoft.com/office/drawing/2014/main" id="{FDC50296-3DA4-FAE2-0A1E-A37C848BEC36}"/>
                  </a:ext>
                </a:extLst>
              </p:cNvPr>
              <p:cNvSpPr/>
              <p:nvPr/>
            </p:nvSpPr>
            <p:spPr>
              <a:xfrm>
                <a:off x="4348450" y="3021025"/>
                <a:ext cx="149450" cy="221200"/>
              </a:xfrm>
              <a:custGeom>
                <a:avLst/>
                <a:gdLst/>
                <a:ahLst/>
                <a:cxnLst/>
                <a:rect l="l" t="t" r="r" b="b"/>
                <a:pathLst>
                  <a:path w="5978" h="8848" extrusionOk="0">
                    <a:moveTo>
                      <a:pt x="5549" y="1"/>
                    </a:moveTo>
                    <a:lnTo>
                      <a:pt x="5311" y="382"/>
                    </a:lnTo>
                    <a:lnTo>
                      <a:pt x="0" y="8740"/>
                    </a:lnTo>
                    <a:cubicBezTo>
                      <a:pt x="60" y="8752"/>
                      <a:pt x="108" y="8764"/>
                      <a:pt x="167" y="8776"/>
                    </a:cubicBezTo>
                    <a:cubicBezTo>
                      <a:pt x="286" y="8800"/>
                      <a:pt x="405" y="8823"/>
                      <a:pt x="524" y="8847"/>
                    </a:cubicBezTo>
                    <a:lnTo>
                      <a:pt x="5894" y="394"/>
                    </a:lnTo>
                    <a:lnTo>
                      <a:pt x="5977" y="275"/>
                    </a:lnTo>
                    <a:lnTo>
                      <a:pt x="554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4883;p116">
                <a:extLst>
                  <a:ext uri="{FF2B5EF4-FFF2-40B4-BE49-F238E27FC236}">
                    <a16:creationId xmlns:a16="http://schemas.microsoft.com/office/drawing/2014/main" id="{321AF97D-2058-F1F8-2AE7-2ADA64CD67F9}"/>
                  </a:ext>
                </a:extLst>
              </p:cNvPr>
              <p:cNvSpPr/>
              <p:nvPr/>
            </p:nvSpPr>
            <p:spPr>
              <a:xfrm>
                <a:off x="4494900" y="2864475"/>
                <a:ext cx="113725" cy="164625"/>
              </a:xfrm>
              <a:custGeom>
                <a:avLst/>
                <a:gdLst/>
                <a:ahLst/>
                <a:cxnLst/>
                <a:rect l="l" t="t" r="r" b="b"/>
                <a:pathLst>
                  <a:path w="4549" h="6585" extrusionOk="0">
                    <a:moveTo>
                      <a:pt x="0" y="0"/>
                    </a:moveTo>
                    <a:lnTo>
                      <a:pt x="3917" y="6263"/>
                    </a:lnTo>
                    <a:lnTo>
                      <a:pt x="4132" y="6584"/>
                    </a:lnTo>
                    <a:lnTo>
                      <a:pt x="4548" y="6323"/>
                    </a:lnTo>
                    <a:lnTo>
                      <a:pt x="4525" y="6287"/>
                    </a:lnTo>
                    <a:lnTo>
                      <a:pt x="667" y="131"/>
                    </a:lnTo>
                    <a:cubicBezTo>
                      <a:pt x="453" y="84"/>
                      <a:pt x="227" y="36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4884;p116">
                <a:extLst>
                  <a:ext uri="{FF2B5EF4-FFF2-40B4-BE49-F238E27FC236}">
                    <a16:creationId xmlns:a16="http://schemas.microsoft.com/office/drawing/2014/main" id="{E116C1B6-C746-491C-9BFC-9CE82A681EF2}"/>
                  </a:ext>
                </a:extLst>
              </p:cNvPr>
              <p:cNvSpPr/>
              <p:nvPr/>
            </p:nvSpPr>
            <p:spPr>
              <a:xfrm>
                <a:off x="3985000" y="2002900"/>
                <a:ext cx="800725" cy="830925"/>
              </a:xfrm>
              <a:custGeom>
                <a:avLst/>
                <a:gdLst/>
                <a:ahLst/>
                <a:cxnLst/>
                <a:rect l="l" t="t" r="r" b="b"/>
                <a:pathLst>
                  <a:path w="32029" h="33237" extrusionOk="0">
                    <a:moveTo>
                      <a:pt x="6622" y="1"/>
                    </a:moveTo>
                    <a:cubicBezTo>
                      <a:pt x="6043" y="1"/>
                      <a:pt x="5461" y="197"/>
                      <a:pt x="4882" y="650"/>
                    </a:cubicBezTo>
                    <a:cubicBezTo>
                      <a:pt x="4811" y="709"/>
                      <a:pt x="4740" y="769"/>
                      <a:pt x="4668" y="828"/>
                    </a:cubicBezTo>
                    <a:cubicBezTo>
                      <a:pt x="4597" y="876"/>
                      <a:pt x="4513" y="935"/>
                      <a:pt x="4442" y="995"/>
                    </a:cubicBezTo>
                    <a:cubicBezTo>
                      <a:pt x="1" y="4531"/>
                      <a:pt x="10407" y="11877"/>
                      <a:pt x="9800" y="13020"/>
                    </a:cubicBezTo>
                    <a:cubicBezTo>
                      <a:pt x="9663" y="13275"/>
                      <a:pt x="9404" y="13357"/>
                      <a:pt x="9066" y="13357"/>
                    </a:cubicBezTo>
                    <a:cubicBezTo>
                      <a:pt x="8469" y="13357"/>
                      <a:pt x="7626" y="13103"/>
                      <a:pt x="6778" y="13103"/>
                    </a:cubicBezTo>
                    <a:cubicBezTo>
                      <a:pt x="5933" y="13103"/>
                      <a:pt x="5082" y="13356"/>
                      <a:pt x="4466" y="14366"/>
                    </a:cubicBezTo>
                    <a:cubicBezTo>
                      <a:pt x="4418" y="14449"/>
                      <a:pt x="4370" y="14520"/>
                      <a:pt x="4335" y="14604"/>
                    </a:cubicBezTo>
                    <a:cubicBezTo>
                      <a:pt x="4287" y="14687"/>
                      <a:pt x="4251" y="14770"/>
                      <a:pt x="4216" y="14854"/>
                    </a:cubicBezTo>
                    <a:cubicBezTo>
                      <a:pt x="3311" y="17259"/>
                      <a:pt x="6490" y="19402"/>
                      <a:pt x="9597" y="20438"/>
                    </a:cubicBezTo>
                    <a:cubicBezTo>
                      <a:pt x="12907" y="21545"/>
                      <a:pt x="16515" y="23950"/>
                      <a:pt x="15920" y="24522"/>
                    </a:cubicBezTo>
                    <a:cubicBezTo>
                      <a:pt x="15467" y="24938"/>
                      <a:pt x="12883" y="24795"/>
                      <a:pt x="12348" y="26153"/>
                    </a:cubicBezTo>
                    <a:cubicBezTo>
                      <a:pt x="12288" y="26308"/>
                      <a:pt x="12252" y="26498"/>
                      <a:pt x="12252" y="26700"/>
                    </a:cubicBezTo>
                    <a:cubicBezTo>
                      <a:pt x="12252" y="27093"/>
                      <a:pt x="12395" y="27593"/>
                      <a:pt x="12705" y="28201"/>
                    </a:cubicBezTo>
                    <a:cubicBezTo>
                      <a:pt x="13753" y="30189"/>
                      <a:pt x="16729" y="31511"/>
                      <a:pt x="19182" y="32308"/>
                    </a:cubicBezTo>
                    <a:cubicBezTo>
                      <a:pt x="19634" y="32451"/>
                      <a:pt x="20075" y="32582"/>
                      <a:pt x="20480" y="32689"/>
                    </a:cubicBezTo>
                    <a:cubicBezTo>
                      <a:pt x="21777" y="33046"/>
                      <a:pt x="22718" y="33213"/>
                      <a:pt x="22789" y="33237"/>
                    </a:cubicBezTo>
                    <a:cubicBezTo>
                      <a:pt x="22789" y="33237"/>
                      <a:pt x="22789" y="33225"/>
                      <a:pt x="22789" y="33225"/>
                    </a:cubicBezTo>
                    <a:lnTo>
                      <a:pt x="31981" y="25986"/>
                    </a:lnTo>
                    <a:cubicBezTo>
                      <a:pt x="31981" y="25986"/>
                      <a:pt x="31981" y="25986"/>
                      <a:pt x="31981" y="25974"/>
                    </a:cubicBezTo>
                    <a:cubicBezTo>
                      <a:pt x="31981" y="25903"/>
                      <a:pt x="32029" y="24950"/>
                      <a:pt x="31993" y="23605"/>
                    </a:cubicBezTo>
                    <a:cubicBezTo>
                      <a:pt x="31969" y="23188"/>
                      <a:pt x="31957" y="22736"/>
                      <a:pt x="31910" y="22248"/>
                    </a:cubicBezTo>
                    <a:cubicBezTo>
                      <a:pt x="31719" y="19688"/>
                      <a:pt x="31112" y="16473"/>
                      <a:pt x="29421" y="15009"/>
                    </a:cubicBezTo>
                    <a:cubicBezTo>
                      <a:pt x="28909" y="14556"/>
                      <a:pt x="28457" y="14306"/>
                      <a:pt x="28076" y="14211"/>
                    </a:cubicBezTo>
                    <a:cubicBezTo>
                      <a:pt x="27957" y="14183"/>
                      <a:pt x="27843" y="14171"/>
                      <a:pt x="27735" y="14171"/>
                    </a:cubicBezTo>
                    <a:cubicBezTo>
                      <a:pt x="27658" y="14171"/>
                      <a:pt x="27585" y="14177"/>
                      <a:pt x="27516" y="14187"/>
                    </a:cubicBezTo>
                    <a:cubicBezTo>
                      <a:pt x="26064" y="14389"/>
                      <a:pt x="25611" y="16937"/>
                      <a:pt x="25099" y="17271"/>
                    </a:cubicBezTo>
                    <a:cubicBezTo>
                      <a:pt x="25064" y="17294"/>
                      <a:pt x="25026" y="17305"/>
                      <a:pt x="24986" y="17305"/>
                    </a:cubicBezTo>
                    <a:cubicBezTo>
                      <a:pt x="24257" y="17305"/>
                      <a:pt x="22893" y="13472"/>
                      <a:pt x="22599" y="10175"/>
                    </a:cubicBezTo>
                    <a:cubicBezTo>
                      <a:pt x="22325" y="7050"/>
                      <a:pt x="21068" y="3630"/>
                      <a:pt x="18734" y="3630"/>
                    </a:cubicBezTo>
                    <a:cubicBezTo>
                      <a:pt x="18631" y="3630"/>
                      <a:pt x="18527" y="3636"/>
                      <a:pt x="18420" y="3650"/>
                    </a:cubicBezTo>
                    <a:cubicBezTo>
                      <a:pt x="18325" y="3662"/>
                      <a:pt x="18241" y="3674"/>
                      <a:pt x="18146" y="3698"/>
                    </a:cubicBezTo>
                    <a:cubicBezTo>
                      <a:pt x="18063" y="3721"/>
                      <a:pt x="17967" y="3745"/>
                      <a:pt x="17884" y="3769"/>
                    </a:cubicBezTo>
                    <a:cubicBezTo>
                      <a:pt x="14991" y="4710"/>
                      <a:pt x="16598" y="8317"/>
                      <a:pt x="15336" y="8651"/>
                    </a:cubicBezTo>
                    <a:cubicBezTo>
                      <a:pt x="15319" y="8655"/>
                      <a:pt x="15302" y="8657"/>
                      <a:pt x="15284" y="8657"/>
                    </a:cubicBezTo>
                    <a:cubicBezTo>
                      <a:pt x="14132" y="8657"/>
                      <a:pt x="10462" y="1"/>
                      <a:pt x="66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4885;p116">
                <a:extLst>
                  <a:ext uri="{FF2B5EF4-FFF2-40B4-BE49-F238E27FC236}">
                    <a16:creationId xmlns:a16="http://schemas.microsoft.com/office/drawing/2014/main" id="{86331434-9786-54E6-2DA2-0B3A8898617B}"/>
                  </a:ext>
                </a:extLst>
              </p:cNvPr>
              <p:cNvSpPr/>
              <p:nvPr/>
            </p:nvSpPr>
            <p:spPr>
              <a:xfrm>
                <a:off x="4096025" y="2019125"/>
                <a:ext cx="578975" cy="728100"/>
              </a:xfrm>
              <a:custGeom>
                <a:avLst/>
                <a:gdLst/>
                <a:ahLst/>
                <a:cxnLst/>
                <a:rect l="l" t="t" r="r" b="b"/>
                <a:pathLst>
                  <a:path w="23159" h="29124" extrusionOk="0">
                    <a:moveTo>
                      <a:pt x="441" y="1"/>
                    </a:moveTo>
                    <a:cubicBezTo>
                      <a:pt x="370" y="60"/>
                      <a:pt x="299" y="120"/>
                      <a:pt x="227" y="179"/>
                    </a:cubicBezTo>
                    <a:cubicBezTo>
                      <a:pt x="156" y="227"/>
                      <a:pt x="72" y="286"/>
                      <a:pt x="1" y="346"/>
                    </a:cubicBezTo>
                    <a:lnTo>
                      <a:pt x="22730" y="29123"/>
                    </a:lnTo>
                    <a:lnTo>
                      <a:pt x="23159" y="28790"/>
                    </a:lnTo>
                    <a:lnTo>
                      <a:pt x="44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4886;p116">
                <a:extLst>
                  <a:ext uri="{FF2B5EF4-FFF2-40B4-BE49-F238E27FC236}">
                    <a16:creationId xmlns:a16="http://schemas.microsoft.com/office/drawing/2014/main" id="{4AB58550-6288-29C1-0E16-8E759E1C412B}"/>
                  </a:ext>
                </a:extLst>
              </p:cNvPr>
              <p:cNvSpPr/>
              <p:nvPr/>
            </p:nvSpPr>
            <p:spPr>
              <a:xfrm>
                <a:off x="4088300" y="2367975"/>
                <a:ext cx="342925" cy="78025"/>
              </a:xfrm>
              <a:custGeom>
                <a:avLst/>
                <a:gdLst/>
                <a:ahLst/>
                <a:cxnLst/>
                <a:rect l="l" t="t" r="r" b="b"/>
                <a:pathLst>
                  <a:path w="13717" h="3121" extrusionOk="0">
                    <a:moveTo>
                      <a:pt x="203" y="1"/>
                    </a:moveTo>
                    <a:cubicBezTo>
                      <a:pt x="155" y="84"/>
                      <a:pt x="119" y="167"/>
                      <a:pt x="84" y="251"/>
                    </a:cubicBezTo>
                    <a:lnTo>
                      <a:pt x="0" y="525"/>
                    </a:lnTo>
                    <a:lnTo>
                      <a:pt x="13514" y="3108"/>
                    </a:lnTo>
                    <a:lnTo>
                      <a:pt x="13609" y="3120"/>
                    </a:lnTo>
                    <a:lnTo>
                      <a:pt x="13657" y="2858"/>
                    </a:lnTo>
                    <a:lnTo>
                      <a:pt x="13716" y="2584"/>
                    </a:lnTo>
                    <a:lnTo>
                      <a:pt x="13407" y="2525"/>
                    </a:lnTo>
                    <a:lnTo>
                      <a:pt x="12990" y="2441"/>
                    </a:lnTo>
                    <a:lnTo>
                      <a:pt x="20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4887;p116">
                <a:extLst>
                  <a:ext uri="{FF2B5EF4-FFF2-40B4-BE49-F238E27FC236}">
                    <a16:creationId xmlns:a16="http://schemas.microsoft.com/office/drawing/2014/main" id="{42E7F2D9-2F73-0CE2-C544-588DCA99BB42}"/>
                  </a:ext>
                </a:extLst>
              </p:cNvPr>
              <p:cNvSpPr/>
              <p:nvPr/>
            </p:nvSpPr>
            <p:spPr>
              <a:xfrm>
                <a:off x="4291300" y="2656700"/>
                <a:ext cx="372700" cy="84275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3371" extrusionOk="0">
                    <a:moveTo>
                      <a:pt x="96" y="1"/>
                    </a:moveTo>
                    <a:cubicBezTo>
                      <a:pt x="36" y="156"/>
                      <a:pt x="0" y="346"/>
                      <a:pt x="0" y="548"/>
                    </a:cubicBezTo>
                    <a:lnTo>
                      <a:pt x="14705" y="3358"/>
                    </a:lnTo>
                    <a:lnTo>
                      <a:pt x="14800" y="3370"/>
                    </a:lnTo>
                    <a:lnTo>
                      <a:pt x="14859" y="3096"/>
                    </a:lnTo>
                    <a:lnTo>
                      <a:pt x="14907" y="2834"/>
                    </a:lnTo>
                    <a:lnTo>
                      <a:pt x="14597" y="2775"/>
                    </a:lnTo>
                    <a:lnTo>
                      <a:pt x="14181" y="2692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4888;p116">
                <a:extLst>
                  <a:ext uri="{FF2B5EF4-FFF2-40B4-BE49-F238E27FC236}">
                    <a16:creationId xmlns:a16="http://schemas.microsoft.com/office/drawing/2014/main" id="{8A8FAA64-3113-6594-7913-79E350A76EEF}"/>
                  </a:ext>
                </a:extLst>
              </p:cNvPr>
              <p:cNvSpPr/>
              <p:nvPr/>
            </p:nvSpPr>
            <p:spPr>
              <a:xfrm>
                <a:off x="4422850" y="2093550"/>
                <a:ext cx="29500" cy="346200"/>
              </a:xfrm>
              <a:custGeom>
                <a:avLst/>
                <a:gdLst/>
                <a:ahLst/>
                <a:cxnLst/>
                <a:rect l="l" t="t" r="r" b="b"/>
                <a:pathLst>
                  <a:path w="1180" h="13848" extrusionOk="0">
                    <a:moveTo>
                      <a:pt x="1180" y="0"/>
                    </a:moveTo>
                    <a:lnTo>
                      <a:pt x="906" y="24"/>
                    </a:lnTo>
                    <a:cubicBezTo>
                      <a:pt x="811" y="36"/>
                      <a:pt x="727" y="48"/>
                      <a:pt x="632" y="72"/>
                    </a:cubicBezTo>
                    <a:lnTo>
                      <a:pt x="37" y="13073"/>
                    </a:lnTo>
                    <a:lnTo>
                      <a:pt x="25" y="13502"/>
                    </a:lnTo>
                    <a:lnTo>
                      <a:pt x="1" y="13823"/>
                    </a:lnTo>
                    <a:lnTo>
                      <a:pt x="275" y="13835"/>
                    </a:lnTo>
                    <a:lnTo>
                      <a:pt x="561" y="13847"/>
                    </a:lnTo>
                    <a:lnTo>
                      <a:pt x="561" y="13740"/>
                    </a:lnTo>
                    <a:lnTo>
                      <a:pt x="118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4889;p116">
                <a:extLst>
                  <a:ext uri="{FF2B5EF4-FFF2-40B4-BE49-F238E27FC236}">
                    <a16:creationId xmlns:a16="http://schemas.microsoft.com/office/drawing/2014/main" id="{E2E768D5-99CA-F1AB-E2D0-A31771C8A09D}"/>
                  </a:ext>
                </a:extLst>
              </p:cNvPr>
              <p:cNvSpPr/>
              <p:nvPr/>
            </p:nvSpPr>
            <p:spPr>
              <a:xfrm>
                <a:off x="4655625" y="2357175"/>
                <a:ext cx="30975" cy="377250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5090" extrusionOk="0">
                    <a:moveTo>
                      <a:pt x="909" y="0"/>
                    </a:moveTo>
                    <a:cubicBezTo>
                      <a:pt x="833" y="0"/>
                      <a:pt x="760" y="6"/>
                      <a:pt x="691" y="16"/>
                    </a:cubicBezTo>
                    <a:lnTo>
                      <a:pt x="36" y="14327"/>
                    </a:lnTo>
                    <a:lnTo>
                      <a:pt x="24" y="14756"/>
                    </a:lnTo>
                    <a:lnTo>
                      <a:pt x="1" y="15065"/>
                    </a:lnTo>
                    <a:lnTo>
                      <a:pt x="286" y="15077"/>
                    </a:lnTo>
                    <a:lnTo>
                      <a:pt x="560" y="15089"/>
                    </a:lnTo>
                    <a:lnTo>
                      <a:pt x="560" y="14994"/>
                    </a:lnTo>
                    <a:lnTo>
                      <a:pt x="1239" y="40"/>
                    </a:lnTo>
                    <a:cubicBezTo>
                      <a:pt x="1127" y="12"/>
                      <a:pt x="1016" y="0"/>
                      <a:pt x="9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4890;p116">
                <a:extLst>
                  <a:ext uri="{FF2B5EF4-FFF2-40B4-BE49-F238E27FC236}">
                    <a16:creationId xmlns:a16="http://schemas.microsoft.com/office/drawing/2014/main" id="{C8B8E4CD-9F2E-21E1-C20E-BEF86C189FA0}"/>
                  </a:ext>
                </a:extLst>
              </p:cNvPr>
              <p:cNvSpPr/>
              <p:nvPr/>
            </p:nvSpPr>
            <p:spPr>
              <a:xfrm>
                <a:off x="5613475" y="3405150"/>
                <a:ext cx="971000" cy="641350"/>
              </a:xfrm>
              <a:custGeom>
                <a:avLst/>
                <a:gdLst/>
                <a:ahLst/>
                <a:cxnLst/>
                <a:rect l="l" t="t" r="r" b="b"/>
                <a:pathLst>
                  <a:path w="38840" h="25654" extrusionOk="0">
                    <a:moveTo>
                      <a:pt x="21746" y="0"/>
                    </a:moveTo>
                    <a:cubicBezTo>
                      <a:pt x="19890" y="0"/>
                      <a:pt x="17731" y="1954"/>
                      <a:pt x="16241" y="4067"/>
                    </a:cubicBezTo>
                    <a:cubicBezTo>
                      <a:pt x="14422" y="6626"/>
                      <a:pt x="11551" y="9119"/>
                      <a:pt x="10673" y="9119"/>
                    </a:cubicBezTo>
                    <a:cubicBezTo>
                      <a:pt x="10563" y="9119"/>
                      <a:pt x="10484" y="9080"/>
                      <a:pt x="10443" y="8996"/>
                    </a:cubicBezTo>
                    <a:cubicBezTo>
                      <a:pt x="10157" y="8437"/>
                      <a:pt x="11062" y="5984"/>
                      <a:pt x="9895" y="5067"/>
                    </a:cubicBezTo>
                    <a:cubicBezTo>
                      <a:pt x="9764" y="4960"/>
                      <a:pt x="9597" y="4877"/>
                      <a:pt x="9395" y="4817"/>
                    </a:cubicBezTo>
                    <a:cubicBezTo>
                      <a:pt x="9200" y="4756"/>
                      <a:pt x="8968" y="4723"/>
                      <a:pt x="8696" y="4723"/>
                    </a:cubicBezTo>
                    <a:cubicBezTo>
                      <a:pt x="8437" y="4723"/>
                      <a:pt x="8143" y="4753"/>
                      <a:pt x="7811" y="4817"/>
                    </a:cubicBezTo>
                    <a:cubicBezTo>
                      <a:pt x="5585" y="5246"/>
                      <a:pt x="3430" y="7734"/>
                      <a:pt x="1954" y="9877"/>
                    </a:cubicBezTo>
                    <a:cubicBezTo>
                      <a:pt x="1680" y="10282"/>
                      <a:pt x="1418" y="10663"/>
                      <a:pt x="1192" y="11020"/>
                    </a:cubicBezTo>
                    <a:cubicBezTo>
                      <a:pt x="477" y="12175"/>
                      <a:pt x="37" y="13032"/>
                      <a:pt x="1" y="13104"/>
                    </a:cubicBezTo>
                    <a:lnTo>
                      <a:pt x="4335" y="24105"/>
                    </a:lnTo>
                    <a:cubicBezTo>
                      <a:pt x="4406" y="24141"/>
                      <a:pt x="5323" y="24462"/>
                      <a:pt x="6633" y="24819"/>
                    </a:cubicBezTo>
                    <a:cubicBezTo>
                      <a:pt x="7038" y="24927"/>
                      <a:pt x="7490" y="25034"/>
                      <a:pt x="7954" y="25141"/>
                    </a:cubicBezTo>
                    <a:cubicBezTo>
                      <a:pt x="9245" y="25425"/>
                      <a:pt x="10726" y="25653"/>
                      <a:pt x="12121" y="25653"/>
                    </a:cubicBezTo>
                    <a:cubicBezTo>
                      <a:pt x="13478" y="25653"/>
                      <a:pt x="14754" y="25436"/>
                      <a:pt x="15693" y="24843"/>
                    </a:cubicBezTo>
                    <a:cubicBezTo>
                      <a:pt x="16289" y="24474"/>
                      <a:pt x="16658" y="24117"/>
                      <a:pt x="16860" y="23760"/>
                    </a:cubicBezTo>
                    <a:cubicBezTo>
                      <a:pt x="16967" y="23581"/>
                      <a:pt x="17027" y="23415"/>
                      <a:pt x="17051" y="23236"/>
                    </a:cubicBezTo>
                    <a:cubicBezTo>
                      <a:pt x="17277" y="21771"/>
                      <a:pt x="14943" y="20593"/>
                      <a:pt x="14765" y="19997"/>
                    </a:cubicBezTo>
                    <a:cubicBezTo>
                      <a:pt x="14630" y="19521"/>
                      <a:pt x="16136" y="19235"/>
                      <a:pt x="18109" y="19235"/>
                    </a:cubicBezTo>
                    <a:cubicBezTo>
                      <a:pt x="19438" y="19235"/>
                      <a:pt x="20979" y="19365"/>
                      <a:pt x="22373" y="19652"/>
                    </a:cubicBezTo>
                    <a:cubicBezTo>
                      <a:pt x="23334" y="19850"/>
                      <a:pt x="24350" y="19967"/>
                      <a:pt x="25316" y="19967"/>
                    </a:cubicBezTo>
                    <a:cubicBezTo>
                      <a:pt x="27605" y="19967"/>
                      <a:pt x="29608" y="19309"/>
                      <a:pt x="29909" y="17509"/>
                    </a:cubicBezTo>
                    <a:cubicBezTo>
                      <a:pt x="29921" y="17426"/>
                      <a:pt x="29933" y="17330"/>
                      <a:pt x="29933" y="17235"/>
                    </a:cubicBezTo>
                    <a:cubicBezTo>
                      <a:pt x="29945" y="17140"/>
                      <a:pt x="29945" y="17057"/>
                      <a:pt x="29945" y="16949"/>
                    </a:cubicBezTo>
                    <a:cubicBezTo>
                      <a:pt x="29874" y="13890"/>
                      <a:pt x="25921" y="14390"/>
                      <a:pt x="25969" y="13068"/>
                    </a:cubicBezTo>
                    <a:cubicBezTo>
                      <a:pt x="26016" y="11758"/>
                      <a:pt x="38839" y="10639"/>
                      <a:pt x="36756" y="5281"/>
                    </a:cubicBezTo>
                    <a:cubicBezTo>
                      <a:pt x="36732" y="5198"/>
                      <a:pt x="36696" y="5115"/>
                      <a:pt x="36648" y="5031"/>
                    </a:cubicBezTo>
                    <a:cubicBezTo>
                      <a:pt x="36625" y="4936"/>
                      <a:pt x="36589" y="4853"/>
                      <a:pt x="36553" y="4769"/>
                    </a:cubicBezTo>
                    <a:cubicBezTo>
                      <a:pt x="36011" y="3405"/>
                      <a:pt x="34943" y="2908"/>
                      <a:pt x="33639" y="2908"/>
                    </a:cubicBezTo>
                    <a:cubicBezTo>
                      <a:pt x="30127" y="2908"/>
                      <a:pt x="24901" y="6511"/>
                      <a:pt x="23598" y="6511"/>
                    </a:cubicBezTo>
                    <a:cubicBezTo>
                      <a:pt x="23492" y="6511"/>
                      <a:pt x="23412" y="6487"/>
                      <a:pt x="23361" y="6436"/>
                    </a:cubicBezTo>
                    <a:cubicBezTo>
                      <a:pt x="22420" y="5496"/>
                      <a:pt x="25659" y="3162"/>
                      <a:pt x="23611" y="876"/>
                    </a:cubicBezTo>
                    <a:cubicBezTo>
                      <a:pt x="23552" y="805"/>
                      <a:pt x="23480" y="745"/>
                      <a:pt x="23421" y="674"/>
                    </a:cubicBezTo>
                    <a:cubicBezTo>
                      <a:pt x="23349" y="614"/>
                      <a:pt x="23278" y="555"/>
                      <a:pt x="23206" y="495"/>
                    </a:cubicBezTo>
                    <a:cubicBezTo>
                      <a:pt x="22757" y="152"/>
                      <a:pt x="22263" y="0"/>
                      <a:pt x="2174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4891;p116">
                <a:extLst>
                  <a:ext uri="{FF2B5EF4-FFF2-40B4-BE49-F238E27FC236}">
                    <a16:creationId xmlns:a16="http://schemas.microsoft.com/office/drawing/2014/main" id="{BAFAA92B-FFAB-E684-890C-0EB0EB1D5EB2}"/>
                  </a:ext>
                </a:extLst>
              </p:cNvPr>
              <p:cNvSpPr/>
              <p:nvPr/>
            </p:nvSpPr>
            <p:spPr>
              <a:xfrm>
                <a:off x="5664975" y="3524375"/>
                <a:ext cx="867400" cy="352450"/>
              </a:xfrm>
              <a:custGeom>
                <a:avLst/>
                <a:gdLst/>
                <a:ahLst/>
                <a:cxnLst/>
                <a:rect l="l" t="t" r="r" b="b"/>
                <a:pathLst>
                  <a:path w="34696" h="14098" extrusionOk="0">
                    <a:moveTo>
                      <a:pt x="34493" y="0"/>
                    </a:moveTo>
                    <a:lnTo>
                      <a:pt x="1" y="13573"/>
                    </a:lnTo>
                    <a:lnTo>
                      <a:pt x="203" y="14097"/>
                    </a:lnTo>
                    <a:lnTo>
                      <a:pt x="34696" y="512"/>
                    </a:lnTo>
                    <a:cubicBezTo>
                      <a:pt x="34672" y="429"/>
                      <a:pt x="34636" y="346"/>
                      <a:pt x="34588" y="262"/>
                    </a:cubicBezTo>
                    <a:cubicBezTo>
                      <a:pt x="34565" y="167"/>
                      <a:pt x="34529" y="84"/>
                      <a:pt x="3449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4892;p116">
                <a:extLst>
                  <a:ext uri="{FF2B5EF4-FFF2-40B4-BE49-F238E27FC236}">
                    <a16:creationId xmlns:a16="http://schemas.microsoft.com/office/drawing/2014/main" id="{39E7860D-2D1B-37A7-70FA-1995C8AF487E}"/>
                  </a:ext>
                </a:extLst>
              </p:cNvPr>
              <p:cNvSpPr/>
              <p:nvPr/>
            </p:nvSpPr>
            <p:spPr>
              <a:xfrm>
                <a:off x="6025450" y="3413350"/>
                <a:ext cx="173550" cy="317025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12681" extrusionOk="0">
                    <a:moveTo>
                      <a:pt x="6489" y="0"/>
                    </a:moveTo>
                    <a:lnTo>
                      <a:pt x="48" y="12323"/>
                    </a:lnTo>
                    <a:lnTo>
                      <a:pt x="0" y="12419"/>
                    </a:lnTo>
                    <a:lnTo>
                      <a:pt x="250" y="12550"/>
                    </a:lnTo>
                    <a:lnTo>
                      <a:pt x="488" y="12681"/>
                    </a:lnTo>
                    <a:lnTo>
                      <a:pt x="643" y="12395"/>
                    </a:lnTo>
                    <a:lnTo>
                      <a:pt x="846" y="12014"/>
                    </a:lnTo>
                    <a:lnTo>
                      <a:pt x="6942" y="346"/>
                    </a:lnTo>
                    <a:cubicBezTo>
                      <a:pt x="6870" y="286"/>
                      <a:pt x="6799" y="227"/>
                      <a:pt x="6727" y="167"/>
                    </a:cubicBezTo>
                    <a:lnTo>
                      <a:pt x="64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4893;p116">
                <a:extLst>
                  <a:ext uri="{FF2B5EF4-FFF2-40B4-BE49-F238E27FC236}">
                    <a16:creationId xmlns:a16="http://schemas.microsoft.com/office/drawing/2014/main" id="{CA3F3867-C18B-80E5-7470-C25DF80D67DF}"/>
                  </a:ext>
                </a:extLst>
              </p:cNvPr>
              <p:cNvSpPr/>
              <p:nvPr/>
            </p:nvSpPr>
            <p:spPr>
              <a:xfrm>
                <a:off x="5672125" y="3525575"/>
                <a:ext cx="188750" cy="343800"/>
              </a:xfrm>
              <a:custGeom>
                <a:avLst/>
                <a:gdLst/>
                <a:ahLst/>
                <a:cxnLst/>
                <a:rect l="l" t="t" r="r" b="b"/>
                <a:pathLst>
                  <a:path w="7550" h="13752" extrusionOk="0">
                    <a:moveTo>
                      <a:pt x="7049" y="0"/>
                    </a:moveTo>
                    <a:lnTo>
                      <a:pt x="48" y="13406"/>
                    </a:lnTo>
                    <a:lnTo>
                      <a:pt x="1" y="13490"/>
                    </a:lnTo>
                    <a:lnTo>
                      <a:pt x="239" y="13621"/>
                    </a:lnTo>
                    <a:lnTo>
                      <a:pt x="489" y="13752"/>
                    </a:lnTo>
                    <a:lnTo>
                      <a:pt x="643" y="13466"/>
                    </a:lnTo>
                    <a:lnTo>
                      <a:pt x="834" y="13085"/>
                    </a:lnTo>
                    <a:lnTo>
                      <a:pt x="7549" y="250"/>
                    </a:lnTo>
                    <a:cubicBezTo>
                      <a:pt x="7418" y="143"/>
                      <a:pt x="7251" y="60"/>
                      <a:pt x="704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4894;p116">
                <a:extLst>
                  <a:ext uri="{FF2B5EF4-FFF2-40B4-BE49-F238E27FC236}">
                    <a16:creationId xmlns:a16="http://schemas.microsoft.com/office/drawing/2014/main" id="{F0E1DF28-074F-AC41-B947-588BE8CE89E8}"/>
                  </a:ext>
                </a:extLst>
              </p:cNvPr>
              <p:cNvSpPr/>
              <p:nvPr/>
            </p:nvSpPr>
            <p:spPr>
              <a:xfrm>
                <a:off x="6029325" y="3720525"/>
                <a:ext cx="332500" cy="129500"/>
              </a:xfrm>
              <a:custGeom>
                <a:avLst/>
                <a:gdLst/>
                <a:ahLst/>
                <a:cxnLst/>
                <a:rect l="l" t="t" r="r" b="b"/>
                <a:pathLst>
                  <a:path w="13300" h="5180" extrusionOk="0">
                    <a:moveTo>
                      <a:pt x="179" y="1"/>
                    </a:moveTo>
                    <a:lnTo>
                      <a:pt x="95" y="263"/>
                    </a:lnTo>
                    <a:lnTo>
                      <a:pt x="0" y="524"/>
                    </a:lnTo>
                    <a:lnTo>
                      <a:pt x="95" y="560"/>
                    </a:lnTo>
                    <a:lnTo>
                      <a:pt x="13204" y="5180"/>
                    </a:lnTo>
                    <a:lnTo>
                      <a:pt x="13275" y="4894"/>
                    </a:lnTo>
                    <a:cubicBezTo>
                      <a:pt x="13287" y="4811"/>
                      <a:pt x="13299" y="4715"/>
                      <a:pt x="13299" y="4620"/>
                    </a:cubicBezTo>
                    <a:lnTo>
                      <a:pt x="893" y="239"/>
                    </a:lnTo>
                    <a:lnTo>
                      <a:pt x="488" y="108"/>
                    </a:lnTo>
                    <a:lnTo>
                      <a:pt x="17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4895;p116">
                <a:extLst>
                  <a:ext uri="{FF2B5EF4-FFF2-40B4-BE49-F238E27FC236}">
                    <a16:creationId xmlns:a16="http://schemas.microsoft.com/office/drawing/2014/main" id="{B53CFC6E-9929-2D40-8861-6121279872BB}"/>
                  </a:ext>
                </a:extLst>
              </p:cNvPr>
              <p:cNvSpPr/>
              <p:nvPr/>
            </p:nvSpPr>
            <p:spPr>
              <a:xfrm>
                <a:off x="5676000" y="3859525"/>
                <a:ext cx="363750" cy="139625"/>
              </a:xfrm>
              <a:custGeom>
                <a:avLst/>
                <a:gdLst/>
                <a:ahLst/>
                <a:cxnLst/>
                <a:rect l="l" t="t" r="r" b="b"/>
                <a:pathLst>
                  <a:path w="14550" h="5585" extrusionOk="0">
                    <a:moveTo>
                      <a:pt x="179" y="1"/>
                    </a:moveTo>
                    <a:lnTo>
                      <a:pt x="84" y="263"/>
                    </a:lnTo>
                    <a:lnTo>
                      <a:pt x="0" y="525"/>
                    </a:lnTo>
                    <a:lnTo>
                      <a:pt x="96" y="560"/>
                    </a:lnTo>
                    <a:lnTo>
                      <a:pt x="14359" y="5585"/>
                    </a:lnTo>
                    <a:cubicBezTo>
                      <a:pt x="14466" y="5406"/>
                      <a:pt x="14526" y="5240"/>
                      <a:pt x="14550" y="5061"/>
                    </a:cubicBezTo>
                    <a:lnTo>
                      <a:pt x="893" y="251"/>
                    </a:lnTo>
                    <a:lnTo>
                      <a:pt x="488" y="108"/>
                    </a:lnTo>
                    <a:lnTo>
                      <a:pt x="17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4896;p116">
                <a:extLst>
                  <a:ext uri="{FF2B5EF4-FFF2-40B4-BE49-F238E27FC236}">
                    <a16:creationId xmlns:a16="http://schemas.microsoft.com/office/drawing/2014/main" id="{23A39427-1E45-A2DF-C18E-546CC9365BB1}"/>
                  </a:ext>
                </a:extLst>
              </p:cNvPr>
              <p:cNvSpPr/>
              <p:nvPr/>
            </p:nvSpPr>
            <p:spPr>
              <a:xfrm>
                <a:off x="3903450" y="3473175"/>
                <a:ext cx="990625" cy="557925"/>
              </a:xfrm>
              <a:custGeom>
                <a:avLst/>
                <a:gdLst/>
                <a:ahLst/>
                <a:cxnLst/>
                <a:rect l="l" t="t" r="r" b="b"/>
                <a:pathLst>
                  <a:path w="39625" h="22317" extrusionOk="0">
                    <a:moveTo>
                      <a:pt x="17931" y="1"/>
                    </a:moveTo>
                    <a:cubicBezTo>
                      <a:pt x="17681" y="1"/>
                      <a:pt x="17419" y="1"/>
                      <a:pt x="17157" y="12"/>
                    </a:cubicBezTo>
                    <a:cubicBezTo>
                      <a:pt x="12538" y="96"/>
                      <a:pt x="6966" y="917"/>
                      <a:pt x="239" y="2787"/>
                    </a:cubicBezTo>
                    <a:cubicBezTo>
                      <a:pt x="167" y="2810"/>
                      <a:pt x="84" y="2834"/>
                      <a:pt x="1" y="2858"/>
                    </a:cubicBezTo>
                    <a:cubicBezTo>
                      <a:pt x="1" y="2858"/>
                      <a:pt x="120" y="3108"/>
                      <a:pt x="346" y="3549"/>
                    </a:cubicBezTo>
                    <a:cubicBezTo>
                      <a:pt x="1179" y="5204"/>
                      <a:pt x="3596" y="9573"/>
                      <a:pt x="7704" y="13847"/>
                    </a:cubicBezTo>
                    <a:cubicBezTo>
                      <a:pt x="7859" y="14026"/>
                      <a:pt x="8025" y="14193"/>
                      <a:pt x="8204" y="14359"/>
                    </a:cubicBezTo>
                    <a:cubicBezTo>
                      <a:pt x="10395" y="16574"/>
                      <a:pt x="13050" y="18729"/>
                      <a:pt x="16169" y="20432"/>
                    </a:cubicBezTo>
                    <a:cubicBezTo>
                      <a:pt x="16229" y="20467"/>
                      <a:pt x="16300" y="20515"/>
                      <a:pt x="16372" y="20551"/>
                    </a:cubicBezTo>
                    <a:cubicBezTo>
                      <a:pt x="16526" y="20634"/>
                      <a:pt x="16681" y="20705"/>
                      <a:pt x="16836" y="20789"/>
                    </a:cubicBezTo>
                    <a:cubicBezTo>
                      <a:pt x="19045" y="21880"/>
                      <a:pt x="21282" y="22317"/>
                      <a:pt x="23448" y="22317"/>
                    </a:cubicBezTo>
                    <a:cubicBezTo>
                      <a:pt x="31302" y="22317"/>
                      <a:pt x="38221" y="16581"/>
                      <a:pt x="39434" y="15526"/>
                    </a:cubicBezTo>
                    <a:cubicBezTo>
                      <a:pt x="39553" y="15419"/>
                      <a:pt x="39625" y="15360"/>
                      <a:pt x="39625" y="15360"/>
                    </a:cubicBezTo>
                    <a:cubicBezTo>
                      <a:pt x="39625" y="15360"/>
                      <a:pt x="39613" y="15157"/>
                      <a:pt x="39565" y="14812"/>
                    </a:cubicBezTo>
                    <a:cubicBezTo>
                      <a:pt x="39303" y="12931"/>
                      <a:pt x="37922" y="6585"/>
                      <a:pt x="30993" y="2834"/>
                    </a:cubicBezTo>
                    <a:cubicBezTo>
                      <a:pt x="30707" y="2679"/>
                      <a:pt x="30421" y="2537"/>
                      <a:pt x="30123" y="2394"/>
                    </a:cubicBezTo>
                    <a:cubicBezTo>
                      <a:pt x="27111" y="953"/>
                      <a:pt x="23146" y="1"/>
                      <a:pt x="1793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4897;p116">
                <a:extLst>
                  <a:ext uri="{FF2B5EF4-FFF2-40B4-BE49-F238E27FC236}">
                    <a16:creationId xmlns:a16="http://schemas.microsoft.com/office/drawing/2014/main" id="{25FF12D9-EC03-4893-0F11-FC0F8659C574}"/>
                  </a:ext>
                </a:extLst>
              </p:cNvPr>
              <p:cNvSpPr/>
              <p:nvPr/>
            </p:nvSpPr>
            <p:spPr>
              <a:xfrm>
                <a:off x="3903450" y="3542825"/>
                <a:ext cx="990625" cy="318525"/>
              </a:xfrm>
              <a:custGeom>
                <a:avLst/>
                <a:gdLst/>
                <a:ahLst/>
                <a:cxnLst/>
                <a:rect l="l" t="t" r="r" b="b"/>
                <a:pathLst>
                  <a:path w="39625" h="12741" extrusionOk="0">
                    <a:moveTo>
                      <a:pt x="239" y="1"/>
                    </a:moveTo>
                    <a:cubicBezTo>
                      <a:pt x="167" y="24"/>
                      <a:pt x="84" y="48"/>
                      <a:pt x="1" y="72"/>
                    </a:cubicBezTo>
                    <a:cubicBezTo>
                      <a:pt x="1" y="72"/>
                      <a:pt x="120" y="322"/>
                      <a:pt x="346" y="763"/>
                    </a:cubicBezTo>
                    <a:cubicBezTo>
                      <a:pt x="3930" y="1751"/>
                      <a:pt x="9752" y="3358"/>
                      <a:pt x="16026" y="5192"/>
                    </a:cubicBezTo>
                    <a:cubicBezTo>
                      <a:pt x="16324" y="5275"/>
                      <a:pt x="16610" y="5370"/>
                      <a:pt x="16896" y="5454"/>
                    </a:cubicBezTo>
                    <a:cubicBezTo>
                      <a:pt x="20158" y="6406"/>
                      <a:pt x="23515" y="7418"/>
                      <a:pt x="26730" y="8418"/>
                    </a:cubicBezTo>
                    <a:cubicBezTo>
                      <a:pt x="26992" y="8502"/>
                      <a:pt x="27254" y="8585"/>
                      <a:pt x="27516" y="8668"/>
                    </a:cubicBezTo>
                    <a:cubicBezTo>
                      <a:pt x="32064" y="10097"/>
                      <a:pt x="36279" y="11514"/>
                      <a:pt x="39434" y="12740"/>
                    </a:cubicBezTo>
                    <a:cubicBezTo>
                      <a:pt x="39553" y="12633"/>
                      <a:pt x="39625" y="12574"/>
                      <a:pt x="39625" y="12574"/>
                    </a:cubicBezTo>
                    <a:cubicBezTo>
                      <a:pt x="39625" y="12574"/>
                      <a:pt x="39613" y="12371"/>
                      <a:pt x="39565" y="12026"/>
                    </a:cubicBezTo>
                    <a:cubicBezTo>
                      <a:pt x="37886" y="11383"/>
                      <a:pt x="35910" y="10680"/>
                      <a:pt x="33767" y="9954"/>
                    </a:cubicBezTo>
                    <a:cubicBezTo>
                      <a:pt x="33493" y="9859"/>
                      <a:pt x="33231" y="9776"/>
                      <a:pt x="32957" y="9680"/>
                    </a:cubicBezTo>
                    <a:cubicBezTo>
                      <a:pt x="29528" y="8537"/>
                      <a:pt x="25682" y="7335"/>
                      <a:pt x="21813" y="6168"/>
                    </a:cubicBezTo>
                    <a:cubicBezTo>
                      <a:pt x="21515" y="6085"/>
                      <a:pt x="21218" y="5989"/>
                      <a:pt x="20920" y="5906"/>
                    </a:cubicBezTo>
                    <a:cubicBezTo>
                      <a:pt x="12776" y="3465"/>
                      <a:pt x="4656" y="1203"/>
                      <a:pt x="23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4898;p116">
                <a:extLst>
                  <a:ext uri="{FF2B5EF4-FFF2-40B4-BE49-F238E27FC236}">
                    <a16:creationId xmlns:a16="http://schemas.microsoft.com/office/drawing/2014/main" id="{BFD3DB0B-9437-0927-E295-1AC2C46BAB20}"/>
                  </a:ext>
                </a:extLst>
              </p:cNvPr>
              <p:cNvSpPr/>
              <p:nvPr/>
            </p:nvSpPr>
            <p:spPr>
              <a:xfrm>
                <a:off x="4096025" y="3662175"/>
                <a:ext cx="233400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336" h="6800" extrusionOk="0">
                    <a:moveTo>
                      <a:pt x="8931" y="1"/>
                    </a:moveTo>
                    <a:lnTo>
                      <a:pt x="8323" y="418"/>
                    </a:lnTo>
                    <a:lnTo>
                      <a:pt x="1" y="6287"/>
                    </a:lnTo>
                    <a:cubicBezTo>
                      <a:pt x="156" y="6466"/>
                      <a:pt x="322" y="6633"/>
                      <a:pt x="501" y="6799"/>
                    </a:cubicBezTo>
                    <a:lnTo>
                      <a:pt x="9193" y="680"/>
                    </a:lnTo>
                    <a:lnTo>
                      <a:pt x="9335" y="572"/>
                    </a:lnTo>
                    <a:lnTo>
                      <a:pt x="893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4899;p116">
                <a:extLst>
                  <a:ext uri="{FF2B5EF4-FFF2-40B4-BE49-F238E27FC236}">
                    <a16:creationId xmlns:a16="http://schemas.microsoft.com/office/drawing/2014/main" id="{FA41B5B8-5B38-CE6D-F06C-C891446B99E4}"/>
                  </a:ext>
                </a:extLst>
              </p:cNvPr>
              <p:cNvSpPr/>
              <p:nvPr/>
            </p:nvSpPr>
            <p:spPr>
              <a:xfrm>
                <a:off x="4332375" y="3473175"/>
                <a:ext cx="117900" cy="234575"/>
              </a:xfrm>
              <a:custGeom>
                <a:avLst/>
                <a:gdLst/>
                <a:ahLst/>
                <a:cxnLst/>
                <a:rect l="l" t="t" r="r" b="b"/>
                <a:pathLst>
                  <a:path w="4716" h="9383" extrusionOk="0">
                    <a:moveTo>
                      <a:pt x="774" y="1"/>
                    </a:moveTo>
                    <a:cubicBezTo>
                      <a:pt x="512" y="1"/>
                      <a:pt x="262" y="1"/>
                      <a:pt x="0" y="12"/>
                    </a:cubicBezTo>
                    <a:lnTo>
                      <a:pt x="3763" y="8692"/>
                    </a:lnTo>
                    <a:lnTo>
                      <a:pt x="4072" y="9383"/>
                    </a:lnTo>
                    <a:lnTo>
                      <a:pt x="4715" y="9109"/>
                    </a:lnTo>
                    <a:lnTo>
                      <a:pt x="4656" y="8954"/>
                    </a:lnTo>
                    <a:lnTo>
                      <a:pt x="77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4900;p116">
                <a:extLst>
                  <a:ext uri="{FF2B5EF4-FFF2-40B4-BE49-F238E27FC236}">
                    <a16:creationId xmlns:a16="http://schemas.microsoft.com/office/drawing/2014/main" id="{8634C9E0-55DB-5C33-F4BA-9856CC2790DD}"/>
                  </a:ext>
                </a:extLst>
              </p:cNvPr>
              <p:cNvSpPr/>
              <p:nvPr/>
            </p:nvSpPr>
            <p:spPr>
              <a:xfrm>
                <a:off x="4307675" y="3742850"/>
                <a:ext cx="287550" cy="250050"/>
              </a:xfrm>
              <a:custGeom>
                <a:avLst/>
                <a:gdLst/>
                <a:ahLst/>
                <a:cxnLst/>
                <a:rect l="l" t="t" r="r" b="b"/>
                <a:pathLst>
                  <a:path w="11502" h="10002" extrusionOk="0">
                    <a:moveTo>
                      <a:pt x="11037" y="1"/>
                    </a:moveTo>
                    <a:lnTo>
                      <a:pt x="10561" y="417"/>
                    </a:lnTo>
                    <a:lnTo>
                      <a:pt x="0" y="9645"/>
                    </a:lnTo>
                    <a:cubicBezTo>
                      <a:pt x="60" y="9680"/>
                      <a:pt x="131" y="9728"/>
                      <a:pt x="203" y="9764"/>
                    </a:cubicBezTo>
                    <a:cubicBezTo>
                      <a:pt x="357" y="9847"/>
                      <a:pt x="512" y="9918"/>
                      <a:pt x="667" y="10002"/>
                    </a:cubicBezTo>
                    <a:lnTo>
                      <a:pt x="11347" y="667"/>
                    </a:lnTo>
                    <a:lnTo>
                      <a:pt x="11502" y="536"/>
                    </a:lnTo>
                    <a:lnTo>
                      <a:pt x="1103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4901;p116">
                <a:extLst>
                  <a:ext uri="{FF2B5EF4-FFF2-40B4-BE49-F238E27FC236}">
                    <a16:creationId xmlns:a16="http://schemas.microsoft.com/office/drawing/2014/main" id="{8E3F4BC8-52A4-4378-3EA6-4730BD31C785}"/>
                  </a:ext>
                </a:extLst>
              </p:cNvPr>
              <p:cNvSpPr/>
              <p:nvPr/>
            </p:nvSpPr>
            <p:spPr>
              <a:xfrm>
                <a:off x="4656525" y="3533000"/>
                <a:ext cx="91400" cy="265250"/>
              </a:xfrm>
              <a:custGeom>
                <a:avLst/>
                <a:gdLst/>
                <a:ahLst/>
                <a:cxnLst/>
                <a:rect l="l" t="t" r="r" b="b"/>
                <a:pathLst>
                  <a:path w="3656" h="10610" extrusionOk="0">
                    <a:moveTo>
                      <a:pt x="0" y="1"/>
                    </a:moveTo>
                    <a:lnTo>
                      <a:pt x="2834" y="10073"/>
                    </a:lnTo>
                    <a:lnTo>
                      <a:pt x="2977" y="10609"/>
                    </a:lnTo>
                    <a:lnTo>
                      <a:pt x="3656" y="10419"/>
                    </a:lnTo>
                    <a:lnTo>
                      <a:pt x="3644" y="10347"/>
                    </a:lnTo>
                    <a:lnTo>
                      <a:pt x="870" y="441"/>
                    </a:lnTo>
                    <a:cubicBezTo>
                      <a:pt x="584" y="286"/>
                      <a:pt x="298" y="144"/>
                      <a:pt x="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4902;p116">
                <a:extLst>
                  <a:ext uri="{FF2B5EF4-FFF2-40B4-BE49-F238E27FC236}">
                    <a16:creationId xmlns:a16="http://schemas.microsoft.com/office/drawing/2014/main" id="{CB1876B0-A6D7-4EC6-ED18-01D9DF9D3180}"/>
                  </a:ext>
                </a:extLst>
              </p:cNvPr>
              <p:cNvSpPr/>
              <p:nvPr/>
            </p:nvSpPr>
            <p:spPr>
              <a:xfrm>
                <a:off x="5626000" y="2012275"/>
                <a:ext cx="734325" cy="767325"/>
              </a:xfrm>
              <a:custGeom>
                <a:avLst/>
                <a:gdLst/>
                <a:ahLst/>
                <a:cxnLst/>
                <a:rect l="l" t="t" r="r" b="b"/>
                <a:pathLst>
                  <a:path w="29373" h="30693" extrusionOk="0">
                    <a:moveTo>
                      <a:pt x="28861" y="1"/>
                    </a:moveTo>
                    <a:cubicBezTo>
                      <a:pt x="28789" y="25"/>
                      <a:pt x="28706" y="48"/>
                      <a:pt x="28635" y="72"/>
                    </a:cubicBezTo>
                    <a:cubicBezTo>
                      <a:pt x="22229" y="1977"/>
                      <a:pt x="17288" y="4144"/>
                      <a:pt x="13490" y="6430"/>
                    </a:cubicBezTo>
                    <a:cubicBezTo>
                      <a:pt x="13276" y="6561"/>
                      <a:pt x="13073" y="6692"/>
                      <a:pt x="12871" y="6823"/>
                    </a:cubicBezTo>
                    <a:cubicBezTo>
                      <a:pt x="8632" y="9478"/>
                      <a:pt x="5906" y="12276"/>
                      <a:pt x="4191" y="14979"/>
                    </a:cubicBezTo>
                    <a:cubicBezTo>
                      <a:pt x="4024" y="15241"/>
                      <a:pt x="3870" y="15503"/>
                      <a:pt x="3715" y="15765"/>
                    </a:cubicBezTo>
                    <a:cubicBezTo>
                      <a:pt x="0" y="22337"/>
                      <a:pt x="2119" y="28195"/>
                      <a:pt x="2869" y="29862"/>
                    </a:cubicBezTo>
                    <a:cubicBezTo>
                      <a:pt x="3000" y="30159"/>
                      <a:pt x="3096" y="30326"/>
                      <a:pt x="3096" y="30326"/>
                    </a:cubicBezTo>
                    <a:cubicBezTo>
                      <a:pt x="3096" y="30326"/>
                      <a:pt x="3179" y="30338"/>
                      <a:pt x="3334" y="30362"/>
                    </a:cubicBezTo>
                    <a:cubicBezTo>
                      <a:pt x="3936" y="30458"/>
                      <a:pt x="5640" y="30693"/>
                      <a:pt x="7873" y="30693"/>
                    </a:cubicBezTo>
                    <a:cubicBezTo>
                      <a:pt x="12833" y="30693"/>
                      <a:pt x="20404" y="29534"/>
                      <a:pt x="24336" y="23123"/>
                    </a:cubicBezTo>
                    <a:cubicBezTo>
                      <a:pt x="24432" y="22980"/>
                      <a:pt x="24515" y="22837"/>
                      <a:pt x="24598" y="22694"/>
                    </a:cubicBezTo>
                    <a:lnTo>
                      <a:pt x="24706" y="22492"/>
                    </a:lnTo>
                    <a:cubicBezTo>
                      <a:pt x="26372" y="19515"/>
                      <a:pt x="27420" y="16419"/>
                      <a:pt x="28075" y="13514"/>
                    </a:cubicBezTo>
                    <a:cubicBezTo>
                      <a:pt x="28123" y="13288"/>
                      <a:pt x="28170" y="13062"/>
                      <a:pt x="28218" y="12848"/>
                    </a:cubicBezTo>
                    <a:cubicBezTo>
                      <a:pt x="29373" y="7287"/>
                      <a:pt x="29111" y="2513"/>
                      <a:pt x="28944" y="739"/>
                    </a:cubicBezTo>
                    <a:cubicBezTo>
                      <a:pt x="28897" y="263"/>
                      <a:pt x="28861" y="1"/>
                      <a:pt x="288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4903;p116">
                <a:extLst>
                  <a:ext uri="{FF2B5EF4-FFF2-40B4-BE49-F238E27FC236}">
                    <a16:creationId xmlns:a16="http://schemas.microsoft.com/office/drawing/2014/main" id="{5CE18F6E-74D9-4429-F02B-E724CD5CF9D2}"/>
                  </a:ext>
                </a:extLst>
              </p:cNvPr>
              <p:cNvSpPr/>
              <p:nvPr/>
            </p:nvSpPr>
            <p:spPr>
              <a:xfrm>
                <a:off x="5697725" y="2012275"/>
                <a:ext cx="651900" cy="759050"/>
              </a:xfrm>
              <a:custGeom>
                <a:avLst/>
                <a:gdLst/>
                <a:ahLst/>
                <a:cxnLst/>
                <a:rect l="l" t="t" r="r" b="b"/>
                <a:pathLst>
                  <a:path w="26076" h="30362" extrusionOk="0">
                    <a:moveTo>
                      <a:pt x="25992" y="1"/>
                    </a:moveTo>
                    <a:cubicBezTo>
                      <a:pt x="25920" y="25"/>
                      <a:pt x="25837" y="48"/>
                      <a:pt x="25766" y="72"/>
                    </a:cubicBezTo>
                    <a:cubicBezTo>
                      <a:pt x="22801" y="3299"/>
                      <a:pt x="17360" y="9264"/>
                      <a:pt x="11990" y="15396"/>
                    </a:cubicBezTo>
                    <a:cubicBezTo>
                      <a:pt x="11800" y="15622"/>
                      <a:pt x="11609" y="15836"/>
                      <a:pt x="11407" y="16062"/>
                    </a:cubicBezTo>
                    <a:cubicBezTo>
                      <a:pt x="8871" y="18979"/>
                      <a:pt x="6358" y="21908"/>
                      <a:pt x="4168" y="24587"/>
                    </a:cubicBezTo>
                    <a:cubicBezTo>
                      <a:pt x="3989" y="24801"/>
                      <a:pt x="3810" y="25004"/>
                      <a:pt x="3644" y="25218"/>
                    </a:cubicBezTo>
                    <a:cubicBezTo>
                      <a:pt x="2263" y="26909"/>
                      <a:pt x="1024" y="28469"/>
                      <a:pt x="0" y="29862"/>
                    </a:cubicBezTo>
                    <a:cubicBezTo>
                      <a:pt x="131" y="30159"/>
                      <a:pt x="227" y="30326"/>
                      <a:pt x="227" y="30326"/>
                    </a:cubicBezTo>
                    <a:cubicBezTo>
                      <a:pt x="227" y="30326"/>
                      <a:pt x="310" y="30338"/>
                      <a:pt x="465" y="30362"/>
                    </a:cubicBezTo>
                    <a:cubicBezTo>
                      <a:pt x="2394" y="27766"/>
                      <a:pt x="5096" y="24468"/>
                      <a:pt x="8049" y="20991"/>
                    </a:cubicBezTo>
                    <a:cubicBezTo>
                      <a:pt x="8228" y="20789"/>
                      <a:pt x="8394" y="20587"/>
                      <a:pt x="8573" y="20384"/>
                    </a:cubicBezTo>
                    <a:cubicBezTo>
                      <a:pt x="10657" y="17943"/>
                      <a:pt x="12871" y="15407"/>
                      <a:pt x="15026" y="12979"/>
                    </a:cubicBezTo>
                    <a:cubicBezTo>
                      <a:pt x="15217" y="12752"/>
                      <a:pt x="15407" y="12538"/>
                      <a:pt x="15598" y="12324"/>
                    </a:cubicBezTo>
                    <a:cubicBezTo>
                      <a:pt x="19765" y="7645"/>
                      <a:pt x="23658" y="3358"/>
                      <a:pt x="26075" y="739"/>
                    </a:cubicBezTo>
                    <a:cubicBezTo>
                      <a:pt x="26028" y="263"/>
                      <a:pt x="25992" y="1"/>
                      <a:pt x="2599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4904;p116">
                <a:extLst>
                  <a:ext uri="{FF2B5EF4-FFF2-40B4-BE49-F238E27FC236}">
                    <a16:creationId xmlns:a16="http://schemas.microsoft.com/office/drawing/2014/main" id="{B961498F-CB1B-081F-39AA-1B8FEED53770}"/>
                  </a:ext>
                </a:extLst>
              </p:cNvPr>
              <p:cNvSpPr/>
              <p:nvPr/>
            </p:nvSpPr>
            <p:spPr>
              <a:xfrm>
                <a:off x="6069200" y="2319475"/>
                <a:ext cx="262250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10490" h="1227" extrusionOk="0">
                    <a:moveTo>
                      <a:pt x="36" y="0"/>
                    </a:moveTo>
                    <a:lnTo>
                      <a:pt x="0" y="679"/>
                    </a:lnTo>
                    <a:lnTo>
                      <a:pt x="167" y="691"/>
                    </a:lnTo>
                    <a:lnTo>
                      <a:pt x="10347" y="1226"/>
                    </a:lnTo>
                    <a:cubicBezTo>
                      <a:pt x="10395" y="1000"/>
                      <a:pt x="10442" y="774"/>
                      <a:pt x="10490" y="560"/>
                    </a:cubicBezTo>
                    <a:lnTo>
                      <a:pt x="751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4905;p116">
                <a:extLst>
                  <a:ext uri="{FF2B5EF4-FFF2-40B4-BE49-F238E27FC236}">
                    <a16:creationId xmlns:a16="http://schemas.microsoft.com/office/drawing/2014/main" id="{0116AC6F-3928-B783-7B05-58B8FD078C68}"/>
                  </a:ext>
                </a:extLst>
              </p:cNvPr>
              <p:cNvSpPr/>
              <p:nvPr/>
            </p:nvSpPr>
            <p:spPr>
              <a:xfrm>
                <a:off x="5947750" y="2173025"/>
                <a:ext cx="52725" cy="244700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9788" extrusionOk="0">
                    <a:moveTo>
                      <a:pt x="620" y="0"/>
                    </a:moveTo>
                    <a:cubicBezTo>
                      <a:pt x="406" y="131"/>
                      <a:pt x="203" y="262"/>
                      <a:pt x="1" y="393"/>
                    </a:cubicBezTo>
                    <a:lnTo>
                      <a:pt x="1406" y="9632"/>
                    </a:lnTo>
                    <a:lnTo>
                      <a:pt x="1429" y="9787"/>
                    </a:lnTo>
                    <a:lnTo>
                      <a:pt x="2108" y="9680"/>
                    </a:lnTo>
                    <a:lnTo>
                      <a:pt x="1989" y="8966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4906;p116">
                <a:extLst>
                  <a:ext uri="{FF2B5EF4-FFF2-40B4-BE49-F238E27FC236}">
                    <a16:creationId xmlns:a16="http://schemas.microsoft.com/office/drawing/2014/main" id="{B77ED6D9-2018-F38C-40DF-94A31B53708D}"/>
                  </a:ext>
                </a:extLst>
              </p:cNvPr>
              <p:cNvSpPr/>
              <p:nvPr/>
            </p:nvSpPr>
            <p:spPr>
              <a:xfrm>
                <a:off x="5894175" y="2519475"/>
                <a:ext cx="349475" cy="70875"/>
              </a:xfrm>
              <a:custGeom>
                <a:avLst/>
                <a:gdLst/>
                <a:ahLst/>
                <a:cxnLst/>
                <a:rect l="l" t="t" r="r" b="b"/>
                <a:pathLst>
                  <a:path w="13979" h="2835" extrusionOk="0">
                    <a:moveTo>
                      <a:pt x="108" y="1"/>
                    </a:moveTo>
                    <a:lnTo>
                      <a:pt x="1" y="680"/>
                    </a:lnTo>
                    <a:lnTo>
                      <a:pt x="191" y="703"/>
                    </a:lnTo>
                    <a:lnTo>
                      <a:pt x="13609" y="2835"/>
                    </a:lnTo>
                    <a:cubicBezTo>
                      <a:pt x="13705" y="2692"/>
                      <a:pt x="13788" y="2549"/>
                      <a:pt x="13871" y="2406"/>
                    </a:cubicBezTo>
                    <a:lnTo>
                      <a:pt x="13979" y="2204"/>
                    </a:lnTo>
                    <a:lnTo>
                      <a:pt x="715" y="9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4907;p116">
                <a:extLst>
                  <a:ext uri="{FF2B5EF4-FFF2-40B4-BE49-F238E27FC236}">
                    <a16:creationId xmlns:a16="http://schemas.microsoft.com/office/drawing/2014/main" id="{2C4C5823-7182-E232-73E5-71FA432C9DEA}"/>
                  </a:ext>
                </a:extLst>
              </p:cNvPr>
              <p:cNvSpPr/>
              <p:nvPr/>
            </p:nvSpPr>
            <p:spPr>
              <a:xfrm>
                <a:off x="5718850" y="2386725"/>
                <a:ext cx="86650" cy="257800"/>
              </a:xfrm>
              <a:custGeom>
                <a:avLst/>
                <a:gdLst/>
                <a:ahLst/>
                <a:cxnLst/>
                <a:rect l="l" t="t" r="r" b="b"/>
                <a:pathLst>
                  <a:path w="3466" h="10312" extrusionOk="0">
                    <a:moveTo>
                      <a:pt x="477" y="1"/>
                    </a:moveTo>
                    <a:cubicBezTo>
                      <a:pt x="310" y="263"/>
                      <a:pt x="156" y="525"/>
                      <a:pt x="1" y="787"/>
                    </a:cubicBezTo>
                    <a:lnTo>
                      <a:pt x="2799" y="10240"/>
                    </a:lnTo>
                    <a:lnTo>
                      <a:pt x="2823" y="10312"/>
                    </a:lnTo>
                    <a:lnTo>
                      <a:pt x="3466" y="10109"/>
                    </a:lnTo>
                    <a:lnTo>
                      <a:pt x="3323" y="9609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4908;p116">
                <a:extLst>
                  <a:ext uri="{FF2B5EF4-FFF2-40B4-BE49-F238E27FC236}">
                    <a16:creationId xmlns:a16="http://schemas.microsoft.com/office/drawing/2014/main" id="{D2AF64AE-C0C5-0EED-5707-03261BB0F2C3}"/>
                  </a:ext>
                </a:extLst>
              </p:cNvPr>
              <p:cNvSpPr/>
              <p:nvPr/>
            </p:nvSpPr>
            <p:spPr>
              <a:xfrm>
                <a:off x="4749700" y="1904450"/>
                <a:ext cx="303025" cy="585900"/>
              </a:xfrm>
              <a:custGeom>
                <a:avLst/>
                <a:gdLst/>
                <a:ahLst/>
                <a:cxnLst/>
                <a:rect l="l" t="t" r="r" b="b"/>
                <a:pathLst>
                  <a:path w="12121" h="23436" extrusionOk="0">
                    <a:moveTo>
                      <a:pt x="789" y="1"/>
                    </a:moveTo>
                    <a:cubicBezTo>
                      <a:pt x="617" y="1"/>
                      <a:pt x="473" y="125"/>
                      <a:pt x="441" y="289"/>
                    </a:cubicBezTo>
                    <a:cubicBezTo>
                      <a:pt x="0" y="3099"/>
                      <a:pt x="1143" y="6921"/>
                      <a:pt x="3810" y="11648"/>
                    </a:cubicBezTo>
                    <a:cubicBezTo>
                      <a:pt x="5775" y="15113"/>
                      <a:pt x="8561" y="19077"/>
                      <a:pt x="12121" y="23435"/>
                    </a:cubicBezTo>
                    <a:lnTo>
                      <a:pt x="12121" y="22364"/>
                    </a:lnTo>
                    <a:cubicBezTo>
                      <a:pt x="4203" y="12505"/>
                      <a:pt x="405" y="4945"/>
                      <a:pt x="1119" y="397"/>
                    </a:cubicBezTo>
                    <a:cubicBezTo>
                      <a:pt x="1143" y="218"/>
                      <a:pt x="1012" y="39"/>
                      <a:pt x="833" y="4"/>
                    </a:cubicBezTo>
                    <a:cubicBezTo>
                      <a:pt x="818" y="2"/>
                      <a:pt x="803" y="1"/>
                      <a:pt x="78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4909;p116">
                <a:extLst>
                  <a:ext uri="{FF2B5EF4-FFF2-40B4-BE49-F238E27FC236}">
                    <a16:creationId xmlns:a16="http://schemas.microsoft.com/office/drawing/2014/main" id="{79E9BFB1-95B2-F7C7-414D-3BA398B7405B}"/>
                  </a:ext>
                </a:extLst>
              </p:cNvPr>
              <p:cNvSpPr/>
              <p:nvPr/>
            </p:nvSpPr>
            <p:spPr>
              <a:xfrm>
                <a:off x="4667825" y="2015175"/>
                <a:ext cx="126250" cy="78525"/>
              </a:xfrm>
              <a:custGeom>
                <a:avLst/>
                <a:gdLst/>
                <a:ahLst/>
                <a:cxnLst/>
                <a:rect l="l" t="t" r="r" b="b"/>
                <a:pathLst>
                  <a:path w="5050" h="3141" extrusionOk="0">
                    <a:moveTo>
                      <a:pt x="1755" y="1"/>
                    </a:moveTo>
                    <a:cubicBezTo>
                      <a:pt x="791" y="1"/>
                      <a:pt x="1" y="290"/>
                      <a:pt x="1" y="290"/>
                    </a:cubicBezTo>
                    <a:cubicBezTo>
                      <a:pt x="1533" y="2624"/>
                      <a:pt x="2924" y="3141"/>
                      <a:pt x="3856" y="3141"/>
                    </a:cubicBezTo>
                    <a:cubicBezTo>
                      <a:pt x="4598" y="3141"/>
                      <a:pt x="5049" y="2814"/>
                      <a:pt x="5049" y="2814"/>
                    </a:cubicBezTo>
                    <a:cubicBezTo>
                      <a:pt x="4589" y="500"/>
                      <a:pt x="3022" y="1"/>
                      <a:pt x="17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4910;p116">
                <a:extLst>
                  <a:ext uri="{FF2B5EF4-FFF2-40B4-BE49-F238E27FC236}">
                    <a16:creationId xmlns:a16="http://schemas.microsoft.com/office/drawing/2014/main" id="{BC2A137B-77B4-4D2B-33C2-67512435DD10}"/>
                  </a:ext>
                </a:extLst>
              </p:cNvPr>
              <p:cNvSpPr/>
              <p:nvPr/>
            </p:nvSpPr>
            <p:spPr>
              <a:xfrm>
                <a:off x="4782425" y="2010800"/>
                <a:ext cx="143800" cy="130400"/>
              </a:xfrm>
              <a:custGeom>
                <a:avLst/>
                <a:gdLst/>
                <a:ahLst/>
                <a:cxnLst/>
                <a:rect l="l" t="t" r="r" b="b"/>
                <a:pathLst>
                  <a:path w="5752" h="5216" extrusionOk="0">
                    <a:moveTo>
                      <a:pt x="3989" y="0"/>
                    </a:moveTo>
                    <a:lnTo>
                      <a:pt x="3989" y="0"/>
                    </a:lnTo>
                    <a:cubicBezTo>
                      <a:pt x="1" y="3001"/>
                      <a:pt x="1775" y="5215"/>
                      <a:pt x="1775" y="5215"/>
                    </a:cubicBezTo>
                    <a:cubicBezTo>
                      <a:pt x="5751" y="4167"/>
                      <a:pt x="3989" y="0"/>
                      <a:pt x="398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4911;p116">
                <a:extLst>
                  <a:ext uri="{FF2B5EF4-FFF2-40B4-BE49-F238E27FC236}">
                    <a16:creationId xmlns:a16="http://schemas.microsoft.com/office/drawing/2014/main" id="{C87F349D-B507-B357-64D5-6E5DB94C1247}"/>
                  </a:ext>
                </a:extLst>
              </p:cNvPr>
              <p:cNvSpPr/>
              <p:nvPr/>
            </p:nvSpPr>
            <p:spPr>
              <a:xfrm>
                <a:off x="4708325" y="1824750"/>
                <a:ext cx="145275" cy="141725"/>
              </a:xfrm>
              <a:custGeom>
                <a:avLst/>
                <a:gdLst/>
                <a:ahLst/>
                <a:cxnLst/>
                <a:rect l="l" t="t" r="r" b="b"/>
                <a:pathLst>
                  <a:path w="5811" h="5669" extrusionOk="0">
                    <a:moveTo>
                      <a:pt x="2762" y="1"/>
                    </a:moveTo>
                    <a:lnTo>
                      <a:pt x="2762" y="1"/>
                    </a:lnTo>
                    <a:cubicBezTo>
                      <a:pt x="0" y="4180"/>
                      <a:pt x="2405" y="5668"/>
                      <a:pt x="2405" y="5668"/>
                    </a:cubicBezTo>
                    <a:cubicBezTo>
                      <a:pt x="5810" y="3347"/>
                      <a:pt x="2763" y="1"/>
                      <a:pt x="27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4912;p116">
                <a:extLst>
                  <a:ext uri="{FF2B5EF4-FFF2-40B4-BE49-F238E27FC236}">
                    <a16:creationId xmlns:a16="http://schemas.microsoft.com/office/drawing/2014/main" id="{40375AD3-98B7-CCB9-C7B8-1127E3822812}"/>
                  </a:ext>
                </a:extLst>
              </p:cNvPr>
              <p:cNvSpPr/>
              <p:nvPr/>
            </p:nvSpPr>
            <p:spPr>
              <a:xfrm>
                <a:off x="4749100" y="2211400"/>
                <a:ext cx="139925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5597" h="2644" extrusionOk="0">
                    <a:moveTo>
                      <a:pt x="2859" y="0"/>
                    </a:moveTo>
                    <a:cubicBezTo>
                      <a:pt x="1336" y="0"/>
                      <a:pt x="0" y="1120"/>
                      <a:pt x="0" y="1120"/>
                    </a:cubicBezTo>
                    <a:cubicBezTo>
                      <a:pt x="1556" y="2287"/>
                      <a:pt x="2748" y="2644"/>
                      <a:pt x="3624" y="2644"/>
                    </a:cubicBezTo>
                    <a:cubicBezTo>
                      <a:pt x="5000" y="2644"/>
                      <a:pt x="5596" y="1763"/>
                      <a:pt x="5596" y="1763"/>
                    </a:cubicBezTo>
                    <a:cubicBezTo>
                      <a:pt x="4788" y="418"/>
                      <a:pt x="3788" y="0"/>
                      <a:pt x="28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4913;p116">
                <a:extLst>
                  <a:ext uri="{FF2B5EF4-FFF2-40B4-BE49-F238E27FC236}">
                    <a16:creationId xmlns:a16="http://schemas.microsoft.com/office/drawing/2014/main" id="{2075D86E-FE4B-2757-AFB5-09F845ECA7C4}"/>
                  </a:ext>
                </a:extLst>
              </p:cNvPr>
              <p:cNvSpPr/>
              <p:nvPr/>
            </p:nvSpPr>
            <p:spPr>
              <a:xfrm>
                <a:off x="4877675" y="2169150"/>
                <a:ext cx="146775" cy="138425"/>
              </a:xfrm>
              <a:custGeom>
                <a:avLst/>
                <a:gdLst/>
                <a:ahLst/>
                <a:cxnLst/>
                <a:rect l="l" t="t" r="r" b="b"/>
                <a:pathLst>
                  <a:path w="5871" h="5537" extrusionOk="0">
                    <a:moveTo>
                      <a:pt x="3418" y="0"/>
                    </a:moveTo>
                    <a:lnTo>
                      <a:pt x="3418" y="0"/>
                    </a:lnTo>
                    <a:cubicBezTo>
                      <a:pt x="1" y="3656"/>
                      <a:pt x="2132" y="5537"/>
                      <a:pt x="2132" y="5537"/>
                    </a:cubicBezTo>
                    <a:cubicBezTo>
                      <a:pt x="5870" y="3810"/>
                      <a:pt x="3418" y="1"/>
                      <a:pt x="34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4914;p116">
                <a:extLst>
                  <a:ext uri="{FF2B5EF4-FFF2-40B4-BE49-F238E27FC236}">
                    <a16:creationId xmlns:a16="http://schemas.microsoft.com/office/drawing/2014/main" id="{C8DF0922-F82A-200B-C0EA-3C55F7CFF42F}"/>
                  </a:ext>
                </a:extLst>
              </p:cNvPr>
              <p:cNvSpPr/>
              <p:nvPr/>
            </p:nvSpPr>
            <p:spPr>
              <a:xfrm>
                <a:off x="4841075" y="2341125"/>
                <a:ext cx="140225" cy="65775"/>
              </a:xfrm>
              <a:custGeom>
                <a:avLst/>
                <a:gdLst/>
                <a:ahLst/>
                <a:cxnLst/>
                <a:rect l="l" t="t" r="r" b="b"/>
                <a:pathLst>
                  <a:path w="5609" h="2631" extrusionOk="0">
                    <a:moveTo>
                      <a:pt x="2888" y="1"/>
                    </a:moveTo>
                    <a:cubicBezTo>
                      <a:pt x="1343" y="1"/>
                      <a:pt x="0" y="1170"/>
                      <a:pt x="0" y="1170"/>
                    </a:cubicBezTo>
                    <a:cubicBezTo>
                      <a:pt x="1542" y="2285"/>
                      <a:pt x="2723" y="2631"/>
                      <a:pt x="3594" y="2631"/>
                    </a:cubicBezTo>
                    <a:cubicBezTo>
                      <a:pt x="5010" y="2631"/>
                      <a:pt x="5608" y="1718"/>
                      <a:pt x="5608" y="1718"/>
                    </a:cubicBezTo>
                    <a:cubicBezTo>
                      <a:pt x="4789" y="411"/>
                      <a:pt x="3803" y="1"/>
                      <a:pt x="28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4915;p116">
                <a:extLst>
                  <a:ext uri="{FF2B5EF4-FFF2-40B4-BE49-F238E27FC236}">
                    <a16:creationId xmlns:a16="http://schemas.microsoft.com/office/drawing/2014/main" id="{72B23800-925D-955C-E23D-FA74428CDD87}"/>
                  </a:ext>
                </a:extLst>
              </p:cNvPr>
              <p:cNvSpPr/>
              <p:nvPr/>
            </p:nvSpPr>
            <p:spPr>
              <a:xfrm>
                <a:off x="5915025" y="2586675"/>
                <a:ext cx="559300" cy="332875"/>
              </a:xfrm>
              <a:custGeom>
                <a:avLst/>
                <a:gdLst/>
                <a:ahLst/>
                <a:cxnLst/>
                <a:rect l="l" t="t" r="r" b="b"/>
                <a:pathLst>
                  <a:path w="22372" h="13315" extrusionOk="0">
                    <a:moveTo>
                      <a:pt x="21988" y="0"/>
                    </a:moveTo>
                    <a:cubicBezTo>
                      <a:pt x="21859" y="0"/>
                      <a:pt x="21734" y="74"/>
                      <a:pt x="21681" y="206"/>
                    </a:cubicBezTo>
                    <a:cubicBezTo>
                      <a:pt x="19776" y="4421"/>
                      <a:pt x="12406" y="8660"/>
                      <a:pt x="274" y="12505"/>
                    </a:cubicBezTo>
                    <a:lnTo>
                      <a:pt x="0" y="13315"/>
                    </a:lnTo>
                    <a:cubicBezTo>
                      <a:pt x="5310" y="11648"/>
                      <a:pt x="9775" y="9898"/>
                      <a:pt x="13287" y="8100"/>
                    </a:cubicBezTo>
                    <a:cubicBezTo>
                      <a:pt x="18098" y="5635"/>
                      <a:pt x="21122" y="3076"/>
                      <a:pt x="22289" y="480"/>
                    </a:cubicBezTo>
                    <a:cubicBezTo>
                      <a:pt x="22372" y="313"/>
                      <a:pt x="22300" y="111"/>
                      <a:pt x="22122" y="28"/>
                    </a:cubicBezTo>
                    <a:cubicBezTo>
                      <a:pt x="22079" y="9"/>
                      <a:pt x="22033" y="0"/>
                      <a:pt x="2198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4916;p116">
                <a:extLst>
                  <a:ext uri="{FF2B5EF4-FFF2-40B4-BE49-F238E27FC236}">
                    <a16:creationId xmlns:a16="http://schemas.microsoft.com/office/drawing/2014/main" id="{5F500713-3B8B-B6A1-308F-9C63326C197A}"/>
                  </a:ext>
                </a:extLst>
              </p:cNvPr>
              <p:cNvSpPr/>
              <p:nvPr/>
            </p:nvSpPr>
            <p:spPr>
              <a:xfrm>
                <a:off x="6349900" y="2696500"/>
                <a:ext cx="139625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5585" h="2572" extrusionOk="0">
                    <a:moveTo>
                      <a:pt x="2386" y="0"/>
                    </a:moveTo>
                    <a:cubicBezTo>
                      <a:pt x="1647" y="0"/>
                      <a:pt x="832" y="302"/>
                      <a:pt x="0" y="1147"/>
                    </a:cubicBezTo>
                    <a:cubicBezTo>
                      <a:pt x="0" y="1147"/>
                      <a:pt x="534" y="2572"/>
                      <a:pt x="2611" y="2572"/>
                    </a:cubicBezTo>
                    <a:cubicBezTo>
                      <a:pt x="3376" y="2572"/>
                      <a:pt x="4350" y="2378"/>
                      <a:pt x="5584" y="1850"/>
                    </a:cubicBezTo>
                    <a:cubicBezTo>
                      <a:pt x="5584" y="1850"/>
                      <a:pt x="4218" y="0"/>
                      <a:pt x="23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4917;p116">
                <a:extLst>
                  <a:ext uri="{FF2B5EF4-FFF2-40B4-BE49-F238E27FC236}">
                    <a16:creationId xmlns:a16="http://schemas.microsoft.com/office/drawing/2014/main" id="{C9DA1884-FF6D-933C-91B9-39D3AAFB4964}"/>
                  </a:ext>
                </a:extLst>
              </p:cNvPr>
              <p:cNvSpPr/>
              <p:nvPr/>
            </p:nvSpPr>
            <p:spPr>
              <a:xfrm>
                <a:off x="6223375" y="2614150"/>
                <a:ext cx="136075" cy="139625"/>
              </a:xfrm>
              <a:custGeom>
                <a:avLst/>
                <a:gdLst/>
                <a:ahLst/>
                <a:cxnLst/>
                <a:rect l="l" t="t" r="r" b="b"/>
                <a:pathLst>
                  <a:path w="5443" h="5585" extrusionOk="0">
                    <a:moveTo>
                      <a:pt x="3751" y="0"/>
                    </a:moveTo>
                    <a:cubicBezTo>
                      <a:pt x="3751" y="0"/>
                      <a:pt x="1" y="2501"/>
                      <a:pt x="2751" y="5584"/>
                    </a:cubicBezTo>
                    <a:cubicBezTo>
                      <a:pt x="2751" y="5584"/>
                      <a:pt x="5442" y="4715"/>
                      <a:pt x="37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4918;p116">
                <a:extLst>
                  <a:ext uri="{FF2B5EF4-FFF2-40B4-BE49-F238E27FC236}">
                    <a16:creationId xmlns:a16="http://schemas.microsoft.com/office/drawing/2014/main" id="{6577473B-5647-81EA-D148-3F44BD44E531}"/>
                  </a:ext>
                </a:extLst>
              </p:cNvPr>
              <p:cNvSpPr/>
              <p:nvPr/>
            </p:nvSpPr>
            <p:spPr>
              <a:xfrm>
                <a:off x="6396625" y="2516800"/>
                <a:ext cx="110125" cy="123550"/>
              </a:xfrm>
              <a:custGeom>
                <a:avLst/>
                <a:gdLst/>
                <a:ahLst/>
                <a:cxnLst/>
                <a:rect l="l" t="t" r="r" b="b"/>
                <a:pathLst>
                  <a:path w="4405" h="4942" extrusionOk="0">
                    <a:moveTo>
                      <a:pt x="4370" y="1"/>
                    </a:moveTo>
                    <a:lnTo>
                      <a:pt x="4370" y="1"/>
                    </a:lnTo>
                    <a:cubicBezTo>
                      <a:pt x="4370" y="1"/>
                      <a:pt x="0" y="1108"/>
                      <a:pt x="1572" y="4942"/>
                    </a:cubicBezTo>
                    <a:cubicBezTo>
                      <a:pt x="1572" y="4942"/>
                      <a:pt x="1575" y="4942"/>
                      <a:pt x="1581" y="4942"/>
                    </a:cubicBezTo>
                    <a:cubicBezTo>
                      <a:pt x="1751" y="4942"/>
                      <a:pt x="4404" y="4864"/>
                      <a:pt x="437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4919;p116">
                <a:extLst>
                  <a:ext uri="{FF2B5EF4-FFF2-40B4-BE49-F238E27FC236}">
                    <a16:creationId xmlns:a16="http://schemas.microsoft.com/office/drawing/2014/main" id="{81EDFDCA-D014-36AC-B709-B342D0F73141}"/>
                  </a:ext>
                </a:extLst>
              </p:cNvPr>
              <p:cNvSpPr/>
              <p:nvPr/>
            </p:nvSpPr>
            <p:spPr>
              <a:xfrm>
                <a:off x="6177850" y="2804000"/>
                <a:ext cx="125625" cy="75325"/>
              </a:xfrm>
              <a:custGeom>
                <a:avLst/>
                <a:gdLst/>
                <a:ahLst/>
                <a:cxnLst/>
                <a:rect l="l" t="t" r="r" b="b"/>
                <a:pathLst>
                  <a:path w="5025" h="3013" extrusionOk="0">
                    <a:moveTo>
                      <a:pt x="1696" y="0"/>
                    </a:moveTo>
                    <a:cubicBezTo>
                      <a:pt x="1197" y="0"/>
                      <a:pt x="633" y="127"/>
                      <a:pt x="0" y="431"/>
                    </a:cubicBezTo>
                    <a:cubicBezTo>
                      <a:pt x="0" y="431"/>
                      <a:pt x="43" y="3013"/>
                      <a:pt x="4321" y="3013"/>
                    </a:cubicBezTo>
                    <a:cubicBezTo>
                      <a:pt x="4544" y="3013"/>
                      <a:pt x="4778" y="3006"/>
                      <a:pt x="5025" y="2991"/>
                    </a:cubicBezTo>
                    <a:cubicBezTo>
                      <a:pt x="5025" y="2991"/>
                      <a:pt x="4123" y="0"/>
                      <a:pt x="16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4920;p116">
                <a:extLst>
                  <a:ext uri="{FF2B5EF4-FFF2-40B4-BE49-F238E27FC236}">
                    <a16:creationId xmlns:a16="http://schemas.microsoft.com/office/drawing/2014/main" id="{376E6A3C-B88A-298C-DE44-93E8156CC1D1}"/>
                  </a:ext>
                </a:extLst>
              </p:cNvPr>
              <p:cNvSpPr/>
              <p:nvPr/>
            </p:nvSpPr>
            <p:spPr>
              <a:xfrm>
                <a:off x="6059975" y="2701350"/>
                <a:ext cx="124750" cy="133375"/>
              </a:xfrm>
              <a:custGeom>
                <a:avLst/>
                <a:gdLst/>
                <a:ahLst/>
                <a:cxnLst/>
                <a:rect l="l" t="t" r="r" b="b"/>
                <a:pathLst>
                  <a:path w="4990" h="5335" extrusionOk="0">
                    <a:moveTo>
                      <a:pt x="4132" y="1"/>
                    </a:moveTo>
                    <a:cubicBezTo>
                      <a:pt x="4131" y="1"/>
                      <a:pt x="0" y="1822"/>
                      <a:pt x="2179" y="5335"/>
                    </a:cubicBezTo>
                    <a:cubicBezTo>
                      <a:pt x="2179" y="5335"/>
                      <a:pt x="4989" y="4954"/>
                      <a:pt x="41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4921;p116">
                <a:extLst>
                  <a:ext uri="{FF2B5EF4-FFF2-40B4-BE49-F238E27FC236}">
                    <a16:creationId xmlns:a16="http://schemas.microsoft.com/office/drawing/2014/main" id="{F3F56AD4-9826-2E0C-4D36-24C9A517A1BC}"/>
                  </a:ext>
                </a:extLst>
              </p:cNvPr>
              <p:cNvSpPr/>
              <p:nvPr/>
            </p:nvSpPr>
            <p:spPr>
              <a:xfrm>
                <a:off x="6030800" y="2860875"/>
                <a:ext cx="124450" cy="76775"/>
              </a:xfrm>
              <a:custGeom>
                <a:avLst/>
                <a:gdLst/>
                <a:ahLst/>
                <a:cxnLst/>
                <a:rect l="l" t="t" r="r" b="b"/>
                <a:pathLst>
                  <a:path w="4978" h="3071" extrusionOk="0">
                    <a:moveTo>
                      <a:pt x="1639" y="1"/>
                    </a:moveTo>
                    <a:cubicBezTo>
                      <a:pt x="1157" y="1"/>
                      <a:pt x="612" y="117"/>
                      <a:pt x="1" y="394"/>
                    </a:cubicBezTo>
                    <a:cubicBezTo>
                      <a:pt x="1" y="394"/>
                      <a:pt x="1" y="3070"/>
                      <a:pt x="4511" y="3070"/>
                    </a:cubicBezTo>
                    <a:cubicBezTo>
                      <a:pt x="4661" y="3070"/>
                      <a:pt x="4817" y="3067"/>
                      <a:pt x="4977" y="3061"/>
                    </a:cubicBezTo>
                    <a:cubicBezTo>
                      <a:pt x="4977" y="3061"/>
                      <a:pt x="4118" y="1"/>
                      <a:pt x="163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4922;p116">
                <a:extLst>
                  <a:ext uri="{FF2B5EF4-FFF2-40B4-BE49-F238E27FC236}">
                    <a16:creationId xmlns:a16="http://schemas.microsoft.com/office/drawing/2014/main" id="{AD8691CF-3A14-2BBA-5E3B-DB0EC5BA5CB0}"/>
                  </a:ext>
                </a:extLst>
              </p:cNvPr>
              <p:cNvSpPr/>
              <p:nvPr/>
            </p:nvSpPr>
            <p:spPr>
              <a:xfrm>
                <a:off x="4388625" y="4329825"/>
                <a:ext cx="1753525" cy="111650"/>
              </a:xfrm>
              <a:custGeom>
                <a:avLst/>
                <a:gdLst/>
                <a:ahLst/>
                <a:cxnLst/>
                <a:rect l="l" t="t" r="r" b="b"/>
                <a:pathLst>
                  <a:path w="70141" h="4466" extrusionOk="0">
                    <a:moveTo>
                      <a:pt x="35065" y="1"/>
                    </a:moveTo>
                    <a:cubicBezTo>
                      <a:pt x="15705" y="1"/>
                      <a:pt x="1" y="1001"/>
                      <a:pt x="1" y="2239"/>
                    </a:cubicBezTo>
                    <a:cubicBezTo>
                      <a:pt x="1" y="3465"/>
                      <a:pt x="15705" y="4465"/>
                      <a:pt x="35065" y="4465"/>
                    </a:cubicBezTo>
                    <a:cubicBezTo>
                      <a:pt x="54436" y="4465"/>
                      <a:pt x="70140" y="3465"/>
                      <a:pt x="70140" y="2239"/>
                    </a:cubicBezTo>
                    <a:cubicBezTo>
                      <a:pt x="70140" y="1001"/>
                      <a:pt x="54436" y="1"/>
                      <a:pt x="350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4923;p116">
                <a:extLst>
                  <a:ext uri="{FF2B5EF4-FFF2-40B4-BE49-F238E27FC236}">
                    <a16:creationId xmlns:a16="http://schemas.microsoft.com/office/drawing/2014/main" id="{E235869C-5C8F-DC7E-024E-DD8CA0F52B10}"/>
                  </a:ext>
                </a:extLst>
              </p:cNvPr>
              <p:cNvSpPr/>
              <p:nvPr/>
            </p:nvSpPr>
            <p:spPr>
              <a:xfrm>
                <a:off x="5546525" y="2596875"/>
                <a:ext cx="493525" cy="1788950"/>
              </a:xfrm>
              <a:custGeom>
                <a:avLst/>
                <a:gdLst/>
                <a:ahLst/>
                <a:cxnLst/>
                <a:rect l="l" t="t" r="r" b="b"/>
                <a:pathLst>
                  <a:path w="19741" h="71558" extrusionOk="0">
                    <a:moveTo>
                      <a:pt x="0" y="1"/>
                    </a:moveTo>
                    <a:lnTo>
                      <a:pt x="0" y="71557"/>
                    </a:lnTo>
                    <a:lnTo>
                      <a:pt x="8573" y="71557"/>
                    </a:lnTo>
                    <a:cubicBezTo>
                      <a:pt x="11013" y="71557"/>
                      <a:pt x="13061" y="69676"/>
                      <a:pt x="13299" y="67199"/>
                    </a:cubicBezTo>
                    <a:lnTo>
                      <a:pt x="197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4924;p116">
                <a:extLst>
                  <a:ext uri="{FF2B5EF4-FFF2-40B4-BE49-F238E27FC236}">
                    <a16:creationId xmlns:a16="http://schemas.microsoft.com/office/drawing/2014/main" id="{3389FC96-41A7-DC78-38DB-CEB98354400E}"/>
                  </a:ext>
                </a:extLst>
              </p:cNvPr>
              <p:cNvSpPr/>
              <p:nvPr/>
            </p:nvSpPr>
            <p:spPr>
              <a:xfrm>
                <a:off x="4410350" y="2451325"/>
                <a:ext cx="1710675" cy="145575"/>
              </a:xfrm>
              <a:custGeom>
                <a:avLst/>
                <a:gdLst/>
                <a:ahLst/>
                <a:cxnLst/>
                <a:rect l="l" t="t" r="r" b="b"/>
                <a:pathLst>
                  <a:path w="68427" h="5823" extrusionOk="0">
                    <a:moveTo>
                      <a:pt x="1311" y="0"/>
                    </a:moveTo>
                    <a:cubicBezTo>
                      <a:pt x="584" y="0"/>
                      <a:pt x="1" y="584"/>
                      <a:pt x="1" y="1310"/>
                    </a:cubicBezTo>
                    <a:lnTo>
                      <a:pt x="1" y="4525"/>
                    </a:lnTo>
                    <a:cubicBezTo>
                      <a:pt x="1" y="5239"/>
                      <a:pt x="584" y="5823"/>
                      <a:pt x="1311" y="5823"/>
                    </a:cubicBezTo>
                    <a:lnTo>
                      <a:pt x="67116" y="5823"/>
                    </a:lnTo>
                    <a:cubicBezTo>
                      <a:pt x="67843" y="5823"/>
                      <a:pt x="68426" y="5239"/>
                      <a:pt x="68426" y="4525"/>
                    </a:cubicBezTo>
                    <a:lnTo>
                      <a:pt x="68426" y="1310"/>
                    </a:lnTo>
                    <a:cubicBezTo>
                      <a:pt x="68426" y="584"/>
                      <a:pt x="67843" y="0"/>
                      <a:pt x="6711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4925;p116">
                <a:extLst>
                  <a:ext uri="{FF2B5EF4-FFF2-40B4-BE49-F238E27FC236}">
                    <a16:creationId xmlns:a16="http://schemas.microsoft.com/office/drawing/2014/main" id="{4A44BC7E-1E8B-1A75-10D4-8BA78E710B3A}"/>
                  </a:ext>
                </a:extLst>
              </p:cNvPr>
              <p:cNvSpPr/>
              <p:nvPr/>
            </p:nvSpPr>
            <p:spPr>
              <a:xfrm>
                <a:off x="4481200" y="2596875"/>
                <a:ext cx="1387400" cy="1788950"/>
              </a:xfrm>
              <a:custGeom>
                <a:avLst/>
                <a:gdLst/>
                <a:ahLst/>
                <a:cxnLst/>
                <a:rect l="l" t="t" r="r" b="b"/>
                <a:pathLst>
                  <a:path w="55496" h="71558" extrusionOk="0">
                    <a:moveTo>
                      <a:pt x="1" y="1"/>
                    </a:moveTo>
                    <a:lnTo>
                      <a:pt x="536" y="6097"/>
                    </a:lnTo>
                    <a:lnTo>
                      <a:pt x="5966" y="67152"/>
                    </a:lnTo>
                    <a:cubicBezTo>
                      <a:pt x="6192" y="69640"/>
                      <a:pt x="8275" y="71557"/>
                      <a:pt x="10788" y="71557"/>
                    </a:cubicBezTo>
                    <a:lnTo>
                      <a:pt x="49138" y="71557"/>
                    </a:lnTo>
                    <a:lnTo>
                      <a:pt x="55341" y="1822"/>
                    </a:lnTo>
                    <a:lnTo>
                      <a:pt x="5549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4" name="Google Shape;4926;p116">
                <a:extLst>
                  <a:ext uri="{FF2B5EF4-FFF2-40B4-BE49-F238E27FC236}">
                    <a16:creationId xmlns:a16="http://schemas.microsoft.com/office/drawing/2014/main" id="{ACF6606B-37C6-7A4A-60B3-B96B51B828A8}"/>
                  </a:ext>
                </a:extLst>
              </p:cNvPr>
              <p:cNvSpPr/>
              <p:nvPr/>
            </p:nvSpPr>
            <p:spPr>
              <a:xfrm>
                <a:off x="4481186" y="2596861"/>
                <a:ext cx="1433878" cy="106321"/>
              </a:xfrm>
              <a:custGeom>
                <a:avLst/>
                <a:gdLst/>
                <a:ahLst/>
                <a:cxnLst/>
                <a:rect l="l" t="t" r="r" b="b"/>
                <a:pathLst>
                  <a:path w="55496" h="4252" extrusionOk="0">
                    <a:moveTo>
                      <a:pt x="1" y="1"/>
                    </a:moveTo>
                    <a:lnTo>
                      <a:pt x="405" y="4251"/>
                    </a:lnTo>
                    <a:lnTo>
                      <a:pt x="55246" y="2429"/>
                    </a:lnTo>
                    <a:lnTo>
                      <a:pt x="554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4927;p116">
                <a:extLst>
                  <a:ext uri="{FF2B5EF4-FFF2-40B4-BE49-F238E27FC236}">
                    <a16:creationId xmlns:a16="http://schemas.microsoft.com/office/drawing/2014/main" id="{8CB22373-124F-3F33-0F01-8251E87A1CA6}"/>
                  </a:ext>
                </a:extLst>
              </p:cNvPr>
              <p:cNvSpPr/>
              <p:nvPr/>
            </p:nvSpPr>
            <p:spPr>
              <a:xfrm>
                <a:off x="5842075" y="4448000"/>
                <a:ext cx="745375" cy="91100"/>
              </a:xfrm>
              <a:custGeom>
                <a:avLst/>
                <a:gdLst/>
                <a:ahLst/>
                <a:cxnLst/>
                <a:rect l="l" t="t" r="r" b="b"/>
                <a:pathLst>
                  <a:path w="29815" h="3644" extrusionOk="0">
                    <a:moveTo>
                      <a:pt x="14731" y="0"/>
                    </a:moveTo>
                    <a:cubicBezTo>
                      <a:pt x="6585" y="0"/>
                      <a:pt x="1" y="817"/>
                      <a:pt x="1" y="1810"/>
                    </a:cubicBezTo>
                    <a:cubicBezTo>
                      <a:pt x="1" y="2810"/>
                      <a:pt x="6668" y="3632"/>
                      <a:pt x="14908" y="3644"/>
                    </a:cubicBezTo>
                    <a:cubicBezTo>
                      <a:pt x="23135" y="3644"/>
                      <a:pt x="29814" y="2834"/>
                      <a:pt x="29814" y="1822"/>
                    </a:cubicBezTo>
                    <a:cubicBezTo>
                      <a:pt x="29814" y="822"/>
                      <a:pt x="23135" y="0"/>
                      <a:pt x="14908" y="0"/>
                    </a:cubicBezTo>
                    <a:cubicBezTo>
                      <a:pt x="14849" y="0"/>
                      <a:pt x="14790" y="0"/>
                      <a:pt x="147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4928;p116">
                <a:extLst>
                  <a:ext uri="{FF2B5EF4-FFF2-40B4-BE49-F238E27FC236}">
                    <a16:creationId xmlns:a16="http://schemas.microsoft.com/office/drawing/2014/main" id="{00A4AFE3-09C0-4119-9E5B-AC94CCA21B84}"/>
                  </a:ext>
                </a:extLst>
              </p:cNvPr>
              <p:cNvSpPr/>
              <p:nvPr/>
            </p:nvSpPr>
            <p:spPr>
              <a:xfrm>
                <a:off x="5943000" y="3218375"/>
                <a:ext cx="199750" cy="174150"/>
              </a:xfrm>
              <a:custGeom>
                <a:avLst/>
                <a:gdLst/>
                <a:ahLst/>
                <a:cxnLst/>
                <a:rect l="l" t="t" r="r" b="b"/>
                <a:pathLst>
                  <a:path w="7990" h="6966" extrusionOk="0">
                    <a:moveTo>
                      <a:pt x="7263" y="1"/>
                    </a:moveTo>
                    <a:cubicBezTo>
                      <a:pt x="7263" y="1"/>
                      <a:pt x="4167" y="3025"/>
                      <a:pt x="2739" y="4037"/>
                    </a:cubicBezTo>
                    <a:cubicBezTo>
                      <a:pt x="2739" y="4037"/>
                      <a:pt x="1858" y="3823"/>
                      <a:pt x="0" y="3299"/>
                    </a:cubicBezTo>
                    <a:lnTo>
                      <a:pt x="0" y="6073"/>
                    </a:lnTo>
                    <a:cubicBezTo>
                      <a:pt x="1191" y="6549"/>
                      <a:pt x="2381" y="6942"/>
                      <a:pt x="3143" y="6966"/>
                    </a:cubicBezTo>
                    <a:cubicBezTo>
                      <a:pt x="3143" y="6966"/>
                      <a:pt x="5906" y="5299"/>
                      <a:pt x="7989" y="3108"/>
                    </a:cubicBezTo>
                    <a:lnTo>
                      <a:pt x="7263" y="1"/>
                    </a:lnTo>
                    <a:close/>
                  </a:path>
                </a:pathLst>
              </a:custGeom>
              <a:solidFill>
                <a:srgbClr val="FBB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4929;p116">
                <a:extLst>
                  <a:ext uri="{FF2B5EF4-FFF2-40B4-BE49-F238E27FC236}">
                    <a16:creationId xmlns:a16="http://schemas.microsoft.com/office/drawing/2014/main" id="{1FA95D7A-7D56-F1C5-CA9A-0597BF00C7F1}"/>
                  </a:ext>
                </a:extLst>
              </p:cNvPr>
              <p:cNvSpPr/>
              <p:nvPr/>
            </p:nvSpPr>
            <p:spPr>
              <a:xfrm>
                <a:off x="6050150" y="3652950"/>
                <a:ext cx="181300" cy="794475"/>
              </a:xfrm>
              <a:custGeom>
                <a:avLst/>
                <a:gdLst/>
                <a:ahLst/>
                <a:cxnLst/>
                <a:rect l="l" t="t" r="r" b="b"/>
                <a:pathLst>
                  <a:path w="7252" h="31779" extrusionOk="0">
                    <a:moveTo>
                      <a:pt x="7251" y="1"/>
                    </a:moveTo>
                    <a:lnTo>
                      <a:pt x="1524" y="537"/>
                    </a:lnTo>
                    <a:lnTo>
                      <a:pt x="0" y="15491"/>
                    </a:lnTo>
                    <a:lnTo>
                      <a:pt x="1334" y="31779"/>
                    </a:lnTo>
                    <a:lnTo>
                      <a:pt x="3453" y="31779"/>
                    </a:lnTo>
                    <a:cubicBezTo>
                      <a:pt x="3965" y="26016"/>
                      <a:pt x="4775" y="20980"/>
                      <a:pt x="3810" y="17039"/>
                    </a:cubicBezTo>
                    <a:lnTo>
                      <a:pt x="72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4930;p116">
                <a:extLst>
                  <a:ext uri="{FF2B5EF4-FFF2-40B4-BE49-F238E27FC236}">
                    <a16:creationId xmlns:a16="http://schemas.microsoft.com/office/drawing/2014/main" id="{C32FA4AA-E5E6-3EC0-053A-15D313D5BE45}"/>
                  </a:ext>
                </a:extLst>
              </p:cNvPr>
              <p:cNvSpPr/>
              <p:nvPr/>
            </p:nvSpPr>
            <p:spPr>
              <a:xfrm>
                <a:off x="5984675" y="4441450"/>
                <a:ext cx="156575" cy="57475"/>
              </a:xfrm>
              <a:custGeom>
                <a:avLst/>
                <a:gdLst/>
                <a:ahLst/>
                <a:cxnLst/>
                <a:rect l="l" t="t" r="r" b="b"/>
                <a:pathLst>
                  <a:path w="6263" h="2299" extrusionOk="0">
                    <a:moveTo>
                      <a:pt x="3941" y="0"/>
                    </a:moveTo>
                    <a:cubicBezTo>
                      <a:pt x="2786" y="810"/>
                      <a:pt x="1572" y="298"/>
                      <a:pt x="786" y="822"/>
                    </a:cubicBezTo>
                    <a:cubicBezTo>
                      <a:pt x="0" y="1334"/>
                      <a:pt x="24" y="2298"/>
                      <a:pt x="24" y="2298"/>
                    </a:cubicBezTo>
                    <a:lnTo>
                      <a:pt x="6227" y="2298"/>
                    </a:lnTo>
                    <a:cubicBezTo>
                      <a:pt x="6227" y="2298"/>
                      <a:pt x="6263" y="1036"/>
                      <a:pt x="6263" y="667"/>
                    </a:cubicBezTo>
                    <a:cubicBezTo>
                      <a:pt x="6263" y="298"/>
                      <a:pt x="6144" y="120"/>
                      <a:pt x="6144" y="120"/>
                    </a:cubicBezTo>
                    <a:cubicBezTo>
                      <a:pt x="5716" y="157"/>
                      <a:pt x="5369" y="172"/>
                      <a:pt x="5089" y="172"/>
                    </a:cubicBezTo>
                    <a:cubicBezTo>
                      <a:pt x="4127" y="172"/>
                      <a:pt x="3941" y="0"/>
                      <a:pt x="394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4931;p116">
                <a:extLst>
                  <a:ext uri="{FF2B5EF4-FFF2-40B4-BE49-F238E27FC236}">
                    <a16:creationId xmlns:a16="http://schemas.microsoft.com/office/drawing/2014/main" id="{A54BE3D8-6717-D089-9D63-4EBF0B9CB699}"/>
                  </a:ext>
                </a:extLst>
              </p:cNvPr>
              <p:cNvSpPr/>
              <p:nvPr/>
            </p:nvSpPr>
            <p:spPr>
              <a:xfrm>
                <a:off x="6197775" y="3647300"/>
                <a:ext cx="228925" cy="800750"/>
              </a:xfrm>
              <a:custGeom>
                <a:avLst/>
                <a:gdLst/>
                <a:ahLst/>
                <a:cxnLst/>
                <a:rect l="l" t="t" r="r" b="b"/>
                <a:pathLst>
                  <a:path w="9157" h="32030" extrusionOk="0">
                    <a:moveTo>
                      <a:pt x="5609" y="1"/>
                    </a:moveTo>
                    <a:lnTo>
                      <a:pt x="1" y="1322"/>
                    </a:lnTo>
                    <a:lnTo>
                      <a:pt x="1668" y="16705"/>
                    </a:lnTo>
                    <a:lnTo>
                      <a:pt x="7014" y="31766"/>
                    </a:lnTo>
                    <a:cubicBezTo>
                      <a:pt x="7358" y="31958"/>
                      <a:pt x="7729" y="32029"/>
                      <a:pt x="8116" y="32029"/>
                    </a:cubicBezTo>
                    <a:cubicBezTo>
                      <a:pt x="8453" y="32029"/>
                      <a:pt x="8802" y="31975"/>
                      <a:pt x="9157" y="31897"/>
                    </a:cubicBezTo>
                    <a:cubicBezTo>
                      <a:pt x="8752" y="27480"/>
                      <a:pt x="6835" y="18586"/>
                      <a:pt x="5609" y="16669"/>
                    </a:cubicBezTo>
                    <a:lnTo>
                      <a:pt x="560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4932;p116">
                <a:extLst>
                  <a:ext uri="{FF2B5EF4-FFF2-40B4-BE49-F238E27FC236}">
                    <a16:creationId xmlns:a16="http://schemas.microsoft.com/office/drawing/2014/main" id="{89800AA6-4C93-471A-3B61-8EB39CA6E694}"/>
                  </a:ext>
                </a:extLst>
              </p:cNvPr>
              <p:cNvSpPr/>
              <p:nvPr/>
            </p:nvSpPr>
            <p:spPr>
              <a:xfrm>
                <a:off x="6274875" y="4441450"/>
                <a:ext cx="155400" cy="5777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2311" extrusionOk="0">
                    <a:moveTo>
                      <a:pt x="3930" y="0"/>
                    </a:moveTo>
                    <a:cubicBezTo>
                      <a:pt x="2775" y="810"/>
                      <a:pt x="1572" y="310"/>
                      <a:pt x="786" y="822"/>
                    </a:cubicBezTo>
                    <a:cubicBezTo>
                      <a:pt x="1" y="1334"/>
                      <a:pt x="24" y="2310"/>
                      <a:pt x="24" y="2310"/>
                    </a:cubicBezTo>
                    <a:lnTo>
                      <a:pt x="6216" y="2310"/>
                    </a:lnTo>
                    <a:cubicBezTo>
                      <a:pt x="6216" y="2310"/>
                      <a:pt x="6216" y="1048"/>
                      <a:pt x="6216" y="679"/>
                    </a:cubicBezTo>
                    <a:cubicBezTo>
                      <a:pt x="6216" y="310"/>
                      <a:pt x="6073" y="131"/>
                      <a:pt x="6073" y="131"/>
                    </a:cubicBezTo>
                    <a:cubicBezTo>
                      <a:pt x="5669" y="164"/>
                      <a:pt x="5341" y="177"/>
                      <a:pt x="5073" y="177"/>
                    </a:cubicBezTo>
                    <a:cubicBezTo>
                      <a:pt x="4085" y="177"/>
                      <a:pt x="3930" y="0"/>
                      <a:pt x="393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4933;p116">
                <a:extLst>
                  <a:ext uri="{FF2B5EF4-FFF2-40B4-BE49-F238E27FC236}">
                    <a16:creationId xmlns:a16="http://schemas.microsoft.com/office/drawing/2014/main" id="{A01489E0-6BF5-5946-ACB2-70C56BF7DE4C}"/>
                  </a:ext>
                </a:extLst>
              </p:cNvPr>
              <p:cNvSpPr/>
              <p:nvPr/>
            </p:nvSpPr>
            <p:spPr>
              <a:xfrm>
                <a:off x="6071575" y="3196650"/>
                <a:ext cx="305125" cy="519150"/>
              </a:xfrm>
              <a:custGeom>
                <a:avLst/>
                <a:gdLst/>
                <a:ahLst/>
                <a:cxnLst/>
                <a:rect l="l" t="t" r="r" b="b"/>
                <a:pathLst>
                  <a:path w="12205" h="20766" extrusionOk="0">
                    <a:moveTo>
                      <a:pt x="7799" y="1"/>
                    </a:moveTo>
                    <a:lnTo>
                      <a:pt x="4966" y="489"/>
                    </a:lnTo>
                    <a:lnTo>
                      <a:pt x="4477" y="548"/>
                    </a:lnTo>
                    <a:lnTo>
                      <a:pt x="4299" y="572"/>
                    </a:lnTo>
                    <a:lnTo>
                      <a:pt x="2120" y="870"/>
                    </a:lnTo>
                    <a:lnTo>
                      <a:pt x="1" y="19324"/>
                    </a:lnTo>
                    <a:cubicBezTo>
                      <a:pt x="275" y="19777"/>
                      <a:pt x="1203" y="20134"/>
                      <a:pt x="2013" y="20325"/>
                    </a:cubicBezTo>
                    <a:cubicBezTo>
                      <a:pt x="2060" y="20348"/>
                      <a:pt x="2120" y="20360"/>
                      <a:pt x="2168" y="20372"/>
                    </a:cubicBezTo>
                    <a:cubicBezTo>
                      <a:pt x="2311" y="20396"/>
                      <a:pt x="2441" y="20420"/>
                      <a:pt x="2572" y="20444"/>
                    </a:cubicBezTo>
                    <a:cubicBezTo>
                      <a:pt x="3882" y="20670"/>
                      <a:pt x="5216" y="20765"/>
                      <a:pt x="6537" y="20765"/>
                    </a:cubicBezTo>
                    <a:cubicBezTo>
                      <a:pt x="6787" y="20765"/>
                      <a:pt x="7049" y="20741"/>
                      <a:pt x="7323" y="20706"/>
                    </a:cubicBezTo>
                    <a:cubicBezTo>
                      <a:pt x="7371" y="20706"/>
                      <a:pt x="7430" y="20694"/>
                      <a:pt x="7478" y="20694"/>
                    </a:cubicBezTo>
                    <a:cubicBezTo>
                      <a:pt x="8871" y="20491"/>
                      <a:pt x="10407" y="19884"/>
                      <a:pt x="11181" y="19110"/>
                    </a:cubicBezTo>
                    <a:lnTo>
                      <a:pt x="10061" y="14062"/>
                    </a:lnTo>
                    <a:lnTo>
                      <a:pt x="12205" y="1513"/>
                    </a:lnTo>
                    <a:lnTo>
                      <a:pt x="9335" y="536"/>
                    </a:lnTo>
                    <a:lnTo>
                      <a:pt x="9180" y="477"/>
                    </a:lnTo>
                    <a:lnTo>
                      <a:pt x="8526" y="251"/>
                    </a:lnTo>
                    <a:lnTo>
                      <a:pt x="779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4934;p116">
                <a:extLst>
                  <a:ext uri="{FF2B5EF4-FFF2-40B4-BE49-F238E27FC236}">
                    <a16:creationId xmlns:a16="http://schemas.microsoft.com/office/drawing/2014/main" id="{919AB034-5EE5-886E-433E-22F2B668BB4E}"/>
                  </a:ext>
                </a:extLst>
              </p:cNvPr>
              <p:cNvSpPr/>
              <p:nvPr/>
            </p:nvSpPr>
            <p:spPr>
              <a:xfrm>
                <a:off x="6126050" y="2985325"/>
                <a:ext cx="43775" cy="79500"/>
              </a:xfrm>
              <a:custGeom>
                <a:avLst/>
                <a:gdLst/>
                <a:ahLst/>
                <a:cxnLst/>
                <a:rect l="l" t="t" r="r" b="b"/>
                <a:pathLst>
                  <a:path w="1751" h="3180" extrusionOk="0">
                    <a:moveTo>
                      <a:pt x="763" y="0"/>
                    </a:moveTo>
                    <a:cubicBezTo>
                      <a:pt x="762" y="0"/>
                      <a:pt x="1" y="381"/>
                      <a:pt x="96" y="1679"/>
                    </a:cubicBezTo>
                    <a:cubicBezTo>
                      <a:pt x="179" y="2977"/>
                      <a:pt x="655" y="3179"/>
                      <a:pt x="655" y="3179"/>
                    </a:cubicBezTo>
                    <a:cubicBezTo>
                      <a:pt x="655" y="3179"/>
                      <a:pt x="1751" y="465"/>
                      <a:pt x="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4935;p116">
                <a:extLst>
                  <a:ext uri="{FF2B5EF4-FFF2-40B4-BE49-F238E27FC236}">
                    <a16:creationId xmlns:a16="http://schemas.microsoft.com/office/drawing/2014/main" id="{7A7138AD-2AB1-ECE7-9F41-64FCD7AFA4DC}"/>
                  </a:ext>
                </a:extLst>
              </p:cNvPr>
              <p:cNvSpPr/>
              <p:nvPr/>
            </p:nvSpPr>
            <p:spPr>
              <a:xfrm>
                <a:off x="6203450" y="3139225"/>
                <a:ext cx="73250" cy="77200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3088" extrusionOk="0">
                    <a:moveTo>
                      <a:pt x="1881" y="1"/>
                    </a:moveTo>
                    <a:cubicBezTo>
                      <a:pt x="1478" y="1"/>
                      <a:pt x="1046" y="49"/>
                      <a:pt x="715" y="95"/>
                    </a:cubicBezTo>
                    <a:cubicBezTo>
                      <a:pt x="393" y="143"/>
                      <a:pt x="167" y="190"/>
                      <a:pt x="167" y="190"/>
                    </a:cubicBezTo>
                    <a:lnTo>
                      <a:pt x="60" y="1798"/>
                    </a:lnTo>
                    <a:lnTo>
                      <a:pt x="0" y="2774"/>
                    </a:lnTo>
                    <a:cubicBezTo>
                      <a:pt x="242" y="3005"/>
                      <a:pt x="551" y="3087"/>
                      <a:pt x="867" y="3087"/>
                    </a:cubicBezTo>
                    <a:cubicBezTo>
                      <a:pt x="1643" y="3087"/>
                      <a:pt x="2465" y="2595"/>
                      <a:pt x="2465" y="2595"/>
                    </a:cubicBezTo>
                    <a:lnTo>
                      <a:pt x="2929" y="238"/>
                    </a:lnTo>
                    <a:cubicBezTo>
                      <a:pt x="2725" y="58"/>
                      <a:pt x="2320" y="1"/>
                      <a:pt x="1881" y="1"/>
                    </a:cubicBezTo>
                    <a:close/>
                  </a:path>
                </a:pathLst>
              </a:custGeom>
              <a:solidFill>
                <a:srgbClr val="FBB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4936;p116">
                <a:extLst>
                  <a:ext uri="{FF2B5EF4-FFF2-40B4-BE49-F238E27FC236}">
                    <a16:creationId xmlns:a16="http://schemas.microsoft.com/office/drawing/2014/main" id="{5F85C090-EE38-2F0B-4055-785DE0168BE0}"/>
                  </a:ext>
                </a:extLst>
              </p:cNvPr>
              <p:cNvSpPr/>
              <p:nvPr/>
            </p:nvSpPr>
            <p:spPr>
              <a:xfrm>
                <a:off x="6204925" y="3141575"/>
                <a:ext cx="55400" cy="42600"/>
              </a:xfrm>
              <a:custGeom>
                <a:avLst/>
                <a:gdLst/>
                <a:ahLst/>
                <a:cxnLst/>
                <a:rect l="l" t="t" r="r" b="b"/>
                <a:pathLst>
                  <a:path w="2216" h="1704" extrusionOk="0">
                    <a:moveTo>
                      <a:pt x="656" y="1"/>
                    </a:moveTo>
                    <a:cubicBezTo>
                      <a:pt x="334" y="49"/>
                      <a:pt x="108" y="96"/>
                      <a:pt x="108" y="96"/>
                    </a:cubicBezTo>
                    <a:lnTo>
                      <a:pt x="1" y="1704"/>
                    </a:lnTo>
                    <a:cubicBezTo>
                      <a:pt x="1108" y="1596"/>
                      <a:pt x="2215" y="215"/>
                      <a:pt x="2215" y="215"/>
                    </a:cubicBezTo>
                    <a:lnTo>
                      <a:pt x="656" y="1"/>
                    </a:lnTo>
                    <a:close/>
                  </a:path>
                </a:pathLst>
              </a:custGeom>
              <a:solidFill>
                <a:srgbClr val="ED86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4937;p116">
                <a:extLst>
                  <a:ext uri="{FF2B5EF4-FFF2-40B4-BE49-F238E27FC236}">
                    <a16:creationId xmlns:a16="http://schemas.microsoft.com/office/drawing/2014/main" id="{FE8CA01F-56B6-453F-A0D4-B2DE3A22CCCB}"/>
                  </a:ext>
                </a:extLst>
              </p:cNvPr>
              <p:cNvSpPr/>
              <p:nvPr/>
            </p:nvSpPr>
            <p:spPr>
              <a:xfrm>
                <a:off x="6106100" y="2927250"/>
                <a:ext cx="223275" cy="224800"/>
              </a:xfrm>
              <a:custGeom>
                <a:avLst/>
                <a:gdLst/>
                <a:ahLst/>
                <a:cxnLst/>
                <a:rect l="l" t="t" r="r" b="b"/>
                <a:pathLst>
                  <a:path w="8931" h="8992" extrusionOk="0">
                    <a:moveTo>
                      <a:pt x="1737" y="0"/>
                    </a:moveTo>
                    <a:cubicBezTo>
                      <a:pt x="1279" y="0"/>
                      <a:pt x="916" y="160"/>
                      <a:pt x="691" y="609"/>
                    </a:cubicBezTo>
                    <a:cubicBezTo>
                      <a:pt x="1" y="1966"/>
                      <a:pt x="1620" y="2990"/>
                      <a:pt x="1620" y="2990"/>
                    </a:cubicBezTo>
                    <a:cubicBezTo>
                      <a:pt x="1687" y="2982"/>
                      <a:pt x="1754" y="2978"/>
                      <a:pt x="1822" y="2978"/>
                    </a:cubicBezTo>
                    <a:cubicBezTo>
                      <a:pt x="3750" y="2978"/>
                      <a:pt x="5581" y="6193"/>
                      <a:pt x="5823" y="7217"/>
                    </a:cubicBezTo>
                    <a:cubicBezTo>
                      <a:pt x="6021" y="8063"/>
                      <a:pt x="6285" y="8992"/>
                      <a:pt x="6798" y="8992"/>
                    </a:cubicBezTo>
                    <a:cubicBezTo>
                      <a:pt x="6935" y="8992"/>
                      <a:pt x="7089" y="8926"/>
                      <a:pt x="7264" y="8776"/>
                    </a:cubicBezTo>
                    <a:cubicBezTo>
                      <a:pt x="8109" y="8062"/>
                      <a:pt x="8371" y="5883"/>
                      <a:pt x="8645" y="4264"/>
                    </a:cubicBezTo>
                    <a:cubicBezTo>
                      <a:pt x="8931" y="2657"/>
                      <a:pt x="8264" y="1430"/>
                      <a:pt x="5287" y="894"/>
                    </a:cubicBezTo>
                    <a:cubicBezTo>
                      <a:pt x="3972" y="655"/>
                      <a:pt x="2662" y="0"/>
                      <a:pt x="17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4938;p116">
                <a:extLst>
                  <a:ext uri="{FF2B5EF4-FFF2-40B4-BE49-F238E27FC236}">
                    <a16:creationId xmlns:a16="http://schemas.microsoft.com/office/drawing/2014/main" id="{33A36055-EE99-3D61-5205-B9F23F2DD5FD}"/>
                  </a:ext>
                </a:extLst>
              </p:cNvPr>
              <p:cNvSpPr/>
              <p:nvPr/>
            </p:nvSpPr>
            <p:spPr>
              <a:xfrm>
                <a:off x="6135575" y="2975700"/>
                <a:ext cx="173250" cy="192250"/>
              </a:xfrm>
              <a:custGeom>
                <a:avLst/>
                <a:gdLst/>
                <a:ahLst/>
                <a:cxnLst/>
                <a:rect l="l" t="t" r="r" b="b"/>
                <a:pathLst>
                  <a:path w="6930" h="7690" extrusionOk="0">
                    <a:moveTo>
                      <a:pt x="3306" y="0"/>
                    </a:moveTo>
                    <a:cubicBezTo>
                      <a:pt x="2044" y="0"/>
                      <a:pt x="876" y="369"/>
                      <a:pt x="489" y="981"/>
                    </a:cubicBezTo>
                    <a:cubicBezTo>
                      <a:pt x="298" y="1278"/>
                      <a:pt x="179" y="1790"/>
                      <a:pt x="108" y="2409"/>
                    </a:cubicBezTo>
                    <a:cubicBezTo>
                      <a:pt x="108" y="2469"/>
                      <a:pt x="96" y="2528"/>
                      <a:pt x="96" y="2576"/>
                    </a:cubicBezTo>
                    <a:cubicBezTo>
                      <a:pt x="1" y="3588"/>
                      <a:pt x="12" y="4838"/>
                      <a:pt x="60" y="5862"/>
                    </a:cubicBezTo>
                    <a:cubicBezTo>
                      <a:pt x="105" y="6884"/>
                      <a:pt x="952" y="7689"/>
                      <a:pt x="1971" y="7689"/>
                    </a:cubicBezTo>
                    <a:cubicBezTo>
                      <a:pt x="2020" y="7689"/>
                      <a:pt x="2070" y="7688"/>
                      <a:pt x="2120" y="7684"/>
                    </a:cubicBezTo>
                    <a:cubicBezTo>
                      <a:pt x="3418" y="7600"/>
                      <a:pt x="5025" y="7410"/>
                      <a:pt x="5799" y="7029"/>
                    </a:cubicBezTo>
                    <a:cubicBezTo>
                      <a:pt x="6025" y="6910"/>
                      <a:pt x="6192" y="6779"/>
                      <a:pt x="6228" y="6624"/>
                    </a:cubicBezTo>
                    <a:cubicBezTo>
                      <a:pt x="6347" y="6279"/>
                      <a:pt x="6442" y="5779"/>
                      <a:pt x="6525" y="5243"/>
                    </a:cubicBezTo>
                    <a:cubicBezTo>
                      <a:pt x="6787" y="3624"/>
                      <a:pt x="6930" y="1564"/>
                      <a:pt x="6930" y="1564"/>
                    </a:cubicBezTo>
                    <a:cubicBezTo>
                      <a:pt x="6250" y="463"/>
                      <a:pt x="4720" y="0"/>
                      <a:pt x="3306" y="0"/>
                    </a:cubicBezTo>
                    <a:close/>
                  </a:path>
                </a:pathLst>
              </a:custGeom>
              <a:solidFill>
                <a:srgbClr val="FBB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4939;p116">
                <a:extLst>
                  <a:ext uri="{FF2B5EF4-FFF2-40B4-BE49-F238E27FC236}">
                    <a16:creationId xmlns:a16="http://schemas.microsoft.com/office/drawing/2014/main" id="{BD6A1287-5000-718E-152D-D3514175FE43}"/>
                  </a:ext>
                </a:extLst>
              </p:cNvPr>
              <p:cNvSpPr/>
              <p:nvPr/>
            </p:nvSpPr>
            <p:spPr>
              <a:xfrm>
                <a:off x="6121475" y="2960375"/>
                <a:ext cx="202850" cy="113675"/>
              </a:xfrm>
              <a:custGeom>
                <a:avLst/>
                <a:gdLst/>
                <a:ahLst/>
                <a:cxnLst/>
                <a:rect l="l" t="t" r="r" b="b"/>
                <a:pathLst>
                  <a:path w="8114" h="4547" extrusionOk="0">
                    <a:moveTo>
                      <a:pt x="4237" y="1"/>
                    </a:moveTo>
                    <a:cubicBezTo>
                      <a:pt x="2221" y="1"/>
                      <a:pt x="0" y="1141"/>
                      <a:pt x="1005" y="1665"/>
                    </a:cubicBezTo>
                    <a:cubicBezTo>
                      <a:pt x="1551" y="1955"/>
                      <a:pt x="2214" y="2042"/>
                      <a:pt x="2814" y="2042"/>
                    </a:cubicBezTo>
                    <a:cubicBezTo>
                      <a:pt x="3720" y="2042"/>
                      <a:pt x="4482" y="1844"/>
                      <a:pt x="4482" y="1844"/>
                    </a:cubicBezTo>
                    <a:cubicBezTo>
                      <a:pt x="4541" y="2451"/>
                      <a:pt x="5387" y="2546"/>
                      <a:pt x="5541" y="3058"/>
                    </a:cubicBezTo>
                    <a:cubicBezTo>
                      <a:pt x="5696" y="3582"/>
                      <a:pt x="5553" y="4499"/>
                      <a:pt x="5553" y="4499"/>
                    </a:cubicBezTo>
                    <a:lnTo>
                      <a:pt x="5994" y="4546"/>
                    </a:lnTo>
                    <a:cubicBezTo>
                      <a:pt x="6265" y="4261"/>
                      <a:pt x="6527" y="4175"/>
                      <a:pt x="6744" y="4175"/>
                    </a:cubicBezTo>
                    <a:cubicBezTo>
                      <a:pt x="7069" y="4175"/>
                      <a:pt x="7292" y="4368"/>
                      <a:pt x="7292" y="4368"/>
                    </a:cubicBezTo>
                    <a:cubicBezTo>
                      <a:pt x="7804" y="2856"/>
                      <a:pt x="8113" y="1963"/>
                      <a:pt x="6184" y="534"/>
                    </a:cubicBezTo>
                    <a:cubicBezTo>
                      <a:pt x="5671" y="151"/>
                      <a:pt x="4967" y="1"/>
                      <a:pt x="42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4940;p116">
                <a:extLst>
                  <a:ext uri="{FF2B5EF4-FFF2-40B4-BE49-F238E27FC236}">
                    <a16:creationId xmlns:a16="http://schemas.microsoft.com/office/drawing/2014/main" id="{501BB9A9-F762-5D31-8843-975B6949FCD3}"/>
                  </a:ext>
                </a:extLst>
              </p:cNvPr>
              <p:cNvSpPr/>
              <p:nvPr/>
            </p:nvSpPr>
            <p:spPr>
              <a:xfrm>
                <a:off x="6265350" y="3106750"/>
                <a:ext cx="33375" cy="44675"/>
              </a:xfrm>
              <a:custGeom>
                <a:avLst/>
                <a:gdLst/>
                <a:ahLst/>
                <a:cxnLst/>
                <a:rect l="l" t="t" r="r" b="b"/>
                <a:pathLst>
                  <a:path w="1335" h="1787" extrusionOk="0">
                    <a:moveTo>
                      <a:pt x="1334" y="1"/>
                    </a:moveTo>
                    <a:lnTo>
                      <a:pt x="120" y="632"/>
                    </a:lnTo>
                    <a:cubicBezTo>
                      <a:pt x="120" y="632"/>
                      <a:pt x="1" y="1430"/>
                      <a:pt x="608" y="1787"/>
                    </a:cubicBezTo>
                    <a:cubicBezTo>
                      <a:pt x="834" y="1668"/>
                      <a:pt x="1001" y="1537"/>
                      <a:pt x="1037" y="1382"/>
                    </a:cubicBezTo>
                    <a:cubicBezTo>
                      <a:pt x="1156" y="1037"/>
                      <a:pt x="1251" y="537"/>
                      <a:pt x="1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4941;p116">
                <a:extLst>
                  <a:ext uri="{FF2B5EF4-FFF2-40B4-BE49-F238E27FC236}">
                    <a16:creationId xmlns:a16="http://schemas.microsoft.com/office/drawing/2014/main" id="{F4BBFFA3-A6D2-6503-7B0A-36E2132985DB}"/>
                  </a:ext>
                </a:extLst>
              </p:cNvPr>
              <p:cNvSpPr/>
              <p:nvPr/>
            </p:nvSpPr>
            <p:spPr>
              <a:xfrm>
                <a:off x="6268325" y="3064325"/>
                <a:ext cx="48675" cy="58650"/>
              </a:xfrm>
              <a:custGeom>
                <a:avLst/>
                <a:gdLst/>
                <a:ahLst/>
                <a:cxnLst/>
                <a:rect l="l" t="t" r="r" b="b"/>
                <a:pathLst>
                  <a:path w="1947" h="2346" extrusionOk="0">
                    <a:moveTo>
                      <a:pt x="955" y="0"/>
                    </a:moveTo>
                    <a:cubicBezTo>
                      <a:pt x="533" y="0"/>
                      <a:pt x="120" y="388"/>
                      <a:pt x="120" y="388"/>
                    </a:cubicBezTo>
                    <a:lnTo>
                      <a:pt x="1" y="2329"/>
                    </a:lnTo>
                    <a:cubicBezTo>
                      <a:pt x="70" y="2340"/>
                      <a:pt x="138" y="2345"/>
                      <a:pt x="203" y="2345"/>
                    </a:cubicBezTo>
                    <a:cubicBezTo>
                      <a:pt x="1337" y="2345"/>
                      <a:pt x="1946" y="772"/>
                      <a:pt x="1418" y="210"/>
                    </a:cubicBezTo>
                    <a:cubicBezTo>
                      <a:pt x="1277" y="56"/>
                      <a:pt x="1115" y="0"/>
                      <a:pt x="955" y="0"/>
                    </a:cubicBezTo>
                    <a:close/>
                  </a:path>
                </a:pathLst>
              </a:custGeom>
              <a:solidFill>
                <a:srgbClr val="FBB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4942;p116">
                <a:extLst>
                  <a:ext uri="{FF2B5EF4-FFF2-40B4-BE49-F238E27FC236}">
                    <a16:creationId xmlns:a16="http://schemas.microsoft.com/office/drawing/2014/main" id="{4B56A6CB-205E-2755-19BB-33FA3D0F816D}"/>
                  </a:ext>
                </a:extLst>
              </p:cNvPr>
              <p:cNvSpPr/>
              <p:nvPr/>
            </p:nvSpPr>
            <p:spPr>
              <a:xfrm>
                <a:off x="5750100" y="2960900"/>
                <a:ext cx="301275" cy="649650"/>
              </a:xfrm>
              <a:custGeom>
                <a:avLst/>
                <a:gdLst/>
                <a:ahLst/>
                <a:cxnLst/>
                <a:rect l="l" t="t" r="r" b="b"/>
                <a:pathLst>
                  <a:path w="12051" h="25986" extrusionOk="0">
                    <a:moveTo>
                      <a:pt x="4859" y="1"/>
                    </a:moveTo>
                    <a:lnTo>
                      <a:pt x="1525" y="584"/>
                    </a:lnTo>
                    <a:lnTo>
                      <a:pt x="2608" y="6787"/>
                    </a:lnTo>
                    <a:cubicBezTo>
                      <a:pt x="2716" y="7430"/>
                      <a:pt x="2287" y="8038"/>
                      <a:pt x="1656" y="8145"/>
                    </a:cubicBezTo>
                    <a:lnTo>
                      <a:pt x="1596" y="8157"/>
                    </a:lnTo>
                    <a:cubicBezTo>
                      <a:pt x="632" y="8323"/>
                      <a:pt x="1" y="9228"/>
                      <a:pt x="168" y="10193"/>
                    </a:cubicBezTo>
                    <a:lnTo>
                      <a:pt x="882" y="14253"/>
                    </a:lnTo>
                    <a:lnTo>
                      <a:pt x="1430" y="17432"/>
                    </a:lnTo>
                    <a:lnTo>
                      <a:pt x="1775" y="19432"/>
                    </a:lnTo>
                    <a:lnTo>
                      <a:pt x="2739" y="25052"/>
                    </a:lnTo>
                    <a:cubicBezTo>
                      <a:pt x="2835" y="25595"/>
                      <a:pt x="3321" y="25985"/>
                      <a:pt x="3866" y="25985"/>
                    </a:cubicBezTo>
                    <a:cubicBezTo>
                      <a:pt x="3930" y="25985"/>
                      <a:pt x="3995" y="25980"/>
                      <a:pt x="4061" y="25968"/>
                    </a:cubicBezTo>
                    <a:lnTo>
                      <a:pt x="11014" y="24754"/>
                    </a:lnTo>
                    <a:cubicBezTo>
                      <a:pt x="11633" y="24647"/>
                      <a:pt x="12050" y="24063"/>
                      <a:pt x="11943" y="23444"/>
                    </a:cubicBezTo>
                    <a:lnTo>
                      <a:pt x="10979" y="17944"/>
                    </a:lnTo>
                    <a:lnTo>
                      <a:pt x="10609" y="15824"/>
                    </a:lnTo>
                    <a:lnTo>
                      <a:pt x="10038" y="12586"/>
                    </a:lnTo>
                    <a:lnTo>
                      <a:pt x="9335" y="8585"/>
                    </a:lnTo>
                    <a:cubicBezTo>
                      <a:pt x="9252" y="8109"/>
                      <a:pt x="8990" y="7704"/>
                      <a:pt x="8621" y="7442"/>
                    </a:cubicBezTo>
                    <a:cubicBezTo>
                      <a:pt x="8331" y="7246"/>
                      <a:pt x="7982" y="7130"/>
                      <a:pt x="7609" y="7130"/>
                    </a:cubicBezTo>
                    <a:cubicBezTo>
                      <a:pt x="7507" y="7130"/>
                      <a:pt x="7404" y="7139"/>
                      <a:pt x="7299" y="7157"/>
                    </a:cubicBezTo>
                    <a:cubicBezTo>
                      <a:pt x="7234" y="7168"/>
                      <a:pt x="7169" y="7173"/>
                      <a:pt x="7105" y="7173"/>
                    </a:cubicBezTo>
                    <a:cubicBezTo>
                      <a:pt x="6548" y="7173"/>
                      <a:pt x="6050" y="6770"/>
                      <a:pt x="5954" y="6204"/>
                    </a:cubicBezTo>
                    <a:lnTo>
                      <a:pt x="485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4943;p116">
                <a:extLst>
                  <a:ext uri="{FF2B5EF4-FFF2-40B4-BE49-F238E27FC236}">
                    <a16:creationId xmlns:a16="http://schemas.microsoft.com/office/drawing/2014/main" id="{A5862A48-BBD6-796C-7968-01396B1EBEDF}"/>
                  </a:ext>
                </a:extLst>
              </p:cNvPr>
              <p:cNvSpPr/>
              <p:nvPr/>
            </p:nvSpPr>
            <p:spPr>
              <a:xfrm>
                <a:off x="5772150" y="3275525"/>
                <a:ext cx="251825" cy="171175"/>
              </a:xfrm>
              <a:custGeom>
                <a:avLst/>
                <a:gdLst/>
                <a:ahLst/>
                <a:cxnLst/>
                <a:rect l="l" t="t" r="r" b="b"/>
                <a:pathLst>
                  <a:path w="10073" h="6847" extrusionOk="0">
                    <a:moveTo>
                      <a:pt x="9156" y="1"/>
                    </a:moveTo>
                    <a:lnTo>
                      <a:pt x="0" y="1668"/>
                    </a:lnTo>
                    <a:lnTo>
                      <a:pt x="548" y="4847"/>
                    </a:lnTo>
                    <a:lnTo>
                      <a:pt x="893" y="6847"/>
                    </a:lnTo>
                    <a:lnTo>
                      <a:pt x="10073" y="5192"/>
                    </a:lnTo>
                    <a:lnTo>
                      <a:pt x="9727" y="3239"/>
                    </a:lnTo>
                    <a:lnTo>
                      <a:pt x="915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4944;p116">
                <a:extLst>
                  <a:ext uri="{FF2B5EF4-FFF2-40B4-BE49-F238E27FC236}">
                    <a16:creationId xmlns:a16="http://schemas.microsoft.com/office/drawing/2014/main" id="{37C62B49-8F9C-FC8C-29BE-51181F734173}"/>
                  </a:ext>
                </a:extLst>
              </p:cNvPr>
              <p:cNvSpPr/>
              <p:nvPr/>
            </p:nvSpPr>
            <p:spPr>
              <a:xfrm>
                <a:off x="5774825" y="3291300"/>
                <a:ext cx="245875" cy="138750"/>
              </a:xfrm>
              <a:custGeom>
                <a:avLst/>
                <a:gdLst/>
                <a:ahLst/>
                <a:cxnLst/>
                <a:rect l="l" t="t" r="r" b="b"/>
                <a:pathLst>
                  <a:path w="9835" h="5550" extrusionOk="0">
                    <a:moveTo>
                      <a:pt x="9180" y="1"/>
                    </a:moveTo>
                    <a:lnTo>
                      <a:pt x="0" y="1715"/>
                    </a:lnTo>
                    <a:lnTo>
                      <a:pt x="441" y="4228"/>
                    </a:lnTo>
                    <a:lnTo>
                      <a:pt x="667" y="5549"/>
                    </a:lnTo>
                    <a:lnTo>
                      <a:pt x="9835" y="3894"/>
                    </a:lnTo>
                    <a:lnTo>
                      <a:pt x="9609" y="2573"/>
                    </a:lnTo>
                    <a:lnTo>
                      <a:pt x="918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4945;p116">
                <a:extLst>
                  <a:ext uri="{FF2B5EF4-FFF2-40B4-BE49-F238E27FC236}">
                    <a16:creationId xmlns:a16="http://schemas.microsoft.com/office/drawing/2014/main" id="{0C358ACB-671A-2340-C648-97ADE533D97C}"/>
                  </a:ext>
                </a:extLst>
              </p:cNvPr>
              <p:cNvSpPr/>
              <p:nvPr/>
            </p:nvSpPr>
            <p:spPr>
              <a:xfrm>
                <a:off x="5788200" y="2960625"/>
                <a:ext cx="899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3597" h="2060" extrusionOk="0">
                    <a:moveTo>
                      <a:pt x="3335" y="0"/>
                    </a:moveTo>
                    <a:lnTo>
                      <a:pt x="1" y="595"/>
                    </a:lnTo>
                    <a:lnTo>
                      <a:pt x="251" y="2060"/>
                    </a:lnTo>
                    <a:cubicBezTo>
                      <a:pt x="1394" y="1988"/>
                      <a:pt x="2501" y="1786"/>
                      <a:pt x="3597" y="1464"/>
                    </a:cubicBezTo>
                    <a:lnTo>
                      <a:pt x="3335" y="0"/>
                    </a:lnTo>
                    <a:close/>
                  </a:path>
                </a:pathLst>
              </a:custGeom>
              <a:solidFill>
                <a:srgbClr val="ECE4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4946;p116">
                <a:extLst>
                  <a:ext uri="{FF2B5EF4-FFF2-40B4-BE49-F238E27FC236}">
                    <a16:creationId xmlns:a16="http://schemas.microsoft.com/office/drawing/2014/main" id="{BEDB335A-F2D9-19C9-A022-24D8B4CAAB6E}"/>
                  </a:ext>
                </a:extLst>
              </p:cNvPr>
              <p:cNvSpPr/>
              <p:nvPr/>
            </p:nvSpPr>
            <p:spPr>
              <a:xfrm>
                <a:off x="5774825" y="2936500"/>
                <a:ext cx="1068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4275" h="2132" extrusionOk="0">
                    <a:moveTo>
                      <a:pt x="4024" y="1"/>
                    </a:moveTo>
                    <a:lnTo>
                      <a:pt x="0" y="703"/>
                    </a:lnTo>
                    <a:lnTo>
                      <a:pt x="250" y="2132"/>
                    </a:lnTo>
                    <a:cubicBezTo>
                      <a:pt x="1619" y="2084"/>
                      <a:pt x="2965" y="1846"/>
                      <a:pt x="4275" y="1417"/>
                    </a:cubicBezTo>
                    <a:lnTo>
                      <a:pt x="402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4947;p116">
                <a:extLst>
                  <a:ext uri="{FF2B5EF4-FFF2-40B4-BE49-F238E27FC236}">
                    <a16:creationId xmlns:a16="http://schemas.microsoft.com/office/drawing/2014/main" id="{E7C0AB01-676E-9F19-D4C7-B3CFA271E332}"/>
                  </a:ext>
                </a:extLst>
              </p:cNvPr>
              <p:cNvSpPr/>
              <p:nvPr/>
            </p:nvSpPr>
            <p:spPr>
              <a:xfrm>
                <a:off x="5965625" y="3234450"/>
                <a:ext cx="442325" cy="275650"/>
              </a:xfrm>
              <a:custGeom>
                <a:avLst/>
                <a:gdLst/>
                <a:ahLst/>
                <a:cxnLst/>
                <a:rect l="l" t="t" r="r" b="b"/>
                <a:pathLst>
                  <a:path w="17693" h="11026" extrusionOk="0">
                    <a:moveTo>
                      <a:pt x="16455" y="1"/>
                    </a:moveTo>
                    <a:cubicBezTo>
                      <a:pt x="14157" y="1620"/>
                      <a:pt x="9466" y="7156"/>
                      <a:pt x="9466" y="7156"/>
                    </a:cubicBezTo>
                    <a:cubicBezTo>
                      <a:pt x="7727" y="7383"/>
                      <a:pt x="5263" y="8037"/>
                      <a:pt x="4239" y="8252"/>
                    </a:cubicBezTo>
                    <a:cubicBezTo>
                      <a:pt x="3215" y="8454"/>
                      <a:pt x="0" y="9276"/>
                      <a:pt x="0" y="9276"/>
                    </a:cubicBezTo>
                    <a:lnTo>
                      <a:pt x="417" y="11026"/>
                    </a:lnTo>
                    <a:lnTo>
                      <a:pt x="10335" y="9919"/>
                    </a:lnTo>
                    <a:cubicBezTo>
                      <a:pt x="10335" y="9919"/>
                      <a:pt x="15562" y="6644"/>
                      <a:pt x="16621" y="4335"/>
                    </a:cubicBezTo>
                    <a:cubicBezTo>
                      <a:pt x="17693" y="2037"/>
                      <a:pt x="16455" y="1"/>
                      <a:pt x="16455" y="1"/>
                    </a:cubicBezTo>
                    <a:close/>
                  </a:path>
                </a:pathLst>
              </a:custGeom>
              <a:solidFill>
                <a:srgbClr val="FBB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4948;p116">
                <a:extLst>
                  <a:ext uri="{FF2B5EF4-FFF2-40B4-BE49-F238E27FC236}">
                    <a16:creationId xmlns:a16="http://schemas.microsoft.com/office/drawing/2014/main" id="{916EF0D8-FD7D-94B1-ABB6-6167577F2895}"/>
                  </a:ext>
                </a:extLst>
              </p:cNvPr>
              <p:cNvSpPr/>
              <p:nvPr/>
            </p:nvSpPr>
            <p:spPr>
              <a:xfrm>
                <a:off x="5845825" y="3446175"/>
                <a:ext cx="130225" cy="90775"/>
              </a:xfrm>
              <a:custGeom>
                <a:avLst/>
                <a:gdLst/>
                <a:ahLst/>
                <a:cxnLst/>
                <a:rect l="l" t="t" r="r" b="b"/>
                <a:pathLst>
                  <a:path w="5209" h="3631" extrusionOk="0">
                    <a:moveTo>
                      <a:pt x="3074" y="0"/>
                    </a:moveTo>
                    <a:cubicBezTo>
                      <a:pt x="2729" y="0"/>
                      <a:pt x="2383" y="61"/>
                      <a:pt x="2042" y="69"/>
                    </a:cubicBezTo>
                    <a:cubicBezTo>
                      <a:pt x="1518" y="92"/>
                      <a:pt x="1685" y="497"/>
                      <a:pt x="2161" y="604"/>
                    </a:cubicBezTo>
                    <a:cubicBezTo>
                      <a:pt x="2649" y="711"/>
                      <a:pt x="3173" y="759"/>
                      <a:pt x="3054" y="914"/>
                    </a:cubicBezTo>
                    <a:cubicBezTo>
                      <a:pt x="2947" y="1069"/>
                      <a:pt x="792" y="1366"/>
                      <a:pt x="387" y="1795"/>
                    </a:cubicBezTo>
                    <a:cubicBezTo>
                      <a:pt x="236" y="1955"/>
                      <a:pt x="421" y="2004"/>
                      <a:pt x="706" y="2004"/>
                    </a:cubicBezTo>
                    <a:cubicBezTo>
                      <a:pt x="1163" y="2004"/>
                      <a:pt x="1875" y="1878"/>
                      <a:pt x="1875" y="1878"/>
                    </a:cubicBezTo>
                    <a:lnTo>
                      <a:pt x="1875" y="1878"/>
                    </a:lnTo>
                    <a:cubicBezTo>
                      <a:pt x="1875" y="1878"/>
                      <a:pt x="101" y="2366"/>
                      <a:pt x="18" y="2700"/>
                    </a:cubicBezTo>
                    <a:cubicBezTo>
                      <a:pt x="0" y="2784"/>
                      <a:pt x="97" y="2816"/>
                      <a:pt x="254" y="2816"/>
                    </a:cubicBezTo>
                    <a:cubicBezTo>
                      <a:pt x="741" y="2816"/>
                      <a:pt x="1803" y="2510"/>
                      <a:pt x="1804" y="2509"/>
                    </a:cubicBezTo>
                    <a:lnTo>
                      <a:pt x="1804" y="2509"/>
                    </a:lnTo>
                    <a:cubicBezTo>
                      <a:pt x="1802" y="2510"/>
                      <a:pt x="446" y="2914"/>
                      <a:pt x="553" y="3200"/>
                    </a:cubicBezTo>
                    <a:cubicBezTo>
                      <a:pt x="574" y="3253"/>
                      <a:pt x="658" y="3275"/>
                      <a:pt x="780" y="3275"/>
                    </a:cubicBezTo>
                    <a:cubicBezTo>
                      <a:pt x="1147" y="3275"/>
                      <a:pt x="1866" y="3078"/>
                      <a:pt x="2268" y="2962"/>
                    </a:cubicBezTo>
                    <a:lnTo>
                      <a:pt x="2268" y="2962"/>
                    </a:lnTo>
                    <a:cubicBezTo>
                      <a:pt x="2267" y="2962"/>
                      <a:pt x="946" y="3390"/>
                      <a:pt x="1137" y="3569"/>
                    </a:cubicBezTo>
                    <a:cubicBezTo>
                      <a:pt x="1185" y="3610"/>
                      <a:pt x="1315" y="3631"/>
                      <a:pt x="1503" y="3631"/>
                    </a:cubicBezTo>
                    <a:cubicBezTo>
                      <a:pt x="2294" y="3631"/>
                      <a:pt x="4112" y="3269"/>
                      <a:pt x="5209" y="2557"/>
                    </a:cubicBezTo>
                    <a:cubicBezTo>
                      <a:pt x="5161" y="1962"/>
                      <a:pt x="4959" y="1402"/>
                      <a:pt x="4792" y="807"/>
                    </a:cubicBezTo>
                    <a:cubicBezTo>
                      <a:pt x="4792" y="807"/>
                      <a:pt x="4185" y="247"/>
                      <a:pt x="3661" y="80"/>
                    </a:cubicBezTo>
                    <a:cubicBezTo>
                      <a:pt x="3466" y="20"/>
                      <a:pt x="3270" y="0"/>
                      <a:pt x="3074" y="0"/>
                    </a:cubicBezTo>
                    <a:close/>
                  </a:path>
                </a:pathLst>
              </a:custGeom>
              <a:solidFill>
                <a:srgbClr val="FBB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4949;p116">
                <a:extLst>
                  <a:ext uri="{FF2B5EF4-FFF2-40B4-BE49-F238E27FC236}">
                    <a16:creationId xmlns:a16="http://schemas.microsoft.com/office/drawing/2014/main" id="{CE39060F-4B7F-594F-FBF5-F6DC440E423C}"/>
                  </a:ext>
                </a:extLst>
              </p:cNvPr>
              <p:cNvSpPr/>
              <p:nvPr/>
            </p:nvSpPr>
            <p:spPr>
              <a:xfrm>
                <a:off x="3710575" y="4454250"/>
                <a:ext cx="1097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43887" h="3287" extrusionOk="0">
                    <a:moveTo>
                      <a:pt x="21944" y="0"/>
                    </a:moveTo>
                    <a:cubicBezTo>
                      <a:pt x="9835" y="0"/>
                      <a:pt x="0" y="739"/>
                      <a:pt x="0" y="1644"/>
                    </a:cubicBezTo>
                    <a:cubicBezTo>
                      <a:pt x="0" y="2560"/>
                      <a:pt x="9835" y="3287"/>
                      <a:pt x="21944" y="3287"/>
                    </a:cubicBezTo>
                    <a:cubicBezTo>
                      <a:pt x="34064" y="3287"/>
                      <a:pt x="43887" y="2560"/>
                      <a:pt x="43887" y="1644"/>
                    </a:cubicBezTo>
                    <a:cubicBezTo>
                      <a:pt x="43887" y="739"/>
                      <a:pt x="34064" y="0"/>
                      <a:pt x="2194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4950;p116">
                <a:extLst>
                  <a:ext uri="{FF2B5EF4-FFF2-40B4-BE49-F238E27FC236}">
                    <a16:creationId xmlns:a16="http://schemas.microsoft.com/office/drawing/2014/main" id="{2598D53D-38B0-ADEF-547C-BE784303B29B}"/>
                  </a:ext>
                </a:extLst>
              </p:cNvPr>
              <p:cNvSpPr/>
              <p:nvPr/>
            </p:nvSpPr>
            <p:spPr>
              <a:xfrm>
                <a:off x="4400550" y="2456675"/>
                <a:ext cx="317900" cy="300975"/>
              </a:xfrm>
              <a:custGeom>
                <a:avLst/>
                <a:gdLst/>
                <a:ahLst/>
                <a:cxnLst/>
                <a:rect l="l" t="t" r="r" b="b"/>
                <a:pathLst>
                  <a:path w="12716" h="12039" extrusionOk="0">
                    <a:moveTo>
                      <a:pt x="12656" y="1"/>
                    </a:moveTo>
                    <a:lnTo>
                      <a:pt x="0" y="72"/>
                    </a:lnTo>
                    <a:lnTo>
                      <a:pt x="60" y="10835"/>
                    </a:lnTo>
                    <a:cubicBezTo>
                      <a:pt x="60" y="11507"/>
                      <a:pt x="2832" y="12038"/>
                      <a:pt x="6279" y="12038"/>
                    </a:cubicBezTo>
                    <a:cubicBezTo>
                      <a:pt x="6317" y="12038"/>
                      <a:pt x="6355" y="12038"/>
                      <a:pt x="6394" y="12038"/>
                    </a:cubicBezTo>
                    <a:cubicBezTo>
                      <a:pt x="9882" y="12014"/>
                      <a:pt x="12716" y="11443"/>
                      <a:pt x="12716" y="10764"/>
                    </a:cubicBezTo>
                    <a:lnTo>
                      <a:pt x="126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4951;p116">
                <a:extLst>
                  <a:ext uri="{FF2B5EF4-FFF2-40B4-BE49-F238E27FC236}">
                    <a16:creationId xmlns:a16="http://schemas.microsoft.com/office/drawing/2014/main" id="{883320F4-8726-8300-F02F-29822563D35A}"/>
                  </a:ext>
                </a:extLst>
              </p:cNvPr>
              <p:cNvSpPr/>
              <p:nvPr/>
            </p:nvSpPr>
            <p:spPr>
              <a:xfrm>
                <a:off x="4400550" y="2426625"/>
                <a:ext cx="316425" cy="61950"/>
              </a:xfrm>
              <a:custGeom>
                <a:avLst/>
                <a:gdLst/>
                <a:ahLst/>
                <a:cxnLst/>
                <a:rect l="l" t="t" r="r" b="b"/>
                <a:pathLst>
                  <a:path w="12657" h="2478" extrusionOk="0">
                    <a:moveTo>
                      <a:pt x="6436" y="0"/>
                    </a:moveTo>
                    <a:cubicBezTo>
                      <a:pt x="6398" y="0"/>
                      <a:pt x="6360" y="0"/>
                      <a:pt x="6322" y="0"/>
                    </a:cubicBezTo>
                    <a:cubicBezTo>
                      <a:pt x="2822" y="24"/>
                      <a:pt x="0" y="596"/>
                      <a:pt x="0" y="1274"/>
                    </a:cubicBezTo>
                    <a:cubicBezTo>
                      <a:pt x="0" y="1950"/>
                      <a:pt x="2713" y="2478"/>
                      <a:pt x="6110" y="2478"/>
                    </a:cubicBezTo>
                    <a:cubicBezTo>
                      <a:pt x="6184" y="2478"/>
                      <a:pt x="6259" y="2477"/>
                      <a:pt x="6334" y="2477"/>
                    </a:cubicBezTo>
                    <a:cubicBezTo>
                      <a:pt x="9823" y="2465"/>
                      <a:pt x="12656" y="1893"/>
                      <a:pt x="12656" y="1203"/>
                    </a:cubicBezTo>
                    <a:cubicBezTo>
                      <a:pt x="12645" y="532"/>
                      <a:pt x="9872" y="0"/>
                      <a:pt x="64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4952;p116">
                <a:extLst>
                  <a:ext uri="{FF2B5EF4-FFF2-40B4-BE49-F238E27FC236}">
                    <a16:creationId xmlns:a16="http://schemas.microsoft.com/office/drawing/2014/main" id="{A00BCEE1-84CB-9C71-38C6-AA745676E42C}"/>
                  </a:ext>
                </a:extLst>
              </p:cNvPr>
              <p:cNvSpPr/>
              <p:nvPr/>
            </p:nvSpPr>
            <p:spPr>
              <a:xfrm>
                <a:off x="4485375" y="2446850"/>
                <a:ext cx="146775" cy="21775"/>
              </a:xfrm>
              <a:custGeom>
                <a:avLst/>
                <a:gdLst/>
                <a:ahLst/>
                <a:cxnLst/>
                <a:rect l="l" t="t" r="r" b="b"/>
                <a:pathLst>
                  <a:path w="5871" h="871" extrusionOk="0">
                    <a:moveTo>
                      <a:pt x="3073" y="0"/>
                    </a:moveTo>
                    <a:cubicBezTo>
                      <a:pt x="3025" y="0"/>
                      <a:pt x="2977" y="1"/>
                      <a:pt x="2929" y="1"/>
                    </a:cubicBezTo>
                    <a:cubicBezTo>
                      <a:pt x="1310" y="13"/>
                      <a:pt x="0" y="215"/>
                      <a:pt x="0" y="453"/>
                    </a:cubicBezTo>
                    <a:cubicBezTo>
                      <a:pt x="0" y="684"/>
                      <a:pt x="1233" y="871"/>
                      <a:pt x="2786" y="871"/>
                    </a:cubicBezTo>
                    <a:cubicBezTo>
                      <a:pt x="2833" y="871"/>
                      <a:pt x="2881" y="870"/>
                      <a:pt x="2929" y="870"/>
                    </a:cubicBezTo>
                    <a:cubicBezTo>
                      <a:pt x="4560" y="858"/>
                      <a:pt x="5870" y="656"/>
                      <a:pt x="5870" y="418"/>
                    </a:cubicBezTo>
                    <a:cubicBezTo>
                      <a:pt x="5870" y="187"/>
                      <a:pt x="4626" y="0"/>
                      <a:pt x="307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4953;p116">
                <a:extLst>
                  <a:ext uri="{FF2B5EF4-FFF2-40B4-BE49-F238E27FC236}">
                    <a16:creationId xmlns:a16="http://schemas.microsoft.com/office/drawing/2014/main" id="{1F734455-281B-96E3-F589-BF947E536E96}"/>
                  </a:ext>
                </a:extLst>
              </p:cNvPr>
              <p:cNvSpPr/>
              <p:nvPr/>
            </p:nvSpPr>
            <p:spPr>
              <a:xfrm>
                <a:off x="4207350" y="2971625"/>
                <a:ext cx="180700" cy="791800"/>
              </a:xfrm>
              <a:custGeom>
                <a:avLst/>
                <a:gdLst/>
                <a:ahLst/>
                <a:cxnLst/>
                <a:rect l="l" t="t" r="r" b="b"/>
                <a:pathLst>
                  <a:path w="7228" h="31672" extrusionOk="0">
                    <a:moveTo>
                      <a:pt x="1" y="1"/>
                    </a:moveTo>
                    <a:lnTo>
                      <a:pt x="3430" y="16979"/>
                    </a:lnTo>
                    <a:cubicBezTo>
                      <a:pt x="2454" y="20908"/>
                      <a:pt x="3263" y="25932"/>
                      <a:pt x="3763" y="31671"/>
                    </a:cubicBezTo>
                    <a:lnTo>
                      <a:pt x="5883" y="31671"/>
                    </a:lnTo>
                    <a:lnTo>
                      <a:pt x="7228" y="15431"/>
                    </a:lnTo>
                    <a:lnTo>
                      <a:pt x="5716" y="53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4954;p116">
                <a:extLst>
                  <a:ext uri="{FF2B5EF4-FFF2-40B4-BE49-F238E27FC236}">
                    <a16:creationId xmlns:a16="http://schemas.microsoft.com/office/drawing/2014/main" id="{24ED4D66-58D0-AD51-B368-7FC611D2C863}"/>
                  </a:ext>
                </a:extLst>
              </p:cNvPr>
              <p:cNvSpPr/>
              <p:nvPr/>
            </p:nvSpPr>
            <p:spPr>
              <a:xfrm>
                <a:off x="4296650" y="3757425"/>
                <a:ext cx="156300" cy="57475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2299" extrusionOk="0">
                    <a:moveTo>
                      <a:pt x="2322" y="1"/>
                    </a:moveTo>
                    <a:cubicBezTo>
                      <a:pt x="2322" y="1"/>
                      <a:pt x="2137" y="172"/>
                      <a:pt x="1180" y="172"/>
                    </a:cubicBezTo>
                    <a:cubicBezTo>
                      <a:pt x="901" y="172"/>
                      <a:pt x="556" y="158"/>
                      <a:pt x="132" y="120"/>
                    </a:cubicBezTo>
                    <a:cubicBezTo>
                      <a:pt x="132" y="120"/>
                      <a:pt x="1" y="299"/>
                      <a:pt x="1" y="668"/>
                    </a:cubicBezTo>
                    <a:cubicBezTo>
                      <a:pt x="1" y="1025"/>
                      <a:pt x="36" y="2299"/>
                      <a:pt x="36" y="2299"/>
                    </a:cubicBezTo>
                    <a:lnTo>
                      <a:pt x="6228" y="2299"/>
                    </a:lnTo>
                    <a:cubicBezTo>
                      <a:pt x="6228" y="2299"/>
                      <a:pt x="6252" y="1334"/>
                      <a:pt x="5466" y="823"/>
                    </a:cubicBezTo>
                    <a:cubicBezTo>
                      <a:pt x="4680" y="311"/>
                      <a:pt x="3477" y="811"/>
                      <a:pt x="23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4955;p116">
                <a:extLst>
                  <a:ext uri="{FF2B5EF4-FFF2-40B4-BE49-F238E27FC236}">
                    <a16:creationId xmlns:a16="http://schemas.microsoft.com/office/drawing/2014/main" id="{BD5935AD-F929-3035-CAA3-9AAE49D455F5}"/>
                  </a:ext>
                </a:extLst>
              </p:cNvPr>
              <p:cNvSpPr/>
              <p:nvPr/>
            </p:nvSpPr>
            <p:spPr>
              <a:xfrm>
                <a:off x="4044550" y="2965675"/>
                <a:ext cx="228625" cy="798200"/>
              </a:xfrm>
              <a:custGeom>
                <a:avLst/>
                <a:gdLst/>
                <a:ahLst/>
                <a:cxnLst/>
                <a:rect l="l" t="t" r="r" b="b"/>
                <a:pathLst>
                  <a:path w="9145" h="31928" extrusionOk="0">
                    <a:moveTo>
                      <a:pt x="3560" y="0"/>
                    </a:moveTo>
                    <a:lnTo>
                      <a:pt x="3548" y="16622"/>
                    </a:lnTo>
                    <a:cubicBezTo>
                      <a:pt x="2334" y="18527"/>
                      <a:pt x="405" y="27385"/>
                      <a:pt x="0" y="31790"/>
                    </a:cubicBezTo>
                    <a:cubicBezTo>
                      <a:pt x="364" y="31870"/>
                      <a:pt x="722" y="31927"/>
                      <a:pt x="1066" y="31927"/>
                    </a:cubicBezTo>
                    <a:cubicBezTo>
                      <a:pt x="1445" y="31927"/>
                      <a:pt x="1807" y="31858"/>
                      <a:pt x="2143" y="31671"/>
                    </a:cubicBezTo>
                    <a:lnTo>
                      <a:pt x="7477" y="16657"/>
                    </a:lnTo>
                    <a:lnTo>
                      <a:pt x="9144" y="1334"/>
                    </a:lnTo>
                    <a:lnTo>
                      <a:pt x="356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4956;p116">
                <a:extLst>
                  <a:ext uri="{FF2B5EF4-FFF2-40B4-BE49-F238E27FC236}">
                    <a16:creationId xmlns:a16="http://schemas.microsoft.com/office/drawing/2014/main" id="{53DB26EE-BAC8-D05E-1A9C-F2E433C53B45}"/>
                  </a:ext>
                </a:extLst>
              </p:cNvPr>
              <p:cNvSpPr/>
              <p:nvPr/>
            </p:nvSpPr>
            <p:spPr>
              <a:xfrm>
                <a:off x="4040975" y="3757425"/>
                <a:ext cx="155100" cy="57475"/>
              </a:xfrm>
              <a:custGeom>
                <a:avLst/>
                <a:gdLst/>
                <a:ahLst/>
                <a:cxnLst/>
                <a:rect l="l" t="t" r="r" b="b"/>
                <a:pathLst>
                  <a:path w="6204" h="2299" extrusionOk="0">
                    <a:moveTo>
                      <a:pt x="2286" y="1"/>
                    </a:moveTo>
                    <a:cubicBezTo>
                      <a:pt x="2286" y="1"/>
                      <a:pt x="2136" y="172"/>
                      <a:pt x="1190" y="172"/>
                    </a:cubicBezTo>
                    <a:cubicBezTo>
                      <a:pt x="914" y="172"/>
                      <a:pt x="571" y="158"/>
                      <a:pt x="143" y="120"/>
                    </a:cubicBezTo>
                    <a:cubicBezTo>
                      <a:pt x="143" y="120"/>
                      <a:pt x="0" y="311"/>
                      <a:pt x="0" y="680"/>
                    </a:cubicBezTo>
                    <a:lnTo>
                      <a:pt x="0" y="2299"/>
                    </a:lnTo>
                    <a:lnTo>
                      <a:pt x="6180" y="2299"/>
                    </a:lnTo>
                    <a:cubicBezTo>
                      <a:pt x="6180" y="2299"/>
                      <a:pt x="6203" y="1334"/>
                      <a:pt x="5418" y="823"/>
                    </a:cubicBezTo>
                    <a:cubicBezTo>
                      <a:pt x="4644" y="311"/>
                      <a:pt x="3429" y="811"/>
                      <a:pt x="22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4957;p116">
                <a:extLst>
                  <a:ext uri="{FF2B5EF4-FFF2-40B4-BE49-F238E27FC236}">
                    <a16:creationId xmlns:a16="http://schemas.microsoft.com/office/drawing/2014/main" id="{15646236-B58D-C7AA-3E95-B607DCE94B5B}"/>
                  </a:ext>
                </a:extLst>
              </p:cNvPr>
              <p:cNvSpPr/>
              <p:nvPr/>
            </p:nvSpPr>
            <p:spPr>
              <a:xfrm>
                <a:off x="4113600" y="2504900"/>
                <a:ext cx="259275" cy="526950"/>
              </a:xfrm>
              <a:custGeom>
                <a:avLst/>
                <a:gdLst/>
                <a:ahLst/>
                <a:cxnLst/>
                <a:rect l="l" t="t" r="r" b="b"/>
                <a:pathLst>
                  <a:path w="10371" h="21078" extrusionOk="0">
                    <a:moveTo>
                      <a:pt x="4370" y="1"/>
                    </a:moveTo>
                    <a:lnTo>
                      <a:pt x="2370" y="1001"/>
                    </a:lnTo>
                    <a:lnTo>
                      <a:pt x="1739" y="1322"/>
                    </a:lnTo>
                    <a:lnTo>
                      <a:pt x="1441" y="1465"/>
                    </a:lnTo>
                    <a:lnTo>
                      <a:pt x="0" y="2191"/>
                    </a:lnTo>
                    <a:lnTo>
                      <a:pt x="2132" y="10168"/>
                    </a:lnTo>
                    <a:lnTo>
                      <a:pt x="417" y="19682"/>
                    </a:lnTo>
                    <a:cubicBezTo>
                      <a:pt x="417" y="19682"/>
                      <a:pt x="2504" y="21077"/>
                      <a:pt x="5779" y="21077"/>
                    </a:cubicBezTo>
                    <a:cubicBezTo>
                      <a:pt x="7011" y="21077"/>
                      <a:pt x="8410" y="20880"/>
                      <a:pt x="9930" y="20336"/>
                    </a:cubicBezTo>
                    <a:lnTo>
                      <a:pt x="9883" y="8823"/>
                    </a:lnTo>
                    <a:lnTo>
                      <a:pt x="9883" y="8621"/>
                    </a:lnTo>
                    <a:cubicBezTo>
                      <a:pt x="9894" y="8597"/>
                      <a:pt x="9918" y="8573"/>
                      <a:pt x="9930" y="8549"/>
                    </a:cubicBezTo>
                    <a:cubicBezTo>
                      <a:pt x="10180" y="8216"/>
                      <a:pt x="10371" y="7775"/>
                      <a:pt x="10359" y="7204"/>
                    </a:cubicBezTo>
                    <a:cubicBezTo>
                      <a:pt x="10347" y="6573"/>
                      <a:pt x="10097" y="5847"/>
                      <a:pt x="9799" y="5204"/>
                    </a:cubicBezTo>
                    <a:cubicBezTo>
                      <a:pt x="9633" y="3584"/>
                      <a:pt x="9502" y="2001"/>
                      <a:pt x="9692" y="691"/>
                    </a:cubicBezTo>
                    <a:lnTo>
                      <a:pt x="9263" y="632"/>
                    </a:lnTo>
                    <a:lnTo>
                      <a:pt x="8942" y="596"/>
                    </a:lnTo>
                    <a:lnTo>
                      <a:pt x="8382" y="513"/>
                    </a:lnTo>
                    <a:lnTo>
                      <a:pt x="437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4958;p116">
                <a:extLst>
                  <a:ext uri="{FF2B5EF4-FFF2-40B4-BE49-F238E27FC236}">
                    <a16:creationId xmlns:a16="http://schemas.microsoft.com/office/drawing/2014/main" id="{405DC982-12D7-A0C4-3F0A-E17D975D7F51}"/>
                  </a:ext>
                </a:extLst>
              </p:cNvPr>
              <p:cNvSpPr/>
              <p:nvPr/>
            </p:nvSpPr>
            <p:spPr>
              <a:xfrm>
                <a:off x="4217475" y="2718625"/>
                <a:ext cx="144400" cy="17275"/>
              </a:xfrm>
              <a:custGeom>
                <a:avLst/>
                <a:gdLst/>
                <a:ahLst/>
                <a:cxnLst/>
                <a:rect l="l" t="t" r="r" b="b"/>
                <a:pathLst>
                  <a:path w="5776" h="691" extrusionOk="0">
                    <a:moveTo>
                      <a:pt x="5775" y="0"/>
                    </a:moveTo>
                    <a:cubicBezTo>
                      <a:pt x="5330" y="132"/>
                      <a:pt x="4098" y="441"/>
                      <a:pt x="2490" y="441"/>
                    </a:cubicBezTo>
                    <a:cubicBezTo>
                      <a:pt x="1774" y="441"/>
                      <a:pt x="984" y="380"/>
                      <a:pt x="155" y="215"/>
                    </a:cubicBezTo>
                    <a:cubicBezTo>
                      <a:pt x="149" y="213"/>
                      <a:pt x="143" y="213"/>
                      <a:pt x="137" y="213"/>
                    </a:cubicBezTo>
                    <a:cubicBezTo>
                      <a:pt x="82" y="213"/>
                      <a:pt x="23" y="256"/>
                      <a:pt x="13" y="310"/>
                    </a:cubicBezTo>
                    <a:cubicBezTo>
                      <a:pt x="1" y="381"/>
                      <a:pt x="48" y="441"/>
                      <a:pt x="108" y="453"/>
                    </a:cubicBezTo>
                    <a:cubicBezTo>
                      <a:pt x="953" y="619"/>
                      <a:pt x="1751" y="691"/>
                      <a:pt x="2477" y="691"/>
                    </a:cubicBezTo>
                    <a:cubicBezTo>
                      <a:pt x="4001" y="691"/>
                      <a:pt x="5204" y="417"/>
                      <a:pt x="5728" y="274"/>
                    </a:cubicBezTo>
                    <a:lnTo>
                      <a:pt x="5728" y="72"/>
                    </a:lnTo>
                    <a:cubicBezTo>
                      <a:pt x="5739" y="48"/>
                      <a:pt x="5763" y="24"/>
                      <a:pt x="57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4959;p116">
                <a:extLst>
                  <a:ext uri="{FF2B5EF4-FFF2-40B4-BE49-F238E27FC236}">
                    <a16:creationId xmlns:a16="http://schemas.microsoft.com/office/drawing/2014/main" id="{C22A69EB-DDF7-35F4-271A-F70EB68D0A3B}"/>
                  </a:ext>
                </a:extLst>
              </p:cNvPr>
              <p:cNvSpPr/>
              <p:nvPr/>
            </p:nvSpPr>
            <p:spPr>
              <a:xfrm>
                <a:off x="4206175" y="2464450"/>
                <a:ext cx="64025" cy="72250"/>
              </a:xfrm>
              <a:custGeom>
                <a:avLst/>
                <a:gdLst/>
                <a:ahLst/>
                <a:cxnLst/>
                <a:rect l="l" t="t" r="r" b="b"/>
                <a:pathLst>
                  <a:path w="2561" h="2890" extrusionOk="0">
                    <a:moveTo>
                      <a:pt x="458" y="0"/>
                    </a:moveTo>
                    <a:cubicBezTo>
                      <a:pt x="270" y="0"/>
                      <a:pt x="110" y="33"/>
                      <a:pt x="0" y="118"/>
                    </a:cubicBezTo>
                    <a:lnTo>
                      <a:pt x="274" y="2523"/>
                    </a:lnTo>
                    <a:cubicBezTo>
                      <a:pt x="274" y="2523"/>
                      <a:pt x="973" y="2890"/>
                      <a:pt x="1672" y="2890"/>
                    </a:cubicBezTo>
                    <a:cubicBezTo>
                      <a:pt x="1990" y="2890"/>
                      <a:pt x="2307" y="2814"/>
                      <a:pt x="2560" y="2595"/>
                    </a:cubicBezTo>
                    <a:lnTo>
                      <a:pt x="2548" y="1904"/>
                    </a:lnTo>
                    <a:lnTo>
                      <a:pt x="2524" y="404"/>
                    </a:lnTo>
                    <a:cubicBezTo>
                      <a:pt x="2524" y="404"/>
                      <a:pt x="2310" y="345"/>
                      <a:pt x="2012" y="285"/>
                    </a:cubicBezTo>
                    <a:cubicBezTo>
                      <a:pt x="1563" y="200"/>
                      <a:pt x="925" y="0"/>
                      <a:pt x="458" y="0"/>
                    </a:cubicBezTo>
                    <a:close/>
                  </a:path>
                </a:pathLst>
              </a:custGeom>
              <a:solidFill>
                <a:srgbClr val="FBB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4960;p116">
                <a:extLst>
                  <a:ext uri="{FF2B5EF4-FFF2-40B4-BE49-F238E27FC236}">
                    <a16:creationId xmlns:a16="http://schemas.microsoft.com/office/drawing/2014/main" id="{99EA4A16-E012-7DA0-FD91-D7164CC63A7D}"/>
                  </a:ext>
                </a:extLst>
              </p:cNvPr>
              <p:cNvSpPr/>
              <p:nvPr/>
            </p:nvSpPr>
            <p:spPr>
              <a:xfrm>
                <a:off x="4220150" y="2471575"/>
                <a:ext cx="49750" cy="40500"/>
              </a:xfrm>
              <a:custGeom>
                <a:avLst/>
                <a:gdLst/>
                <a:ahLst/>
                <a:cxnLst/>
                <a:rect l="l" t="t" r="r" b="b"/>
                <a:pathLst>
                  <a:path w="1990" h="1620" extrusionOk="0">
                    <a:moveTo>
                      <a:pt x="1453" y="0"/>
                    </a:moveTo>
                    <a:lnTo>
                      <a:pt x="1" y="119"/>
                    </a:lnTo>
                    <a:cubicBezTo>
                      <a:pt x="1" y="119"/>
                      <a:pt x="953" y="1465"/>
                      <a:pt x="1989" y="1619"/>
                    </a:cubicBezTo>
                    <a:lnTo>
                      <a:pt x="1965" y="119"/>
                    </a:lnTo>
                    <a:cubicBezTo>
                      <a:pt x="1965" y="119"/>
                      <a:pt x="1751" y="60"/>
                      <a:pt x="1453" y="0"/>
                    </a:cubicBezTo>
                    <a:close/>
                  </a:path>
                </a:pathLst>
              </a:custGeom>
              <a:solidFill>
                <a:srgbClr val="ED86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4961;p116">
                <a:extLst>
                  <a:ext uri="{FF2B5EF4-FFF2-40B4-BE49-F238E27FC236}">
                    <a16:creationId xmlns:a16="http://schemas.microsoft.com/office/drawing/2014/main" id="{9F15AFD4-D351-046F-B0B8-3FEA0A1C8F8C}"/>
                  </a:ext>
                </a:extLst>
              </p:cNvPr>
              <p:cNvSpPr/>
              <p:nvPr/>
            </p:nvSpPr>
            <p:spPr>
              <a:xfrm>
                <a:off x="4178475" y="2317375"/>
                <a:ext cx="180125" cy="174775"/>
              </a:xfrm>
              <a:custGeom>
                <a:avLst/>
                <a:gdLst/>
                <a:ahLst/>
                <a:cxnLst/>
                <a:rect l="l" t="t" r="r" b="b"/>
                <a:pathLst>
                  <a:path w="7205" h="6991" extrusionOk="0">
                    <a:moveTo>
                      <a:pt x="5895" y="1"/>
                    </a:moveTo>
                    <a:lnTo>
                      <a:pt x="668" y="977"/>
                    </a:lnTo>
                    <a:cubicBezTo>
                      <a:pt x="168" y="1346"/>
                      <a:pt x="13" y="2156"/>
                      <a:pt x="1" y="3025"/>
                    </a:cubicBezTo>
                    <a:cubicBezTo>
                      <a:pt x="1" y="3751"/>
                      <a:pt x="108" y="4513"/>
                      <a:pt x="215" y="5073"/>
                    </a:cubicBezTo>
                    <a:cubicBezTo>
                      <a:pt x="311" y="5608"/>
                      <a:pt x="406" y="5966"/>
                      <a:pt x="406" y="5966"/>
                    </a:cubicBezTo>
                    <a:cubicBezTo>
                      <a:pt x="406" y="5966"/>
                      <a:pt x="489" y="6025"/>
                      <a:pt x="620" y="6097"/>
                    </a:cubicBezTo>
                    <a:cubicBezTo>
                      <a:pt x="1110" y="6367"/>
                      <a:pt x="2378" y="6990"/>
                      <a:pt x="3703" y="6990"/>
                    </a:cubicBezTo>
                    <a:cubicBezTo>
                      <a:pt x="4246" y="6990"/>
                      <a:pt x="4799" y="6886"/>
                      <a:pt x="5311" y="6609"/>
                    </a:cubicBezTo>
                    <a:cubicBezTo>
                      <a:pt x="7204" y="5573"/>
                      <a:pt x="6180" y="1132"/>
                      <a:pt x="5942" y="179"/>
                    </a:cubicBezTo>
                    <a:cubicBezTo>
                      <a:pt x="5906" y="60"/>
                      <a:pt x="5895" y="1"/>
                      <a:pt x="5895" y="1"/>
                    </a:cubicBezTo>
                    <a:close/>
                  </a:path>
                </a:pathLst>
              </a:custGeom>
              <a:solidFill>
                <a:srgbClr val="FBB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4962;p116">
                <a:extLst>
                  <a:ext uri="{FF2B5EF4-FFF2-40B4-BE49-F238E27FC236}">
                    <a16:creationId xmlns:a16="http://schemas.microsoft.com/office/drawing/2014/main" id="{6833C38D-5727-F0EA-6BE2-33C38680707F}"/>
                  </a:ext>
                </a:extLst>
              </p:cNvPr>
              <p:cNvSpPr/>
              <p:nvPr/>
            </p:nvSpPr>
            <p:spPr>
              <a:xfrm>
                <a:off x="4021625" y="2255675"/>
                <a:ext cx="324475" cy="290125"/>
              </a:xfrm>
              <a:custGeom>
                <a:avLst/>
                <a:gdLst/>
                <a:ahLst/>
                <a:cxnLst/>
                <a:rect l="l" t="t" r="r" b="b"/>
                <a:pathLst>
                  <a:path w="12979" h="11605" extrusionOk="0">
                    <a:moveTo>
                      <a:pt x="3588" y="0"/>
                    </a:moveTo>
                    <a:cubicBezTo>
                      <a:pt x="3540" y="0"/>
                      <a:pt x="3491" y="2"/>
                      <a:pt x="3441" y="4"/>
                    </a:cubicBezTo>
                    <a:cubicBezTo>
                      <a:pt x="1489" y="99"/>
                      <a:pt x="0" y="3755"/>
                      <a:pt x="1786" y="5969"/>
                    </a:cubicBezTo>
                    <a:cubicBezTo>
                      <a:pt x="3543" y="8174"/>
                      <a:pt x="4133" y="11232"/>
                      <a:pt x="1344" y="11232"/>
                    </a:cubicBezTo>
                    <a:cubicBezTo>
                      <a:pt x="1317" y="11232"/>
                      <a:pt x="1290" y="11232"/>
                      <a:pt x="1262" y="11232"/>
                    </a:cubicBezTo>
                    <a:lnTo>
                      <a:pt x="1262" y="11232"/>
                    </a:lnTo>
                    <a:cubicBezTo>
                      <a:pt x="1262" y="11232"/>
                      <a:pt x="1927" y="11604"/>
                      <a:pt x="2715" y="11604"/>
                    </a:cubicBezTo>
                    <a:cubicBezTo>
                      <a:pt x="3410" y="11604"/>
                      <a:pt x="4202" y="11314"/>
                      <a:pt x="4715" y="10220"/>
                    </a:cubicBezTo>
                    <a:cubicBezTo>
                      <a:pt x="5061" y="9493"/>
                      <a:pt x="5287" y="8410"/>
                      <a:pt x="5442" y="7267"/>
                    </a:cubicBezTo>
                    <a:cubicBezTo>
                      <a:pt x="5739" y="7886"/>
                      <a:pt x="6180" y="8398"/>
                      <a:pt x="6799" y="8517"/>
                    </a:cubicBezTo>
                    <a:cubicBezTo>
                      <a:pt x="6835" y="8529"/>
                      <a:pt x="6858" y="8541"/>
                      <a:pt x="6894" y="8565"/>
                    </a:cubicBezTo>
                    <a:cubicBezTo>
                      <a:pt x="7251" y="8172"/>
                      <a:pt x="6918" y="7684"/>
                      <a:pt x="6918" y="7684"/>
                    </a:cubicBezTo>
                    <a:lnTo>
                      <a:pt x="6715" y="7612"/>
                    </a:lnTo>
                    <a:cubicBezTo>
                      <a:pt x="6644" y="7041"/>
                      <a:pt x="6596" y="6267"/>
                      <a:pt x="6668" y="5540"/>
                    </a:cubicBezTo>
                    <a:lnTo>
                      <a:pt x="6668" y="5540"/>
                    </a:lnTo>
                    <a:cubicBezTo>
                      <a:pt x="6966" y="5683"/>
                      <a:pt x="7180" y="5993"/>
                      <a:pt x="7323" y="6171"/>
                    </a:cubicBezTo>
                    <a:cubicBezTo>
                      <a:pt x="7323" y="6171"/>
                      <a:pt x="7549" y="7398"/>
                      <a:pt x="7847" y="7957"/>
                    </a:cubicBezTo>
                    <a:cubicBezTo>
                      <a:pt x="8046" y="8318"/>
                      <a:pt x="8240" y="8382"/>
                      <a:pt x="8353" y="8382"/>
                    </a:cubicBezTo>
                    <a:cubicBezTo>
                      <a:pt x="8416" y="8382"/>
                      <a:pt x="8454" y="8362"/>
                      <a:pt x="8454" y="8362"/>
                    </a:cubicBezTo>
                    <a:cubicBezTo>
                      <a:pt x="8073" y="8327"/>
                      <a:pt x="7858" y="7576"/>
                      <a:pt x="7978" y="6636"/>
                    </a:cubicBezTo>
                    <a:cubicBezTo>
                      <a:pt x="8085" y="5790"/>
                      <a:pt x="7918" y="4278"/>
                      <a:pt x="7894" y="4005"/>
                    </a:cubicBezTo>
                    <a:cubicBezTo>
                      <a:pt x="7894" y="3993"/>
                      <a:pt x="7882" y="3981"/>
                      <a:pt x="7882" y="3981"/>
                    </a:cubicBezTo>
                    <a:cubicBezTo>
                      <a:pt x="7882" y="3969"/>
                      <a:pt x="7882" y="3969"/>
                      <a:pt x="7882" y="3969"/>
                    </a:cubicBezTo>
                    <a:cubicBezTo>
                      <a:pt x="7870" y="3755"/>
                      <a:pt x="7847" y="3624"/>
                      <a:pt x="7847" y="3624"/>
                    </a:cubicBezTo>
                    <a:lnTo>
                      <a:pt x="7847" y="3624"/>
                    </a:lnTo>
                    <a:cubicBezTo>
                      <a:pt x="7998" y="3642"/>
                      <a:pt x="8155" y="3651"/>
                      <a:pt x="8314" y="3651"/>
                    </a:cubicBezTo>
                    <a:cubicBezTo>
                      <a:pt x="8868" y="3651"/>
                      <a:pt x="9459" y="3548"/>
                      <a:pt x="10014" y="3409"/>
                    </a:cubicBezTo>
                    <a:cubicBezTo>
                      <a:pt x="10668" y="3338"/>
                      <a:pt x="11335" y="3195"/>
                      <a:pt x="11847" y="2921"/>
                    </a:cubicBezTo>
                    <a:cubicBezTo>
                      <a:pt x="11978" y="2850"/>
                      <a:pt x="12097" y="2766"/>
                      <a:pt x="12180" y="2659"/>
                    </a:cubicBezTo>
                    <a:lnTo>
                      <a:pt x="12204" y="2659"/>
                    </a:lnTo>
                    <a:lnTo>
                      <a:pt x="12609" y="5017"/>
                    </a:lnTo>
                    <a:cubicBezTo>
                      <a:pt x="12609" y="5017"/>
                      <a:pt x="12978" y="4421"/>
                      <a:pt x="12895" y="3612"/>
                    </a:cubicBezTo>
                    <a:cubicBezTo>
                      <a:pt x="12835" y="3112"/>
                      <a:pt x="12550" y="2683"/>
                      <a:pt x="12347" y="2421"/>
                    </a:cubicBezTo>
                    <a:cubicBezTo>
                      <a:pt x="12692" y="1695"/>
                      <a:pt x="12157" y="671"/>
                      <a:pt x="11073" y="409"/>
                    </a:cubicBezTo>
                    <a:cubicBezTo>
                      <a:pt x="10919" y="373"/>
                      <a:pt x="10745" y="357"/>
                      <a:pt x="10557" y="357"/>
                    </a:cubicBezTo>
                    <a:cubicBezTo>
                      <a:pt x="8988" y="357"/>
                      <a:pt x="6423" y="1501"/>
                      <a:pt x="5870" y="2171"/>
                    </a:cubicBezTo>
                    <a:cubicBezTo>
                      <a:pt x="5870" y="2171"/>
                      <a:pt x="5823" y="1992"/>
                      <a:pt x="5727" y="1766"/>
                    </a:cubicBezTo>
                    <a:cubicBezTo>
                      <a:pt x="5716" y="1708"/>
                      <a:pt x="5399" y="0"/>
                      <a:pt x="3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4963;p116">
                <a:extLst>
                  <a:ext uri="{FF2B5EF4-FFF2-40B4-BE49-F238E27FC236}">
                    <a16:creationId xmlns:a16="http://schemas.microsoft.com/office/drawing/2014/main" id="{EEBEDC38-C66D-2435-792B-2175E49FA696}"/>
                  </a:ext>
                </a:extLst>
              </p:cNvPr>
              <p:cNvSpPr/>
              <p:nvPr/>
            </p:nvSpPr>
            <p:spPr>
              <a:xfrm>
                <a:off x="4155950" y="2392650"/>
                <a:ext cx="48750" cy="61175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2447" extrusionOk="0">
                    <a:moveTo>
                      <a:pt x="978" y="1"/>
                    </a:moveTo>
                    <a:cubicBezTo>
                      <a:pt x="824" y="1"/>
                      <a:pt x="665" y="61"/>
                      <a:pt x="521" y="228"/>
                    </a:cubicBezTo>
                    <a:cubicBezTo>
                      <a:pt x="0" y="838"/>
                      <a:pt x="541" y="2447"/>
                      <a:pt x="1684" y="2447"/>
                    </a:cubicBezTo>
                    <a:cubicBezTo>
                      <a:pt x="1769" y="2447"/>
                      <a:pt x="1858" y="2438"/>
                      <a:pt x="1950" y="2419"/>
                    </a:cubicBezTo>
                    <a:lnTo>
                      <a:pt x="1735" y="395"/>
                    </a:lnTo>
                    <a:cubicBezTo>
                      <a:pt x="1735" y="395"/>
                      <a:pt x="1372" y="1"/>
                      <a:pt x="978" y="1"/>
                    </a:cubicBezTo>
                    <a:close/>
                  </a:path>
                </a:pathLst>
              </a:custGeom>
              <a:solidFill>
                <a:srgbClr val="FBB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4964;p116">
                <a:extLst>
                  <a:ext uri="{FF2B5EF4-FFF2-40B4-BE49-F238E27FC236}">
                    <a16:creationId xmlns:a16="http://schemas.microsoft.com/office/drawing/2014/main" id="{E9FE26AB-57E0-C94B-7B86-3B18B599A3FA}"/>
                  </a:ext>
                </a:extLst>
              </p:cNvPr>
              <p:cNvSpPr/>
              <p:nvPr/>
            </p:nvSpPr>
            <p:spPr>
              <a:xfrm>
                <a:off x="4128175" y="2299825"/>
                <a:ext cx="40225" cy="65200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2608" extrusionOk="0">
                    <a:moveTo>
                      <a:pt x="1465" y="0"/>
                    </a:moveTo>
                    <a:cubicBezTo>
                      <a:pt x="358" y="548"/>
                      <a:pt x="60" y="2167"/>
                      <a:pt x="1" y="2608"/>
                    </a:cubicBezTo>
                    <a:cubicBezTo>
                      <a:pt x="156" y="2608"/>
                      <a:pt x="322" y="2584"/>
                      <a:pt x="501" y="2548"/>
                    </a:cubicBezTo>
                    <a:cubicBezTo>
                      <a:pt x="751" y="1131"/>
                      <a:pt x="1608" y="405"/>
                      <a:pt x="1608" y="405"/>
                    </a:cubicBezTo>
                    <a:cubicBezTo>
                      <a:pt x="1608" y="405"/>
                      <a:pt x="1561" y="226"/>
                      <a:pt x="14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4965;p116">
                <a:extLst>
                  <a:ext uri="{FF2B5EF4-FFF2-40B4-BE49-F238E27FC236}">
                    <a16:creationId xmlns:a16="http://schemas.microsoft.com/office/drawing/2014/main" id="{27EC231E-6198-5EFE-446E-146F3515A782}"/>
                  </a:ext>
                </a:extLst>
              </p:cNvPr>
              <p:cNvSpPr/>
              <p:nvPr/>
            </p:nvSpPr>
            <p:spPr>
              <a:xfrm>
                <a:off x="4345475" y="2522175"/>
                <a:ext cx="55675" cy="101825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4073" extrusionOk="0">
                    <a:moveTo>
                      <a:pt x="417" y="0"/>
                    </a:moveTo>
                    <a:cubicBezTo>
                      <a:pt x="0" y="1584"/>
                      <a:pt x="358" y="2620"/>
                      <a:pt x="358" y="2620"/>
                    </a:cubicBezTo>
                    <a:cubicBezTo>
                      <a:pt x="358" y="2620"/>
                      <a:pt x="1286" y="3679"/>
                      <a:pt x="2227" y="4072"/>
                    </a:cubicBezTo>
                    <a:lnTo>
                      <a:pt x="2227" y="1298"/>
                    </a:lnTo>
                    <a:lnTo>
                      <a:pt x="2215" y="1298"/>
                    </a:lnTo>
                    <a:cubicBezTo>
                      <a:pt x="1417" y="631"/>
                      <a:pt x="417" y="0"/>
                      <a:pt x="417" y="0"/>
                    </a:cubicBezTo>
                    <a:close/>
                  </a:path>
                </a:pathLst>
              </a:custGeom>
              <a:solidFill>
                <a:srgbClr val="FBB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4966;p116">
                <a:extLst>
                  <a:ext uri="{FF2B5EF4-FFF2-40B4-BE49-F238E27FC236}">
                    <a16:creationId xmlns:a16="http://schemas.microsoft.com/office/drawing/2014/main" id="{498F5730-0583-0E4E-25DD-0AC08F74C560}"/>
                  </a:ext>
                </a:extLst>
              </p:cNvPr>
              <p:cNvSpPr/>
              <p:nvPr/>
            </p:nvSpPr>
            <p:spPr>
              <a:xfrm>
                <a:off x="4089125" y="2551850"/>
                <a:ext cx="465625" cy="183800"/>
              </a:xfrm>
              <a:custGeom>
                <a:avLst/>
                <a:gdLst/>
                <a:ahLst/>
                <a:cxnLst/>
                <a:rect l="l" t="t" r="r" b="b"/>
                <a:pathLst>
                  <a:path w="18625" h="7352" extrusionOk="0">
                    <a:moveTo>
                      <a:pt x="1883" y="1"/>
                    </a:moveTo>
                    <a:cubicBezTo>
                      <a:pt x="849" y="1"/>
                      <a:pt x="0" y="1155"/>
                      <a:pt x="598" y="2206"/>
                    </a:cubicBezTo>
                    <a:cubicBezTo>
                      <a:pt x="610" y="2206"/>
                      <a:pt x="670" y="2290"/>
                      <a:pt x="765" y="2397"/>
                    </a:cubicBezTo>
                    <a:cubicBezTo>
                      <a:pt x="1682" y="3468"/>
                      <a:pt x="2777" y="4385"/>
                      <a:pt x="4004" y="5100"/>
                    </a:cubicBezTo>
                    <a:cubicBezTo>
                      <a:pt x="5158" y="5754"/>
                      <a:pt x="6540" y="7064"/>
                      <a:pt x="8028" y="7302"/>
                    </a:cubicBezTo>
                    <a:cubicBezTo>
                      <a:pt x="8231" y="7336"/>
                      <a:pt x="8454" y="7351"/>
                      <a:pt x="8694" y="7351"/>
                    </a:cubicBezTo>
                    <a:cubicBezTo>
                      <a:pt x="12034" y="7351"/>
                      <a:pt x="18624" y="4326"/>
                      <a:pt x="18624" y="4326"/>
                    </a:cubicBezTo>
                    <a:lnTo>
                      <a:pt x="17993" y="2587"/>
                    </a:lnTo>
                    <a:cubicBezTo>
                      <a:pt x="17993" y="2587"/>
                      <a:pt x="13648" y="3683"/>
                      <a:pt x="12147" y="3921"/>
                    </a:cubicBezTo>
                    <a:cubicBezTo>
                      <a:pt x="10600" y="4159"/>
                      <a:pt x="9135" y="4421"/>
                      <a:pt x="9135" y="4421"/>
                    </a:cubicBezTo>
                    <a:cubicBezTo>
                      <a:pt x="7599" y="3516"/>
                      <a:pt x="4349" y="1206"/>
                      <a:pt x="2622" y="206"/>
                    </a:cubicBezTo>
                    <a:cubicBezTo>
                      <a:pt x="2377" y="64"/>
                      <a:pt x="2125" y="1"/>
                      <a:pt x="1883" y="1"/>
                    </a:cubicBezTo>
                    <a:close/>
                  </a:path>
                </a:pathLst>
              </a:custGeom>
              <a:solidFill>
                <a:srgbClr val="FBB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4967;p116">
                <a:extLst>
                  <a:ext uri="{FF2B5EF4-FFF2-40B4-BE49-F238E27FC236}">
                    <a16:creationId xmlns:a16="http://schemas.microsoft.com/office/drawing/2014/main" id="{E57366BB-EFD8-D6F8-9ADC-CCD8FCBB9C61}"/>
                  </a:ext>
                </a:extLst>
              </p:cNvPr>
              <p:cNvSpPr/>
              <p:nvPr/>
            </p:nvSpPr>
            <p:spPr>
              <a:xfrm>
                <a:off x="4538950" y="2558000"/>
                <a:ext cx="12980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5192" h="4080" extrusionOk="0">
                    <a:moveTo>
                      <a:pt x="1926" y="0"/>
                    </a:moveTo>
                    <a:cubicBezTo>
                      <a:pt x="1859" y="0"/>
                      <a:pt x="1771" y="35"/>
                      <a:pt x="1667" y="115"/>
                    </a:cubicBezTo>
                    <a:cubicBezTo>
                      <a:pt x="1251" y="436"/>
                      <a:pt x="751" y="698"/>
                      <a:pt x="441" y="1151"/>
                    </a:cubicBezTo>
                    <a:cubicBezTo>
                      <a:pt x="143" y="1615"/>
                      <a:pt x="0" y="2341"/>
                      <a:pt x="0" y="2341"/>
                    </a:cubicBezTo>
                    <a:lnTo>
                      <a:pt x="631" y="4080"/>
                    </a:lnTo>
                    <a:cubicBezTo>
                      <a:pt x="2239" y="3889"/>
                      <a:pt x="4561" y="2532"/>
                      <a:pt x="4608" y="2210"/>
                    </a:cubicBezTo>
                    <a:cubicBezTo>
                      <a:pt x="4615" y="2161"/>
                      <a:pt x="4571" y="2142"/>
                      <a:pt x="4496" y="2142"/>
                    </a:cubicBezTo>
                    <a:cubicBezTo>
                      <a:pt x="4189" y="2142"/>
                      <a:pt x="3358" y="2472"/>
                      <a:pt x="3358" y="2472"/>
                    </a:cubicBezTo>
                    <a:cubicBezTo>
                      <a:pt x="3870" y="2246"/>
                      <a:pt x="4894" y="1770"/>
                      <a:pt x="4822" y="1556"/>
                    </a:cubicBezTo>
                    <a:cubicBezTo>
                      <a:pt x="4803" y="1497"/>
                      <a:pt x="4734" y="1474"/>
                      <a:pt x="4636" y="1474"/>
                    </a:cubicBezTo>
                    <a:cubicBezTo>
                      <a:pt x="4253" y="1474"/>
                      <a:pt x="3429" y="1829"/>
                      <a:pt x="3429" y="1829"/>
                    </a:cubicBezTo>
                    <a:cubicBezTo>
                      <a:pt x="3429" y="1829"/>
                      <a:pt x="5192" y="1044"/>
                      <a:pt x="4918" y="829"/>
                    </a:cubicBezTo>
                    <a:cubicBezTo>
                      <a:pt x="4884" y="806"/>
                      <a:pt x="4832" y="795"/>
                      <a:pt x="4765" y="795"/>
                    </a:cubicBezTo>
                    <a:cubicBezTo>
                      <a:pt x="4264" y="795"/>
                      <a:pt x="2965" y="1389"/>
                      <a:pt x="2965" y="1389"/>
                    </a:cubicBezTo>
                    <a:cubicBezTo>
                      <a:pt x="2965" y="1389"/>
                      <a:pt x="4620" y="436"/>
                      <a:pt x="4049" y="365"/>
                    </a:cubicBezTo>
                    <a:cubicBezTo>
                      <a:pt x="4031" y="363"/>
                      <a:pt x="4013" y="362"/>
                      <a:pt x="3993" y="362"/>
                    </a:cubicBezTo>
                    <a:cubicBezTo>
                      <a:pt x="3371" y="362"/>
                      <a:pt x="1697" y="1414"/>
                      <a:pt x="1454" y="1414"/>
                    </a:cubicBezTo>
                    <a:cubicBezTo>
                      <a:pt x="1449" y="1414"/>
                      <a:pt x="1445" y="1414"/>
                      <a:pt x="1441" y="1413"/>
                    </a:cubicBezTo>
                    <a:cubicBezTo>
                      <a:pt x="1251" y="1365"/>
                      <a:pt x="1632" y="996"/>
                      <a:pt x="1929" y="603"/>
                    </a:cubicBezTo>
                    <a:cubicBezTo>
                      <a:pt x="2152" y="308"/>
                      <a:pt x="2128" y="0"/>
                      <a:pt x="1926" y="0"/>
                    </a:cubicBezTo>
                    <a:close/>
                  </a:path>
                </a:pathLst>
              </a:custGeom>
              <a:solidFill>
                <a:srgbClr val="FBB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4968;p116">
                <a:extLst>
                  <a:ext uri="{FF2B5EF4-FFF2-40B4-BE49-F238E27FC236}">
                    <a16:creationId xmlns:a16="http://schemas.microsoft.com/office/drawing/2014/main" id="{76F3DCE8-3731-877C-DF33-F25AF420D33C}"/>
                  </a:ext>
                </a:extLst>
              </p:cNvPr>
              <p:cNvSpPr/>
              <p:nvPr/>
            </p:nvSpPr>
            <p:spPr>
              <a:xfrm>
                <a:off x="4073425" y="3835425"/>
                <a:ext cx="187825" cy="659025"/>
              </a:xfrm>
              <a:custGeom>
                <a:avLst/>
                <a:gdLst/>
                <a:ahLst/>
                <a:cxnLst/>
                <a:rect l="l" t="t" r="r" b="b"/>
                <a:pathLst>
                  <a:path w="7513" h="26361" extrusionOk="0">
                    <a:moveTo>
                      <a:pt x="6691" y="0"/>
                    </a:moveTo>
                    <a:lnTo>
                      <a:pt x="60" y="25944"/>
                    </a:lnTo>
                    <a:cubicBezTo>
                      <a:pt x="0" y="26170"/>
                      <a:pt x="131" y="26361"/>
                      <a:pt x="357" y="26361"/>
                    </a:cubicBezTo>
                    <a:cubicBezTo>
                      <a:pt x="583" y="26361"/>
                      <a:pt x="822" y="26170"/>
                      <a:pt x="881" y="25944"/>
                    </a:cubicBezTo>
                    <a:lnTo>
                      <a:pt x="751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4969;p116">
                <a:extLst>
                  <a:ext uri="{FF2B5EF4-FFF2-40B4-BE49-F238E27FC236}">
                    <a16:creationId xmlns:a16="http://schemas.microsoft.com/office/drawing/2014/main" id="{FAC8B023-6DB9-EAA9-6B4C-CA7193055BE2}"/>
                  </a:ext>
                </a:extLst>
              </p:cNvPr>
              <p:cNvSpPr/>
              <p:nvPr/>
            </p:nvSpPr>
            <p:spPr>
              <a:xfrm>
                <a:off x="3802250" y="3835425"/>
                <a:ext cx="188150" cy="659025"/>
              </a:xfrm>
              <a:custGeom>
                <a:avLst/>
                <a:gdLst/>
                <a:ahLst/>
                <a:cxnLst/>
                <a:rect l="l" t="t" r="r" b="b"/>
                <a:pathLst>
                  <a:path w="7526" h="26361" extrusionOk="0">
                    <a:moveTo>
                      <a:pt x="6692" y="0"/>
                    </a:moveTo>
                    <a:lnTo>
                      <a:pt x="60" y="25944"/>
                    </a:lnTo>
                    <a:cubicBezTo>
                      <a:pt x="0" y="26170"/>
                      <a:pt x="143" y="26361"/>
                      <a:pt x="370" y="26361"/>
                    </a:cubicBezTo>
                    <a:cubicBezTo>
                      <a:pt x="596" y="26361"/>
                      <a:pt x="822" y="26170"/>
                      <a:pt x="882" y="25944"/>
                    </a:cubicBezTo>
                    <a:lnTo>
                      <a:pt x="752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4970;p116">
                <a:extLst>
                  <a:ext uri="{FF2B5EF4-FFF2-40B4-BE49-F238E27FC236}">
                    <a16:creationId xmlns:a16="http://schemas.microsoft.com/office/drawing/2014/main" id="{5005A304-BB2F-1BB5-8FAB-85B1768D111E}"/>
                  </a:ext>
                </a:extLst>
              </p:cNvPr>
              <p:cNvSpPr/>
              <p:nvPr/>
            </p:nvSpPr>
            <p:spPr>
              <a:xfrm>
                <a:off x="3932625" y="3964600"/>
                <a:ext cx="294400" cy="20575"/>
              </a:xfrm>
              <a:custGeom>
                <a:avLst/>
                <a:gdLst/>
                <a:ahLst/>
                <a:cxnLst/>
                <a:rect l="l" t="t" r="r" b="b"/>
                <a:pathLst>
                  <a:path w="11776" h="823" extrusionOk="0">
                    <a:moveTo>
                      <a:pt x="584" y="1"/>
                    </a:moveTo>
                    <a:cubicBezTo>
                      <a:pt x="358" y="1"/>
                      <a:pt x="119" y="191"/>
                      <a:pt x="60" y="417"/>
                    </a:cubicBezTo>
                    <a:cubicBezTo>
                      <a:pt x="0" y="644"/>
                      <a:pt x="143" y="822"/>
                      <a:pt x="369" y="822"/>
                    </a:cubicBezTo>
                    <a:lnTo>
                      <a:pt x="11204" y="822"/>
                    </a:lnTo>
                    <a:cubicBezTo>
                      <a:pt x="11430" y="822"/>
                      <a:pt x="11657" y="644"/>
                      <a:pt x="11716" y="417"/>
                    </a:cubicBezTo>
                    <a:cubicBezTo>
                      <a:pt x="11776" y="191"/>
                      <a:pt x="11645" y="1"/>
                      <a:pt x="114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4971;p116">
                <a:extLst>
                  <a:ext uri="{FF2B5EF4-FFF2-40B4-BE49-F238E27FC236}">
                    <a16:creationId xmlns:a16="http://schemas.microsoft.com/office/drawing/2014/main" id="{05CE0312-55F9-F285-B7C4-91E717E3E9CB}"/>
                  </a:ext>
                </a:extLst>
              </p:cNvPr>
              <p:cNvSpPr/>
              <p:nvPr/>
            </p:nvSpPr>
            <p:spPr>
              <a:xfrm>
                <a:off x="3899575" y="4093800"/>
                <a:ext cx="294425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11777" h="834" extrusionOk="0">
                    <a:moveTo>
                      <a:pt x="584" y="0"/>
                    </a:moveTo>
                    <a:cubicBezTo>
                      <a:pt x="358" y="0"/>
                      <a:pt x="120" y="191"/>
                      <a:pt x="60" y="417"/>
                    </a:cubicBezTo>
                    <a:cubicBezTo>
                      <a:pt x="1" y="643"/>
                      <a:pt x="144" y="833"/>
                      <a:pt x="370" y="833"/>
                    </a:cubicBezTo>
                    <a:lnTo>
                      <a:pt x="11205" y="833"/>
                    </a:lnTo>
                    <a:cubicBezTo>
                      <a:pt x="11431" y="833"/>
                      <a:pt x="11657" y="643"/>
                      <a:pt x="11717" y="417"/>
                    </a:cubicBezTo>
                    <a:cubicBezTo>
                      <a:pt x="11776" y="191"/>
                      <a:pt x="11633" y="0"/>
                      <a:pt x="114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4972;p116">
                <a:extLst>
                  <a:ext uri="{FF2B5EF4-FFF2-40B4-BE49-F238E27FC236}">
                    <a16:creationId xmlns:a16="http://schemas.microsoft.com/office/drawing/2014/main" id="{2B96608C-A8FD-5C51-64E7-3189976A639A}"/>
                  </a:ext>
                </a:extLst>
              </p:cNvPr>
              <p:cNvSpPr/>
              <p:nvPr/>
            </p:nvSpPr>
            <p:spPr>
              <a:xfrm>
                <a:off x="3866550" y="4222075"/>
                <a:ext cx="294400" cy="21450"/>
              </a:xfrm>
              <a:custGeom>
                <a:avLst/>
                <a:gdLst/>
                <a:ahLst/>
                <a:cxnLst/>
                <a:rect l="l" t="t" r="r" b="b"/>
                <a:pathLst>
                  <a:path w="11776" h="858" extrusionOk="0">
                    <a:moveTo>
                      <a:pt x="584" y="1"/>
                    </a:moveTo>
                    <a:cubicBezTo>
                      <a:pt x="345" y="1"/>
                      <a:pt x="119" y="203"/>
                      <a:pt x="60" y="429"/>
                    </a:cubicBezTo>
                    <a:cubicBezTo>
                      <a:pt x="0" y="667"/>
                      <a:pt x="143" y="858"/>
                      <a:pt x="369" y="858"/>
                    </a:cubicBezTo>
                    <a:lnTo>
                      <a:pt x="11204" y="858"/>
                    </a:lnTo>
                    <a:cubicBezTo>
                      <a:pt x="11430" y="858"/>
                      <a:pt x="11656" y="667"/>
                      <a:pt x="11716" y="429"/>
                    </a:cubicBezTo>
                    <a:cubicBezTo>
                      <a:pt x="11775" y="203"/>
                      <a:pt x="11633" y="1"/>
                      <a:pt x="11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4973;p116">
                <a:extLst>
                  <a:ext uri="{FF2B5EF4-FFF2-40B4-BE49-F238E27FC236}">
                    <a16:creationId xmlns:a16="http://schemas.microsoft.com/office/drawing/2014/main" id="{B0104332-C319-63AD-34A5-7C36DEC7A6F6}"/>
                  </a:ext>
                </a:extLst>
              </p:cNvPr>
              <p:cNvSpPr/>
              <p:nvPr/>
            </p:nvSpPr>
            <p:spPr>
              <a:xfrm>
                <a:off x="3833500" y="4352450"/>
                <a:ext cx="29440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11776" h="834" extrusionOk="0">
                    <a:moveTo>
                      <a:pt x="572" y="1"/>
                    </a:moveTo>
                    <a:cubicBezTo>
                      <a:pt x="346" y="1"/>
                      <a:pt x="120" y="191"/>
                      <a:pt x="60" y="417"/>
                    </a:cubicBezTo>
                    <a:cubicBezTo>
                      <a:pt x="1" y="643"/>
                      <a:pt x="143" y="834"/>
                      <a:pt x="370" y="834"/>
                    </a:cubicBezTo>
                    <a:lnTo>
                      <a:pt x="11192" y="834"/>
                    </a:lnTo>
                    <a:cubicBezTo>
                      <a:pt x="11431" y="834"/>
                      <a:pt x="11657" y="643"/>
                      <a:pt x="11716" y="417"/>
                    </a:cubicBezTo>
                    <a:cubicBezTo>
                      <a:pt x="11776" y="191"/>
                      <a:pt x="11633" y="1"/>
                      <a:pt x="114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4974;p116">
                <a:extLst>
                  <a:ext uri="{FF2B5EF4-FFF2-40B4-BE49-F238E27FC236}">
                    <a16:creationId xmlns:a16="http://schemas.microsoft.com/office/drawing/2014/main" id="{3C507339-5FE3-AC10-B7A1-F2CD8CBCBA89}"/>
                  </a:ext>
                </a:extLst>
              </p:cNvPr>
              <p:cNvSpPr/>
              <p:nvPr/>
            </p:nvSpPr>
            <p:spPr>
              <a:xfrm>
                <a:off x="4225225" y="3835425"/>
                <a:ext cx="187850" cy="659025"/>
              </a:xfrm>
              <a:custGeom>
                <a:avLst/>
                <a:gdLst/>
                <a:ahLst/>
                <a:cxnLst/>
                <a:rect l="l" t="t" r="r" b="b"/>
                <a:pathLst>
                  <a:path w="7514" h="26361" extrusionOk="0">
                    <a:moveTo>
                      <a:pt x="0" y="0"/>
                    </a:moveTo>
                    <a:lnTo>
                      <a:pt x="6632" y="25944"/>
                    </a:lnTo>
                    <a:cubicBezTo>
                      <a:pt x="6692" y="26170"/>
                      <a:pt x="6918" y="26361"/>
                      <a:pt x="7144" y="26361"/>
                    </a:cubicBezTo>
                    <a:cubicBezTo>
                      <a:pt x="7370" y="26361"/>
                      <a:pt x="7513" y="26170"/>
                      <a:pt x="7454" y="25944"/>
                    </a:cubicBezTo>
                    <a:lnTo>
                      <a:pt x="8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4975;p116">
                <a:extLst>
                  <a:ext uri="{FF2B5EF4-FFF2-40B4-BE49-F238E27FC236}">
                    <a16:creationId xmlns:a16="http://schemas.microsoft.com/office/drawing/2014/main" id="{A874D6DF-462A-AD52-C88B-D721D9FDF306}"/>
                  </a:ext>
                </a:extLst>
              </p:cNvPr>
              <p:cNvSpPr/>
              <p:nvPr/>
            </p:nvSpPr>
            <p:spPr>
              <a:xfrm>
                <a:off x="4496075" y="3835425"/>
                <a:ext cx="187850" cy="659025"/>
              </a:xfrm>
              <a:custGeom>
                <a:avLst/>
                <a:gdLst/>
                <a:ahLst/>
                <a:cxnLst/>
                <a:rect l="l" t="t" r="r" b="b"/>
                <a:pathLst>
                  <a:path w="7514" h="26361" extrusionOk="0">
                    <a:moveTo>
                      <a:pt x="1" y="0"/>
                    </a:moveTo>
                    <a:lnTo>
                      <a:pt x="6633" y="25944"/>
                    </a:lnTo>
                    <a:cubicBezTo>
                      <a:pt x="6692" y="26170"/>
                      <a:pt x="6930" y="26361"/>
                      <a:pt x="7157" y="26361"/>
                    </a:cubicBezTo>
                    <a:cubicBezTo>
                      <a:pt x="7383" y="26361"/>
                      <a:pt x="7514" y="26170"/>
                      <a:pt x="7466" y="25944"/>
                    </a:cubicBezTo>
                    <a:lnTo>
                      <a:pt x="8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4976;p116">
                <a:extLst>
                  <a:ext uri="{FF2B5EF4-FFF2-40B4-BE49-F238E27FC236}">
                    <a16:creationId xmlns:a16="http://schemas.microsoft.com/office/drawing/2014/main" id="{F0D0AB74-5063-F884-9A5F-18AD7F668121}"/>
                  </a:ext>
                </a:extLst>
              </p:cNvPr>
              <p:cNvSpPr/>
              <p:nvPr/>
            </p:nvSpPr>
            <p:spPr>
              <a:xfrm>
                <a:off x="3949875" y="3814875"/>
                <a:ext cx="578975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3159" h="1644" extrusionOk="0">
                    <a:moveTo>
                      <a:pt x="239" y="1"/>
                    </a:moveTo>
                    <a:cubicBezTo>
                      <a:pt x="108" y="1"/>
                      <a:pt x="1" y="108"/>
                      <a:pt x="1" y="239"/>
                    </a:cubicBezTo>
                    <a:lnTo>
                      <a:pt x="1" y="1406"/>
                    </a:lnTo>
                    <a:cubicBezTo>
                      <a:pt x="1" y="1537"/>
                      <a:pt x="108" y="1644"/>
                      <a:pt x="239" y="1644"/>
                    </a:cubicBezTo>
                    <a:lnTo>
                      <a:pt x="22920" y="1644"/>
                    </a:lnTo>
                    <a:cubicBezTo>
                      <a:pt x="23051" y="1644"/>
                      <a:pt x="23159" y="1537"/>
                      <a:pt x="23159" y="1406"/>
                    </a:cubicBezTo>
                    <a:lnTo>
                      <a:pt x="23159" y="239"/>
                    </a:lnTo>
                    <a:cubicBezTo>
                      <a:pt x="23159" y="108"/>
                      <a:pt x="23051" y="1"/>
                      <a:pt x="22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4977;p116">
                <a:extLst>
                  <a:ext uri="{FF2B5EF4-FFF2-40B4-BE49-F238E27FC236}">
                    <a16:creationId xmlns:a16="http://schemas.microsoft.com/office/drawing/2014/main" id="{20F2F30D-96A7-6A57-8438-D902C13C9B77}"/>
                  </a:ext>
                </a:extLst>
              </p:cNvPr>
              <p:cNvSpPr/>
              <p:nvPr/>
            </p:nvSpPr>
            <p:spPr>
              <a:xfrm>
                <a:off x="4259150" y="3964600"/>
                <a:ext cx="294400" cy="20575"/>
              </a:xfrm>
              <a:custGeom>
                <a:avLst/>
                <a:gdLst/>
                <a:ahLst/>
                <a:cxnLst/>
                <a:rect l="l" t="t" r="r" b="b"/>
                <a:pathLst>
                  <a:path w="11776" h="823" extrusionOk="0">
                    <a:moveTo>
                      <a:pt x="370" y="1"/>
                    </a:moveTo>
                    <a:cubicBezTo>
                      <a:pt x="143" y="1"/>
                      <a:pt x="1" y="191"/>
                      <a:pt x="60" y="417"/>
                    </a:cubicBezTo>
                    <a:cubicBezTo>
                      <a:pt x="120" y="644"/>
                      <a:pt x="358" y="822"/>
                      <a:pt x="584" y="822"/>
                    </a:cubicBezTo>
                    <a:lnTo>
                      <a:pt x="11407" y="822"/>
                    </a:lnTo>
                    <a:cubicBezTo>
                      <a:pt x="11645" y="822"/>
                      <a:pt x="11776" y="644"/>
                      <a:pt x="11716" y="417"/>
                    </a:cubicBezTo>
                    <a:cubicBezTo>
                      <a:pt x="11657" y="191"/>
                      <a:pt x="11431" y="1"/>
                      <a:pt x="112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4978;p116">
                <a:extLst>
                  <a:ext uri="{FF2B5EF4-FFF2-40B4-BE49-F238E27FC236}">
                    <a16:creationId xmlns:a16="http://schemas.microsoft.com/office/drawing/2014/main" id="{1953C375-DEDC-3AB1-DFAF-933727EF924A}"/>
                  </a:ext>
                </a:extLst>
              </p:cNvPr>
              <p:cNvSpPr/>
              <p:nvPr/>
            </p:nvSpPr>
            <p:spPr>
              <a:xfrm>
                <a:off x="4292200" y="4093800"/>
                <a:ext cx="29440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11776" h="834" extrusionOk="0">
                    <a:moveTo>
                      <a:pt x="369" y="0"/>
                    </a:moveTo>
                    <a:cubicBezTo>
                      <a:pt x="143" y="0"/>
                      <a:pt x="0" y="191"/>
                      <a:pt x="60" y="417"/>
                    </a:cubicBezTo>
                    <a:cubicBezTo>
                      <a:pt x="119" y="643"/>
                      <a:pt x="357" y="833"/>
                      <a:pt x="584" y="833"/>
                    </a:cubicBezTo>
                    <a:lnTo>
                      <a:pt x="11418" y="833"/>
                    </a:lnTo>
                    <a:cubicBezTo>
                      <a:pt x="11644" y="833"/>
                      <a:pt x="11775" y="643"/>
                      <a:pt x="11716" y="417"/>
                    </a:cubicBezTo>
                    <a:cubicBezTo>
                      <a:pt x="11656" y="191"/>
                      <a:pt x="11430" y="0"/>
                      <a:pt x="112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4979;p116">
                <a:extLst>
                  <a:ext uri="{FF2B5EF4-FFF2-40B4-BE49-F238E27FC236}">
                    <a16:creationId xmlns:a16="http://schemas.microsoft.com/office/drawing/2014/main" id="{6278ABC5-862F-FBCE-B1A4-33AECB9B8D6F}"/>
                  </a:ext>
                </a:extLst>
              </p:cNvPr>
              <p:cNvSpPr/>
              <p:nvPr/>
            </p:nvSpPr>
            <p:spPr>
              <a:xfrm>
                <a:off x="4325525" y="4222075"/>
                <a:ext cx="294100" cy="21450"/>
              </a:xfrm>
              <a:custGeom>
                <a:avLst/>
                <a:gdLst/>
                <a:ahLst/>
                <a:cxnLst/>
                <a:rect l="l" t="t" r="r" b="b"/>
                <a:pathLst>
                  <a:path w="11764" h="858" extrusionOk="0">
                    <a:moveTo>
                      <a:pt x="358" y="1"/>
                    </a:moveTo>
                    <a:cubicBezTo>
                      <a:pt x="132" y="1"/>
                      <a:pt x="1" y="203"/>
                      <a:pt x="48" y="429"/>
                    </a:cubicBezTo>
                    <a:cubicBezTo>
                      <a:pt x="108" y="667"/>
                      <a:pt x="346" y="858"/>
                      <a:pt x="572" y="858"/>
                    </a:cubicBezTo>
                    <a:lnTo>
                      <a:pt x="11407" y="858"/>
                    </a:lnTo>
                    <a:cubicBezTo>
                      <a:pt x="11633" y="858"/>
                      <a:pt x="11764" y="667"/>
                      <a:pt x="11704" y="429"/>
                    </a:cubicBezTo>
                    <a:cubicBezTo>
                      <a:pt x="11657" y="203"/>
                      <a:pt x="11419" y="1"/>
                      <a:pt x="111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4980;p116">
                <a:extLst>
                  <a:ext uri="{FF2B5EF4-FFF2-40B4-BE49-F238E27FC236}">
                    <a16:creationId xmlns:a16="http://schemas.microsoft.com/office/drawing/2014/main" id="{16DDF262-5E23-9827-2469-25FE9C1AAE26}"/>
                  </a:ext>
                </a:extLst>
              </p:cNvPr>
              <p:cNvSpPr/>
              <p:nvPr/>
            </p:nvSpPr>
            <p:spPr>
              <a:xfrm>
                <a:off x="4358575" y="4352450"/>
                <a:ext cx="29410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11764" h="834" extrusionOk="0">
                    <a:moveTo>
                      <a:pt x="357" y="1"/>
                    </a:moveTo>
                    <a:cubicBezTo>
                      <a:pt x="131" y="1"/>
                      <a:pt x="0" y="191"/>
                      <a:pt x="60" y="417"/>
                    </a:cubicBezTo>
                    <a:cubicBezTo>
                      <a:pt x="107" y="643"/>
                      <a:pt x="346" y="834"/>
                      <a:pt x="572" y="834"/>
                    </a:cubicBezTo>
                    <a:lnTo>
                      <a:pt x="11406" y="834"/>
                    </a:lnTo>
                    <a:cubicBezTo>
                      <a:pt x="11633" y="834"/>
                      <a:pt x="11764" y="643"/>
                      <a:pt x="11716" y="417"/>
                    </a:cubicBezTo>
                    <a:cubicBezTo>
                      <a:pt x="11656" y="191"/>
                      <a:pt x="11418" y="1"/>
                      <a:pt x="111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4981;p116">
                <a:extLst>
                  <a:ext uri="{FF2B5EF4-FFF2-40B4-BE49-F238E27FC236}">
                    <a16:creationId xmlns:a16="http://schemas.microsoft.com/office/drawing/2014/main" id="{933BD5E8-3460-69FE-1C13-84291E3F7AC4}"/>
                  </a:ext>
                </a:extLst>
              </p:cNvPr>
              <p:cNvSpPr/>
              <p:nvPr/>
            </p:nvSpPr>
            <p:spPr>
              <a:xfrm>
                <a:off x="3593600" y="2813875"/>
                <a:ext cx="74125" cy="57475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299" extrusionOk="0">
                    <a:moveTo>
                      <a:pt x="1488" y="0"/>
                    </a:moveTo>
                    <a:cubicBezTo>
                      <a:pt x="0" y="0"/>
                      <a:pt x="0" y="2298"/>
                      <a:pt x="1488" y="2298"/>
                    </a:cubicBezTo>
                    <a:cubicBezTo>
                      <a:pt x="2965" y="2298"/>
                      <a:pt x="2965" y="0"/>
                      <a:pt x="14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4982;p116">
                <a:extLst>
                  <a:ext uri="{FF2B5EF4-FFF2-40B4-BE49-F238E27FC236}">
                    <a16:creationId xmlns:a16="http://schemas.microsoft.com/office/drawing/2014/main" id="{AEA8E387-AE37-520E-FFAD-820855886D12}"/>
                  </a:ext>
                </a:extLst>
              </p:cNvPr>
              <p:cNvSpPr/>
              <p:nvPr/>
            </p:nvSpPr>
            <p:spPr>
              <a:xfrm>
                <a:off x="3463225" y="2813875"/>
                <a:ext cx="74125" cy="57475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299" extrusionOk="0">
                    <a:moveTo>
                      <a:pt x="1477" y="0"/>
                    </a:moveTo>
                    <a:cubicBezTo>
                      <a:pt x="0" y="0"/>
                      <a:pt x="0" y="2298"/>
                      <a:pt x="1477" y="2298"/>
                    </a:cubicBezTo>
                    <a:cubicBezTo>
                      <a:pt x="2965" y="2298"/>
                      <a:pt x="2965" y="0"/>
                      <a:pt x="14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4983;p116">
                <a:extLst>
                  <a:ext uri="{FF2B5EF4-FFF2-40B4-BE49-F238E27FC236}">
                    <a16:creationId xmlns:a16="http://schemas.microsoft.com/office/drawing/2014/main" id="{799BB68E-F134-4D68-D24C-164B1C9AD9E1}"/>
                  </a:ext>
                </a:extLst>
              </p:cNvPr>
              <p:cNvSpPr/>
              <p:nvPr/>
            </p:nvSpPr>
            <p:spPr>
              <a:xfrm>
                <a:off x="3720100" y="2813875"/>
                <a:ext cx="74125" cy="57475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299" extrusionOk="0">
                    <a:moveTo>
                      <a:pt x="1489" y="0"/>
                    </a:moveTo>
                    <a:cubicBezTo>
                      <a:pt x="0" y="0"/>
                      <a:pt x="0" y="2298"/>
                      <a:pt x="1489" y="2298"/>
                    </a:cubicBezTo>
                    <a:cubicBezTo>
                      <a:pt x="2965" y="2298"/>
                      <a:pt x="2965" y="0"/>
                      <a:pt x="14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4984;p116">
                <a:extLst>
                  <a:ext uri="{FF2B5EF4-FFF2-40B4-BE49-F238E27FC236}">
                    <a16:creationId xmlns:a16="http://schemas.microsoft.com/office/drawing/2014/main" id="{876464CE-D8F4-0461-22F7-DAEF6784DC93}"/>
                  </a:ext>
                </a:extLst>
              </p:cNvPr>
              <p:cNvSpPr/>
              <p:nvPr/>
            </p:nvSpPr>
            <p:spPr>
              <a:xfrm>
                <a:off x="6688925" y="3310950"/>
                <a:ext cx="74125" cy="57475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299" extrusionOk="0">
                    <a:moveTo>
                      <a:pt x="1489" y="1"/>
                    </a:moveTo>
                    <a:cubicBezTo>
                      <a:pt x="0" y="1"/>
                      <a:pt x="0" y="2299"/>
                      <a:pt x="1489" y="2299"/>
                    </a:cubicBezTo>
                    <a:cubicBezTo>
                      <a:pt x="2965" y="2299"/>
                      <a:pt x="2965" y="1"/>
                      <a:pt x="14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4985;p116">
                <a:extLst>
                  <a:ext uri="{FF2B5EF4-FFF2-40B4-BE49-F238E27FC236}">
                    <a16:creationId xmlns:a16="http://schemas.microsoft.com/office/drawing/2014/main" id="{3331F55F-4D4D-6152-0264-90512BFE8DB6}"/>
                  </a:ext>
                </a:extLst>
              </p:cNvPr>
              <p:cNvSpPr/>
              <p:nvPr/>
            </p:nvSpPr>
            <p:spPr>
              <a:xfrm>
                <a:off x="6558550" y="3310950"/>
                <a:ext cx="74125" cy="57475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299" extrusionOk="0">
                    <a:moveTo>
                      <a:pt x="1489" y="1"/>
                    </a:moveTo>
                    <a:cubicBezTo>
                      <a:pt x="0" y="1"/>
                      <a:pt x="0" y="2299"/>
                      <a:pt x="1489" y="2299"/>
                    </a:cubicBezTo>
                    <a:cubicBezTo>
                      <a:pt x="2965" y="2299"/>
                      <a:pt x="2965" y="1"/>
                      <a:pt x="14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4986;p116">
                <a:extLst>
                  <a:ext uri="{FF2B5EF4-FFF2-40B4-BE49-F238E27FC236}">
                    <a16:creationId xmlns:a16="http://schemas.microsoft.com/office/drawing/2014/main" id="{076180DB-E2F1-29DA-21A5-B4440D63EE3C}"/>
                  </a:ext>
                </a:extLst>
              </p:cNvPr>
              <p:cNvSpPr/>
              <p:nvPr/>
            </p:nvSpPr>
            <p:spPr>
              <a:xfrm>
                <a:off x="6277250" y="1767300"/>
                <a:ext cx="74150" cy="57475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2299" extrusionOk="0">
                    <a:moveTo>
                      <a:pt x="1477" y="1"/>
                    </a:moveTo>
                    <a:cubicBezTo>
                      <a:pt x="1" y="1"/>
                      <a:pt x="1" y="2299"/>
                      <a:pt x="1477" y="2299"/>
                    </a:cubicBezTo>
                    <a:cubicBezTo>
                      <a:pt x="2966" y="2299"/>
                      <a:pt x="2966" y="1"/>
                      <a:pt x="14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4987;p116">
                <a:extLst>
                  <a:ext uri="{FF2B5EF4-FFF2-40B4-BE49-F238E27FC236}">
                    <a16:creationId xmlns:a16="http://schemas.microsoft.com/office/drawing/2014/main" id="{CB20B1C1-4C20-D7FE-2CBD-376516951664}"/>
                  </a:ext>
                </a:extLst>
              </p:cNvPr>
              <p:cNvSpPr/>
              <p:nvPr/>
            </p:nvSpPr>
            <p:spPr>
              <a:xfrm>
                <a:off x="6146875" y="1767300"/>
                <a:ext cx="74150" cy="57475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2299" extrusionOk="0">
                    <a:moveTo>
                      <a:pt x="1477" y="1"/>
                    </a:moveTo>
                    <a:cubicBezTo>
                      <a:pt x="1" y="1"/>
                      <a:pt x="1" y="2299"/>
                      <a:pt x="1477" y="2299"/>
                    </a:cubicBezTo>
                    <a:cubicBezTo>
                      <a:pt x="2966" y="2299"/>
                      <a:pt x="2966" y="1"/>
                      <a:pt x="14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4988;p116">
                <a:extLst>
                  <a:ext uri="{FF2B5EF4-FFF2-40B4-BE49-F238E27FC236}">
                    <a16:creationId xmlns:a16="http://schemas.microsoft.com/office/drawing/2014/main" id="{8C330A69-FAD7-A3D7-4F6F-E952ED0A5E77}"/>
                  </a:ext>
                </a:extLst>
              </p:cNvPr>
              <p:cNvSpPr/>
              <p:nvPr/>
            </p:nvSpPr>
            <p:spPr>
              <a:xfrm>
                <a:off x="6403775" y="1767300"/>
                <a:ext cx="74125" cy="57475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299" extrusionOk="0">
                    <a:moveTo>
                      <a:pt x="1488" y="1"/>
                    </a:moveTo>
                    <a:cubicBezTo>
                      <a:pt x="0" y="1"/>
                      <a:pt x="0" y="2299"/>
                      <a:pt x="1488" y="2299"/>
                    </a:cubicBezTo>
                    <a:cubicBezTo>
                      <a:pt x="2965" y="2299"/>
                      <a:pt x="2965" y="1"/>
                      <a:pt x="1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9" name="Google Shape;4989;p116">
              <a:extLst>
                <a:ext uri="{FF2B5EF4-FFF2-40B4-BE49-F238E27FC236}">
                  <a16:creationId xmlns:a16="http://schemas.microsoft.com/office/drawing/2014/main" id="{1A2CA98D-15B9-8FA0-A426-09FA3128C01E}"/>
                </a:ext>
              </a:extLst>
            </p:cNvPr>
            <p:cNvGrpSpPr/>
            <p:nvPr/>
          </p:nvGrpSpPr>
          <p:grpSpPr>
            <a:xfrm>
              <a:off x="3722925" y="3049625"/>
              <a:ext cx="829300" cy="772150"/>
              <a:chOff x="4751175" y="3105275"/>
              <a:chExt cx="829300" cy="772150"/>
            </a:xfrm>
          </p:grpSpPr>
          <p:sp>
            <p:nvSpPr>
              <p:cNvPr id="840" name="Google Shape;4990;p116">
                <a:extLst>
                  <a:ext uri="{FF2B5EF4-FFF2-40B4-BE49-F238E27FC236}">
                    <a16:creationId xmlns:a16="http://schemas.microsoft.com/office/drawing/2014/main" id="{FA09673E-34BC-20F7-BB31-C4DF8B6CC5C2}"/>
                  </a:ext>
                </a:extLst>
              </p:cNvPr>
              <p:cNvSpPr/>
              <p:nvPr/>
            </p:nvSpPr>
            <p:spPr>
              <a:xfrm>
                <a:off x="4751175" y="3388050"/>
                <a:ext cx="283400" cy="343525"/>
              </a:xfrm>
              <a:custGeom>
                <a:avLst/>
                <a:gdLst/>
                <a:ahLst/>
                <a:cxnLst/>
                <a:rect l="l" t="t" r="r" b="b"/>
                <a:pathLst>
                  <a:path w="11336" h="13741" extrusionOk="0">
                    <a:moveTo>
                      <a:pt x="7883" y="0"/>
                    </a:moveTo>
                    <a:lnTo>
                      <a:pt x="1203" y="108"/>
                    </a:lnTo>
                    <a:lnTo>
                      <a:pt x="3263" y="1286"/>
                    </a:lnTo>
                    <a:cubicBezTo>
                      <a:pt x="1" y="4429"/>
                      <a:pt x="1632" y="7239"/>
                      <a:pt x="1632" y="7239"/>
                    </a:cubicBezTo>
                    <a:lnTo>
                      <a:pt x="5394" y="13740"/>
                    </a:lnTo>
                    <a:cubicBezTo>
                      <a:pt x="5394" y="13693"/>
                      <a:pt x="5394" y="13633"/>
                      <a:pt x="5406" y="13585"/>
                    </a:cubicBezTo>
                    <a:cubicBezTo>
                      <a:pt x="5430" y="12204"/>
                      <a:pt x="5823" y="10871"/>
                      <a:pt x="6501" y="9668"/>
                    </a:cubicBezTo>
                    <a:lnTo>
                      <a:pt x="9264" y="4799"/>
                    </a:lnTo>
                    <a:lnTo>
                      <a:pt x="11335" y="5918"/>
                    </a:lnTo>
                    <a:lnTo>
                      <a:pt x="788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4991;p116">
                <a:extLst>
                  <a:ext uri="{FF2B5EF4-FFF2-40B4-BE49-F238E27FC236}">
                    <a16:creationId xmlns:a16="http://schemas.microsoft.com/office/drawing/2014/main" id="{3661FBED-E46D-F371-CB63-46B511B495AB}"/>
                  </a:ext>
                </a:extLst>
              </p:cNvPr>
              <p:cNvSpPr/>
              <p:nvPr/>
            </p:nvSpPr>
            <p:spPr>
              <a:xfrm>
                <a:off x="5211350" y="3585700"/>
                <a:ext cx="331025" cy="291725"/>
              </a:xfrm>
              <a:custGeom>
                <a:avLst/>
                <a:gdLst/>
                <a:ahLst/>
                <a:cxnLst/>
                <a:rect l="l" t="t" r="r" b="b"/>
                <a:pathLst>
                  <a:path w="13241" h="11669" extrusionOk="0">
                    <a:moveTo>
                      <a:pt x="3525" y="0"/>
                    </a:moveTo>
                    <a:lnTo>
                      <a:pt x="1" y="5870"/>
                    </a:lnTo>
                    <a:lnTo>
                      <a:pt x="3299" y="11668"/>
                    </a:lnTo>
                    <a:lnTo>
                      <a:pt x="3346" y="9299"/>
                    </a:lnTo>
                    <a:cubicBezTo>
                      <a:pt x="4187" y="9561"/>
                      <a:pt x="4927" y="9666"/>
                      <a:pt x="5575" y="9666"/>
                    </a:cubicBezTo>
                    <a:cubicBezTo>
                      <a:pt x="8258" y="9666"/>
                      <a:pt x="9347" y="7858"/>
                      <a:pt x="9347" y="7858"/>
                    </a:cubicBezTo>
                    <a:lnTo>
                      <a:pt x="13240" y="1441"/>
                    </a:lnTo>
                    <a:lnTo>
                      <a:pt x="13240" y="1441"/>
                    </a:lnTo>
                    <a:cubicBezTo>
                      <a:pt x="13193" y="1465"/>
                      <a:pt x="13145" y="1488"/>
                      <a:pt x="13098" y="1512"/>
                    </a:cubicBezTo>
                    <a:cubicBezTo>
                      <a:pt x="11906" y="2131"/>
                      <a:pt x="10566" y="2429"/>
                      <a:pt x="9224" y="2429"/>
                    </a:cubicBezTo>
                    <a:cubicBezTo>
                      <a:pt x="9197" y="2429"/>
                      <a:pt x="9171" y="2429"/>
                      <a:pt x="9145" y="2429"/>
                    </a:cubicBezTo>
                    <a:lnTo>
                      <a:pt x="3537" y="2346"/>
                    </a:lnTo>
                    <a:lnTo>
                      <a:pt x="35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4992;p116">
                <a:extLst>
                  <a:ext uri="{FF2B5EF4-FFF2-40B4-BE49-F238E27FC236}">
                    <a16:creationId xmlns:a16="http://schemas.microsoft.com/office/drawing/2014/main" id="{D1EFCF0B-37D9-D332-5EC5-70B6FEC02AB9}"/>
                  </a:ext>
                </a:extLst>
              </p:cNvPr>
              <p:cNvSpPr/>
              <p:nvPr/>
            </p:nvSpPr>
            <p:spPr>
              <a:xfrm>
                <a:off x="5190525" y="3113650"/>
                <a:ext cx="270575" cy="225900"/>
              </a:xfrm>
              <a:custGeom>
                <a:avLst/>
                <a:gdLst/>
                <a:ahLst/>
                <a:cxnLst/>
                <a:rect l="l" t="t" r="r" b="b"/>
                <a:pathLst>
                  <a:path w="10823" h="9036" extrusionOk="0">
                    <a:moveTo>
                      <a:pt x="4282" y="1"/>
                    </a:moveTo>
                    <a:cubicBezTo>
                      <a:pt x="4127" y="1"/>
                      <a:pt x="3969" y="16"/>
                      <a:pt x="3810" y="46"/>
                    </a:cubicBezTo>
                    <a:cubicBezTo>
                      <a:pt x="1012" y="594"/>
                      <a:pt x="0" y="3202"/>
                      <a:pt x="0" y="3202"/>
                    </a:cubicBezTo>
                    <a:lnTo>
                      <a:pt x="2715" y="7809"/>
                    </a:lnTo>
                    <a:lnTo>
                      <a:pt x="715" y="9036"/>
                    </a:lnTo>
                    <a:lnTo>
                      <a:pt x="7561" y="9024"/>
                    </a:lnTo>
                    <a:lnTo>
                      <a:pt x="10823" y="3202"/>
                    </a:lnTo>
                    <a:lnTo>
                      <a:pt x="10823" y="3202"/>
                    </a:lnTo>
                    <a:lnTo>
                      <a:pt x="8978" y="4273"/>
                    </a:lnTo>
                    <a:cubicBezTo>
                      <a:pt x="8978" y="4273"/>
                      <a:pt x="6937" y="1"/>
                      <a:pt x="42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4993;p116">
                <a:extLst>
                  <a:ext uri="{FF2B5EF4-FFF2-40B4-BE49-F238E27FC236}">
                    <a16:creationId xmlns:a16="http://schemas.microsoft.com/office/drawing/2014/main" id="{F59DA6A9-4516-D1A4-B76D-69E14F71A145}"/>
                  </a:ext>
                </a:extLst>
              </p:cNvPr>
              <p:cNvSpPr/>
              <p:nvPr/>
            </p:nvSpPr>
            <p:spPr>
              <a:xfrm>
                <a:off x="4907750" y="3642550"/>
                <a:ext cx="236950" cy="172950"/>
              </a:xfrm>
              <a:custGeom>
                <a:avLst/>
                <a:gdLst/>
                <a:ahLst/>
                <a:cxnLst/>
                <a:rect l="l" t="t" r="r" b="b"/>
                <a:pathLst>
                  <a:path w="9478" h="6918" extrusionOk="0">
                    <a:moveTo>
                      <a:pt x="1405" y="0"/>
                    </a:moveTo>
                    <a:cubicBezTo>
                      <a:pt x="1405" y="0"/>
                      <a:pt x="0" y="1346"/>
                      <a:pt x="357" y="3846"/>
                    </a:cubicBezTo>
                    <a:cubicBezTo>
                      <a:pt x="774" y="6858"/>
                      <a:pt x="3429" y="6918"/>
                      <a:pt x="3429" y="6918"/>
                    </a:cubicBezTo>
                    <a:lnTo>
                      <a:pt x="9478" y="6918"/>
                    </a:lnTo>
                    <a:lnTo>
                      <a:pt x="94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4994;p116">
                <a:extLst>
                  <a:ext uri="{FF2B5EF4-FFF2-40B4-BE49-F238E27FC236}">
                    <a16:creationId xmlns:a16="http://schemas.microsoft.com/office/drawing/2014/main" id="{25FA0836-4343-3397-62F0-BD159E7EB117}"/>
                  </a:ext>
                </a:extLst>
              </p:cNvPr>
              <p:cNvSpPr/>
              <p:nvPr/>
            </p:nvSpPr>
            <p:spPr>
              <a:xfrm>
                <a:off x="5336075" y="3358575"/>
                <a:ext cx="244400" cy="265225"/>
              </a:xfrm>
              <a:custGeom>
                <a:avLst/>
                <a:gdLst/>
                <a:ahLst/>
                <a:cxnLst/>
                <a:rect l="l" t="t" r="r" b="b"/>
                <a:pathLst>
                  <a:path w="9776" h="10609" extrusionOk="0">
                    <a:moveTo>
                      <a:pt x="5953" y="1"/>
                    </a:moveTo>
                    <a:lnTo>
                      <a:pt x="0" y="3525"/>
                    </a:lnTo>
                    <a:lnTo>
                      <a:pt x="4108" y="10466"/>
                    </a:lnTo>
                    <a:cubicBezTo>
                      <a:pt x="4108" y="10466"/>
                      <a:pt x="4385" y="10608"/>
                      <a:pt x="4880" y="10608"/>
                    </a:cubicBezTo>
                    <a:cubicBezTo>
                      <a:pt x="5448" y="10608"/>
                      <a:pt x="6303" y="10422"/>
                      <a:pt x="7358" y="9621"/>
                    </a:cubicBezTo>
                    <a:cubicBezTo>
                      <a:pt x="9775" y="7787"/>
                      <a:pt x="9037" y="5204"/>
                      <a:pt x="9037" y="5204"/>
                    </a:cubicBezTo>
                    <a:lnTo>
                      <a:pt x="59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4995;p116">
                <a:extLst>
                  <a:ext uri="{FF2B5EF4-FFF2-40B4-BE49-F238E27FC236}">
                    <a16:creationId xmlns:a16="http://schemas.microsoft.com/office/drawing/2014/main" id="{1E2FD4C6-34D0-251B-5FEB-7A5124B0D982}"/>
                  </a:ext>
                </a:extLst>
              </p:cNvPr>
              <p:cNvSpPr/>
              <p:nvPr/>
            </p:nvSpPr>
            <p:spPr>
              <a:xfrm>
                <a:off x="4907750" y="3105275"/>
                <a:ext cx="324175" cy="262250"/>
              </a:xfrm>
              <a:custGeom>
                <a:avLst/>
                <a:gdLst/>
                <a:ahLst/>
                <a:cxnLst/>
                <a:rect l="l" t="t" r="r" b="b"/>
                <a:pathLst>
                  <a:path w="12967" h="10490" extrusionOk="0">
                    <a:moveTo>
                      <a:pt x="5656" y="0"/>
                    </a:moveTo>
                    <a:cubicBezTo>
                      <a:pt x="4108" y="0"/>
                      <a:pt x="3120" y="1643"/>
                      <a:pt x="3120" y="1643"/>
                    </a:cubicBezTo>
                    <a:lnTo>
                      <a:pt x="0" y="7097"/>
                    </a:lnTo>
                    <a:lnTo>
                      <a:pt x="6037" y="10490"/>
                    </a:lnTo>
                    <a:cubicBezTo>
                      <a:pt x="6037" y="10490"/>
                      <a:pt x="8394" y="5989"/>
                      <a:pt x="9942" y="3548"/>
                    </a:cubicBezTo>
                    <a:cubicBezTo>
                      <a:pt x="11454" y="1143"/>
                      <a:pt x="12966" y="0"/>
                      <a:pt x="129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7" name="Google Shape;850;p52">
            <a:extLst>
              <a:ext uri="{FF2B5EF4-FFF2-40B4-BE49-F238E27FC236}">
                <a16:creationId xmlns:a16="http://schemas.microsoft.com/office/drawing/2014/main" id="{7C4DF410-A423-6523-DAC9-23C9DAAF1B72}"/>
              </a:ext>
            </a:extLst>
          </p:cNvPr>
          <p:cNvSpPr txBox="1">
            <a:spLocks/>
          </p:cNvSpPr>
          <p:nvPr/>
        </p:nvSpPr>
        <p:spPr>
          <a:xfrm>
            <a:off x="4268393" y="1655059"/>
            <a:ext cx="3968827" cy="3257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r">
              <a:buClr>
                <a:srgbClr val="000000"/>
              </a:buClr>
              <a:buSzPts val="1100"/>
              <a:buFont typeface="Arial"/>
              <a:buNone/>
            </a:pPr>
            <a:r>
              <a:rPr lang="es-ES" sz="1200" dirty="0"/>
              <a:t>El </a:t>
            </a:r>
            <a:r>
              <a:rPr lang="es-ES" sz="1200" b="1" dirty="0"/>
              <a:t>cambio de paradigma </a:t>
            </a:r>
            <a:r>
              <a:rPr lang="es-ES" sz="1200" dirty="0"/>
              <a:t>del modelo económico lineal representa uno de los mayores retos</a:t>
            </a:r>
            <a:br>
              <a:rPr lang="es-ES" sz="1200" dirty="0"/>
            </a:br>
            <a:r>
              <a:rPr lang="es-ES" sz="1200" dirty="0"/>
              <a:t>a los que se enfrenta la sociedad.</a:t>
            </a:r>
          </a:p>
          <a:p>
            <a:pPr marL="0" indent="0" algn="r">
              <a:buClr>
                <a:srgbClr val="000000"/>
              </a:buClr>
              <a:buSzPts val="1100"/>
              <a:buFont typeface="Arial"/>
              <a:buNone/>
            </a:pPr>
            <a:endParaRPr lang="es-ES" sz="1200" dirty="0"/>
          </a:p>
          <a:p>
            <a:pPr marL="0" indent="0" algn="r">
              <a:buClr>
                <a:srgbClr val="000000"/>
              </a:buClr>
              <a:buSzPts val="1100"/>
              <a:buFont typeface="Arial"/>
              <a:buNone/>
            </a:pPr>
            <a:r>
              <a:rPr lang="es-ES" sz="1200" dirty="0"/>
              <a:t>La pieza fundamental para poder lograr esta transformación de la producción es el</a:t>
            </a:r>
            <a:br>
              <a:rPr lang="es-ES" sz="1200" dirty="0"/>
            </a:br>
            <a:r>
              <a:rPr lang="es-ES" sz="1200" b="1" dirty="0"/>
              <a:t>Reciclaje Industrial</a:t>
            </a:r>
            <a:r>
              <a:rPr lang="es-ES" sz="1200" dirty="0"/>
              <a:t>, el cual puede servirse de las nuevas tecnologías para crear</a:t>
            </a:r>
            <a:br>
              <a:rPr lang="es-ES" sz="1200" dirty="0"/>
            </a:br>
            <a:r>
              <a:rPr lang="es-ES" sz="1200" b="1" dirty="0"/>
              <a:t>ciclos de producción más limpios</a:t>
            </a:r>
            <a:r>
              <a:rPr lang="es-ES" sz="1200" dirty="0"/>
              <a:t>.</a:t>
            </a:r>
          </a:p>
          <a:p>
            <a:pPr marL="0" indent="0" algn="r">
              <a:buClr>
                <a:srgbClr val="000000"/>
              </a:buClr>
              <a:buSzPts val="1100"/>
              <a:buFont typeface="Arial"/>
              <a:buNone/>
            </a:pPr>
            <a:endParaRPr lang="es-ES" sz="1200" dirty="0"/>
          </a:p>
          <a:p>
            <a:pPr marL="0" indent="0" algn="r">
              <a:buClr>
                <a:srgbClr val="000000"/>
              </a:buClr>
              <a:buSzPts val="1100"/>
            </a:pPr>
            <a:r>
              <a:rPr lang="es-ES" sz="1200" dirty="0"/>
              <a:t>Con el uso de la tecnología informática se pueden cumplir los objetivos de la </a:t>
            </a:r>
            <a:r>
              <a:rPr lang="es-ES" sz="1200" b="1" dirty="0"/>
              <a:t>Economía Circular</a:t>
            </a:r>
            <a:r>
              <a:rPr lang="es-ES" sz="1200" dirty="0"/>
              <a:t>:</a:t>
            </a:r>
            <a:br>
              <a:rPr lang="es-ES" sz="1200" dirty="0"/>
            </a:br>
            <a:r>
              <a:rPr lang="es-ES" sz="1200" dirty="0"/>
              <a:t>Ideando productos que puedan </a:t>
            </a:r>
            <a:r>
              <a:rPr lang="es-ES" sz="1200" b="1" dirty="0"/>
              <a:t>reutilizarse</a:t>
            </a:r>
            <a:r>
              <a:rPr lang="es-ES" sz="1200" dirty="0"/>
              <a:t> y</a:t>
            </a:r>
            <a:br>
              <a:rPr lang="es-ES" sz="1200" dirty="0"/>
            </a:br>
            <a:r>
              <a:rPr lang="es-ES" sz="1200" b="1" dirty="0"/>
              <a:t>reciclarse</a:t>
            </a:r>
            <a:r>
              <a:rPr lang="es-ES" sz="1200" dirty="0"/>
              <a:t>, optimizando los recursos empleados y haciendo un mejor </a:t>
            </a:r>
            <a:r>
              <a:rPr lang="es-ES" sz="1200" b="1" dirty="0"/>
              <a:t>seguimiento</a:t>
            </a:r>
            <a:r>
              <a:rPr lang="es-ES" sz="1200" dirty="0"/>
              <a:t> y manejo</a:t>
            </a:r>
            <a:br>
              <a:rPr lang="es-ES" sz="1200" dirty="0"/>
            </a:br>
            <a:r>
              <a:rPr lang="es-ES" sz="1200" dirty="0"/>
              <a:t>de los residuos generados.</a:t>
            </a:r>
          </a:p>
          <a:p>
            <a:pPr marL="0" indent="0" algn="l">
              <a:buClr>
                <a:srgbClr val="000000"/>
              </a:buClr>
              <a:buSzPts val="1100"/>
              <a:buFont typeface="Arial"/>
              <a:buNone/>
            </a:pPr>
            <a:endParaRPr lang="es-ES" sz="1200" dirty="0"/>
          </a:p>
          <a:p>
            <a:pPr marL="0" indent="0" algn="l">
              <a:buClr>
                <a:srgbClr val="000000"/>
              </a:buClr>
              <a:buSzPts val="1100"/>
              <a:buFont typeface="Arial"/>
              <a:buNone/>
            </a:pPr>
            <a:endParaRPr lang="es-ES" sz="1200" dirty="0"/>
          </a:p>
          <a:p>
            <a:pPr marL="0" indent="0" algn="l">
              <a:buClr>
                <a:srgbClr val="000000"/>
              </a:buClr>
              <a:buSzPts val="1100"/>
              <a:buFont typeface="Arial"/>
              <a:buNone/>
            </a:pPr>
            <a:endParaRPr lang="es-ES" sz="1200" dirty="0"/>
          </a:p>
          <a:p>
            <a:pPr marL="0" indent="0" algn="l"/>
            <a:endParaRPr lang="es-ES" dirty="0"/>
          </a:p>
        </p:txBody>
      </p:sp>
      <p:grpSp>
        <p:nvGrpSpPr>
          <p:cNvPr id="988" name="Google Shape;851;p52">
            <a:extLst>
              <a:ext uri="{FF2B5EF4-FFF2-40B4-BE49-F238E27FC236}">
                <a16:creationId xmlns:a16="http://schemas.microsoft.com/office/drawing/2014/main" id="{311227F5-3158-A7FF-1B98-1B234B69F161}"/>
              </a:ext>
            </a:extLst>
          </p:cNvPr>
          <p:cNvGrpSpPr/>
          <p:nvPr/>
        </p:nvGrpSpPr>
        <p:grpSpPr>
          <a:xfrm flipH="1">
            <a:off x="7763682" y="1563986"/>
            <a:ext cx="446222" cy="77476"/>
            <a:chOff x="6146875" y="1767300"/>
            <a:chExt cx="331025" cy="57475"/>
          </a:xfrm>
          <a:solidFill>
            <a:schemeClr val="bg1"/>
          </a:solidFill>
        </p:grpSpPr>
        <p:sp>
          <p:nvSpPr>
            <p:cNvPr id="989" name="Google Shape;852;p52">
              <a:extLst>
                <a:ext uri="{FF2B5EF4-FFF2-40B4-BE49-F238E27FC236}">
                  <a16:creationId xmlns:a16="http://schemas.microsoft.com/office/drawing/2014/main" id="{CECBFA3C-B9F9-CE55-923D-F581A126A50D}"/>
                </a:ext>
              </a:extLst>
            </p:cNvPr>
            <p:cNvSpPr/>
            <p:nvPr/>
          </p:nvSpPr>
          <p:spPr>
            <a:xfrm>
              <a:off x="6277250" y="1767300"/>
              <a:ext cx="74150" cy="57475"/>
            </a:xfrm>
            <a:custGeom>
              <a:avLst/>
              <a:gdLst/>
              <a:ahLst/>
              <a:cxnLst/>
              <a:rect l="l" t="t" r="r" b="b"/>
              <a:pathLst>
                <a:path w="2966" h="2299" extrusionOk="0">
                  <a:moveTo>
                    <a:pt x="1477" y="1"/>
                  </a:moveTo>
                  <a:cubicBezTo>
                    <a:pt x="1" y="1"/>
                    <a:pt x="1" y="2299"/>
                    <a:pt x="1477" y="2299"/>
                  </a:cubicBezTo>
                  <a:cubicBezTo>
                    <a:pt x="2966" y="2299"/>
                    <a:pt x="2966" y="1"/>
                    <a:pt x="14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853;p52">
              <a:extLst>
                <a:ext uri="{FF2B5EF4-FFF2-40B4-BE49-F238E27FC236}">
                  <a16:creationId xmlns:a16="http://schemas.microsoft.com/office/drawing/2014/main" id="{9048AC87-8C60-DA43-6C06-001116A389F4}"/>
                </a:ext>
              </a:extLst>
            </p:cNvPr>
            <p:cNvSpPr/>
            <p:nvPr/>
          </p:nvSpPr>
          <p:spPr>
            <a:xfrm>
              <a:off x="6146875" y="1767300"/>
              <a:ext cx="74150" cy="57475"/>
            </a:xfrm>
            <a:custGeom>
              <a:avLst/>
              <a:gdLst/>
              <a:ahLst/>
              <a:cxnLst/>
              <a:rect l="l" t="t" r="r" b="b"/>
              <a:pathLst>
                <a:path w="2966" h="2299" extrusionOk="0">
                  <a:moveTo>
                    <a:pt x="1477" y="1"/>
                  </a:moveTo>
                  <a:cubicBezTo>
                    <a:pt x="1" y="1"/>
                    <a:pt x="1" y="2299"/>
                    <a:pt x="1477" y="2299"/>
                  </a:cubicBezTo>
                  <a:cubicBezTo>
                    <a:pt x="2966" y="2299"/>
                    <a:pt x="2966" y="1"/>
                    <a:pt x="14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854;p52">
              <a:extLst>
                <a:ext uri="{FF2B5EF4-FFF2-40B4-BE49-F238E27FC236}">
                  <a16:creationId xmlns:a16="http://schemas.microsoft.com/office/drawing/2014/main" id="{FAA61083-007E-5F66-4119-9D60C938302F}"/>
                </a:ext>
              </a:extLst>
            </p:cNvPr>
            <p:cNvSpPr/>
            <p:nvPr/>
          </p:nvSpPr>
          <p:spPr>
            <a:xfrm>
              <a:off x="6403775" y="1767300"/>
              <a:ext cx="74125" cy="57475"/>
            </a:xfrm>
            <a:custGeom>
              <a:avLst/>
              <a:gdLst/>
              <a:ahLst/>
              <a:cxnLst/>
              <a:rect l="l" t="t" r="r" b="b"/>
              <a:pathLst>
                <a:path w="2965" h="2299" extrusionOk="0">
                  <a:moveTo>
                    <a:pt x="1488" y="1"/>
                  </a:moveTo>
                  <a:cubicBezTo>
                    <a:pt x="0" y="1"/>
                    <a:pt x="0" y="2299"/>
                    <a:pt x="1488" y="2299"/>
                  </a:cubicBezTo>
                  <a:cubicBezTo>
                    <a:pt x="2965" y="2299"/>
                    <a:pt x="2965" y="1"/>
                    <a:pt x="14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1157;p61">
            <a:extLst>
              <a:ext uri="{FF2B5EF4-FFF2-40B4-BE49-F238E27FC236}">
                <a16:creationId xmlns:a16="http://schemas.microsoft.com/office/drawing/2014/main" id="{F85BB8DE-69F4-F4B6-B785-E620A2411F6E}"/>
              </a:ext>
            </a:extLst>
          </p:cNvPr>
          <p:cNvGrpSpPr/>
          <p:nvPr/>
        </p:nvGrpSpPr>
        <p:grpSpPr>
          <a:xfrm>
            <a:off x="75552" y="2915265"/>
            <a:ext cx="2010721" cy="2212253"/>
            <a:chOff x="814874" y="1372446"/>
            <a:chExt cx="3281247" cy="3203761"/>
          </a:xfrm>
        </p:grpSpPr>
        <p:sp>
          <p:nvSpPr>
            <p:cNvPr id="29" name="Google Shape;1158;p61">
              <a:extLst>
                <a:ext uri="{FF2B5EF4-FFF2-40B4-BE49-F238E27FC236}">
                  <a16:creationId xmlns:a16="http://schemas.microsoft.com/office/drawing/2014/main" id="{8968262E-ED51-F92E-95A5-1D9D1653A283}"/>
                </a:ext>
              </a:extLst>
            </p:cNvPr>
            <p:cNvSpPr/>
            <p:nvPr/>
          </p:nvSpPr>
          <p:spPr>
            <a:xfrm>
              <a:off x="814874" y="4260955"/>
              <a:ext cx="3281247" cy="315251"/>
            </a:xfrm>
            <a:custGeom>
              <a:avLst/>
              <a:gdLst/>
              <a:ahLst/>
              <a:cxnLst/>
              <a:rect l="l" t="t" r="r" b="b"/>
              <a:pathLst>
                <a:path w="142756" h="13717" extrusionOk="0">
                  <a:moveTo>
                    <a:pt x="71378" y="0"/>
                  </a:moveTo>
                  <a:cubicBezTo>
                    <a:pt x="52447" y="0"/>
                    <a:pt x="34290" y="727"/>
                    <a:pt x="20907" y="2013"/>
                  </a:cubicBezTo>
                  <a:cubicBezTo>
                    <a:pt x="7525" y="3299"/>
                    <a:pt x="0" y="5037"/>
                    <a:pt x="0" y="6858"/>
                  </a:cubicBezTo>
                  <a:cubicBezTo>
                    <a:pt x="0" y="8680"/>
                    <a:pt x="7525" y="10418"/>
                    <a:pt x="20907" y="11704"/>
                  </a:cubicBezTo>
                  <a:cubicBezTo>
                    <a:pt x="34290" y="12990"/>
                    <a:pt x="52447" y="13716"/>
                    <a:pt x="71378" y="13716"/>
                  </a:cubicBezTo>
                  <a:cubicBezTo>
                    <a:pt x="90309" y="13716"/>
                    <a:pt x="108466" y="12990"/>
                    <a:pt x="121849" y="11704"/>
                  </a:cubicBezTo>
                  <a:cubicBezTo>
                    <a:pt x="135231" y="10418"/>
                    <a:pt x="142756" y="8680"/>
                    <a:pt x="142756" y="6858"/>
                  </a:cubicBezTo>
                  <a:cubicBezTo>
                    <a:pt x="142756" y="5037"/>
                    <a:pt x="135231" y="3299"/>
                    <a:pt x="121849" y="2013"/>
                  </a:cubicBezTo>
                  <a:cubicBezTo>
                    <a:pt x="108466" y="727"/>
                    <a:pt x="90309" y="0"/>
                    <a:pt x="713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159;p61">
              <a:extLst>
                <a:ext uri="{FF2B5EF4-FFF2-40B4-BE49-F238E27FC236}">
                  <a16:creationId xmlns:a16="http://schemas.microsoft.com/office/drawing/2014/main" id="{9781989C-9958-85E2-1DFE-CA27B180FC0B}"/>
                </a:ext>
              </a:extLst>
            </p:cNvPr>
            <p:cNvSpPr/>
            <p:nvPr/>
          </p:nvSpPr>
          <p:spPr>
            <a:xfrm>
              <a:off x="2004210" y="1808309"/>
              <a:ext cx="938432" cy="1566993"/>
            </a:xfrm>
            <a:custGeom>
              <a:avLst/>
              <a:gdLst/>
              <a:ahLst/>
              <a:cxnLst/>
              <a:rect l="l" t="t" r="r" b="b"/>
              <a:pathLst>
                <a:path w="40828" h="68182" extrusionOk="0">
                  <a:moveTo>
                    <a:pt x="15523" y="1"/>
                  </a:moveTo>
                  <a:cubicBezTo>
                    <a:pt x="13789" y="1"/>
                    <a:pt x="12012" y="930"/>
                    <a:pt x="10931" y="2325"/>
                  </a:cubicBezTo>
                  <a:cubicBezTo>
                    <a:pt x="9442" y="4242"/>
                    <a:pt x="9073" y="6825"/>
                    <a:pt x="9299" y="9230"/>
                  </a:cubicBezTo>
                  <a:cubicBezTo>
                    <a:pt x="9609" y="12612"/>
                    <a:pt x="11002" y="15993"/>
                    <a:pt x="10228" y="19303"/>
                  </a:cubicBezTo>
                  <a:cubicBezTo>
                    <a:pt x="9466" y="22541"/>
                    <a:pt x="6823" y="24911"/>
                    <a:pt x="4513" y="27304"/>
                  </a:cubicBezTo>
                  <a:cubicBezTo>
                    <a:pt x="2215" y="29697"/>
                    <a:pt x="1" y="32733"/>
                    <a:pt x="465" y="36019"/>
                  </a:cubicBezTo>
                  <a:cubicBezTo>
                    <a:pt x="977" y="39603"/>
                    <a:pt x="4537" y="42270"/>
                    <a:pt x="4763" y="45890"/>
                  </a:cubicBezTo>
                  <a:cubicBezTo>
                    <a:pt x="4918" y="48473"/>
                    <a:pt x="3311" y="50819"/>
                    <a:pt x="2930" y="53379"/>
                  </a:cubicBezTo>
                  <a:cubicBezTo>
                    <a:pt x="2394" y="56986"/>
                    <a:pt x="4418" y="60606"/>
                    <a:pt x="7263" y="62868"/>
                  </a:cubicBezTo>
                  <a:cubicBezTo>
                    <a:pt x="10121" y="65142"/>
                    <a:pt x="13693" y="66273"/>
                    <a:pt x="17229" y="67166"/>
                  </a:cubicBezTo>
                  <a:cubicBezTo>
                    <a:pt x="19473" y="67727"/>
                    <a:pt x="21874" y="68181"/>
                    <a:pt x="24195" y="68181"/>
                  </a:cubicBezTo>
                  <a:cubicBezTo>
                    <a:pt x="26454" y="68181"/>
                    <a:pt x="28637" y="67751"/>
                    <a:pt x="30528" y="66571"/>
                  </a:cubicBezTo>
                  <a:cubicBezTo>
                    <a:pt x="32409" y="65880"/>
                    <a:pt x="34148" y="64868"/>
                    <a:pt x="35612" y="63511"/>
                  </a:cubicBezTo>
                  <a:cubicBezTo>
                    <a:pt x="39077" y="60284"/>
                    <a:pt x="40684" y="54926"/>
                    <a:pt x="38779" y="50593"/>
                  </a:cubicBezTo>
                  <a:cubicBezTo>
                    <a:pt x="38017" y="48878"/>
                    <a:pt x="36755" y="47354"/>
                    <a:pt x="36410" y="45497"/>
                  </a:cubicBezTo>
                  <a:cubicBezTo>
                    <a:pt x="35886" y="42782"/>
                    <a:pt x="37422" y="40163"/>
                    <a:pt x="38660" y="37686"/>
                  </a:cubicBezTo>
                  <a:cubicBezTo>
                    <a:pt x="39851" y="35329"/>
                    <a:pt x="40827" y="32519"/>
                    <a:pt x="40018" y="30078"/>
                  </a:cubicBezTo>
                  <a:cubicBezTo>
                    <a:pt x="39934" y="29840"/>
                    <a:pt x="39839" y="29602"/>
                    <a:pt x="39720" y="29364"/>
                  </a:cubicBezTo>
                  <a:cubicBezTo>
                    <a:pt x="39720" y="29352"/>
                    <a:pt x="39708" y="29340"/>
                    <a:pt x="39708" y="29328"/>
                  </a:cubicBezTo>
                  <a:cubicBezTo>
                    <a:pt x="38898" y="27733"/>
                    <a:pt x="37315" y="26637"/>
                    <a:pt x="36505" y="25042"/>
                  </a:cubicBezTo>
                  <a:cubicBezTo>
                    <a:pt x="36493" y="25030"/>
                    <a:pt x="36493" y="25018"/>
                    <a:pt x="36481" y="25006"/>
                  </a:cubicBezTo>
                  <a:cubicBezTo>
                    <a:pt x="36362" y="24744"/>
                    <a:pt x="36255" y="24494"/>
                    <a:pt x="36172" y="24220"/>
                  </a:cubicBezTo>
                  <a:cubicBezTo>
                    <a:pt x="35088" y="20910"/>
                    <a:pt x="36803" y="16684"/>
                    <a:pt x="34600" y="13909"/>
                  </a:cubicBezTo>
                  <a:cubicBezTo>
                    <a:pt x="32802" y="11635"/>
                    <a:pt x="29409" y="11683"/>
                    <a:pt x="26706" y="10623"/>
                  </a:cubicBezTo>
                  <a:cubicBezTo>
                    <a:pt x="25016" y="9957"/>
                    <a:pt x="23515" y="8778"/>
                    <a:pt x="22468" y="7301"/>
                  </a:cubicBezTo>
                  <a:cubicBezTo>
                    <a:pt x="20789" y="4920"/>
                    <a:pt x="20015" y="1610"/>
                    <a:pt x="17372" y="396"/>
                  </a:cubicBezTo>
                  <a:cubicBezTo>
                    <a:pt x="16785" y="125"/>
                    <a:pt x="16157" y="1"/>
                    <a:pt x="155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160;p61">
              <a:extLst>
                <a:ext uri="{FF2B5EF4-FFF2-40B4-BE49-F238E27FC236}">
                  <a16:creationId xmlns:a16="http://schemas.microsoft.com/office/drawing/2014/main" id="{2EE7C266-0DA5-0F17-93B7-510FF71F0446}"/>
                </a:ext>
              </a:extLst>
            </p:cNvPr>
            <p:cNvSpPr/>
            <p:nvPr/>
          </p:nvSpPr>
          <p:spPr>
            <a:xfrm>
              <a:off x="2304555" y="2179798"/>
              <a:ext cx="462941" cy="1367712"/>
            </a:xfrm>
            <a:custGeom>
              <a:avLst/>
              <a:gdLst/>
              <a:ahLst/>
              <a:cxnLst/>
              <a:rect l="l" t="t" r="r" b="b"/>
              <a:pathLst>
                <a:path w="20141" h="59511" extrusionOk="0">
                  <a:moveTo>
                    <a:pt x="9279" y="0"/>
                  </a:moveTo>
                  <a:cubicBezTo>
                    <a:pt x="9013" y="0"/>
                    <a:pt x="8746" y="173"/>
                    <a:pt x="8746" y="520"/>
                  </a:cubicBezTo>
                  <a:lnTo>
                    <a:pt x="8746" y="11319"/>
                  </a:lnTo>
                  <a:lnTo>
                    <a:pt x="1162" y="4937"/>
                  </a:lnTo>
                  <a:cubicBezTo>
                    <a:pt x="1048" y="4842"/>
                    <a:pt x="925" y="4801"/>
                    <a:pt x="805" y="4801"/>
                  </a:cubicBezTo>
                  <a:cubicBezTo>
                    <a:pt x="373" y="4801"/>
                    <a:pt x="1" y="5330"/>
                    <a:pt x="411" y="5675"/>
                  </a:cubicBezTo>
                  <a:lnTo>
                    <a:pt x="8746" y="12700"/>
                  </a:lnTo>
                  <a:lnTo>
                    <a:pt x="8805" y="59003"/>
                  </a:lnTo>
                  <a:cubicBezTo>
                    <a:pt x="8805" y="59341"/>
                    <a:pt x="9065" y="59510"/>
                    <a:pt x="9326" y="59510"/>
                  </a:cubicBezTo>
                  <a:cubicBezTo>
                    <a:pt x="9589" y="59510"/>
                    <a:pt x="9853" y="59338"/>
                    <a:pt x="9853" y="58991"/>
                  </a:cubicBezTo>
                  <a:lnTo>
                    <a:pt x="9806" y="30916"/>
                  </a:lnTo>
                  <a:cubicBezTo>
                    <a:pt x="9817" y="30892"/>
                    <a:pt x="9841" y="30880"/>
                    <a:pt x="9853" y="30857"/>
                  </a:cubicBezTo>
                  <a:cubicBezTo>
                    <a:pt x="13187" y="26023"/>
                    <a:pt x="16533" y="21189"/>
                    <a:pt x="19866" y="16355"/>
                  </a:cubicBezTo>
                  <a:cubicBezTo>
                    <a:pt x="20140" y="15965"/>
                    <a:pt x="19777" y="15592"/>
                    <a:pt x="19403" y="15592"/>
                  </a:cubicBezTo>
                  <a:cubicBezTo>
                    <a:pt x="19241" y="15592"/>
                    <a:pt x="19077" y="15662"/>
                    <a:pt x="18961" y="15831"/>
                  </a:cubicBezTo>
                  <a:cubicBezTo>
                    <a:pt x="15902" y="20248"/>
                    <a:pt x="12854" y="24665"/>
                    <a:pt x="9806" y="29071"/>
                  </a:cubicBezTo>
                  <a:lnTo>
                    <a:pt x="9806" y="508"/>
                  </a:lnTo>
                  <a:cubicBezTo>
                    <a:pt x="9806" y="170"/>
                    <a:pt x="9543" y="0"/>
                    <a:pt x="92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161;p61">
              <a:extLst>
                <a:ext uri="{FF2B5EF4-FFF2-40B4-BE49-F238E27FC236}">
                  <a16:creationId xmlns:a16="http://schemas.microsoft.com/office/drawing/2014/main" id="{0DA98FD4-E157-B38E-9B94-BA6F32D00D6B}"/>
                </a:ext>
              </a:extLst>
            </p:cNvPr>
            <p:cNvSpPr/>
            <p:nvPr/>
          </p:nvSpPr>
          <p:spPr>
            <a:xfrm>
              <a:off x="958002" y="3500257"/>
              <a:ext cx="2325898" cy="935847"/>
            </a:xfrm>
            <a:custGeom>
              <a:avLst/>
              <a:gdLst/>
              <a:ahLst/>
              <a:cxnLst/>
              <a:rect l="l" t="t" r="r" b="b"/>
              <a:pathLst>
                <a:path w="101192" h="40720" extrusionOk="0">
                  <a:moveTo>
                    <a:pt x="46039" y="1"/>
                  </a:moveTo>
                  <a:cubicBezTo>
                    <a:pt x="45682" y="1"/>
                    <a:pt x="45327" y="59"/>
                    <a:pt x="44982" y="191"/>
                  </a:cubicBezTo>
                  <a:cubicBezTo>
                    <a:pt x="43934" y="584"/>
                    <a:pt x="43232" y="1548"/>
                    <a:pt x="42696" y="2524"/>
                  </a:cubicBezTo>
                  <a:cubicBezTo>
                    <a:pt x="39672" y="7918"/>
                    <a:pt x="39767" y="14442"/>
                    <a:pt x="39934" y="20634"/>
                  </a:cubicBezTo>
                  <a:cubicBezTo>
                    <a:pt x="35921" y="15764"/>
                    <a:pt x="30825" y="11811"/>
                    <a:pt x="25110" y="9168"/>
                  </a:cubicBezTo>
                  <a:cubicBezTo>
                    <a:pt x="24143" y="8714"/>
                    <a:pt x="23116" y="8304"/>
                    <a:pt x="22079" y="8304"/>
                  </a:cubicBezTo>
                  <a:cubicBezTo>
                    <a:pt x="21891" y="8304"/>
                    <a:pt x="21703" y="8317"/>
                    <a:pt x="21515" y="8346"/>
                  </a:cubicBezTo>
                  <a:cubicBezTo>
                    <a:pt x="19002" y="8739"/>
                    <a:pt x="17764" y="11656"/>
                    <a:pt x="17562" y="14192"/>
                  </a:cubicBezTo>
                  <a:cubicBezTo>
                    <a:pt x="17097" y="19967"/>
                    <a:pt x="19526" y="25551"/>
                    <a:pt x="21908" y="30837"/>
                  </a:cubicBezTo>
                  <a:cubicBezTo>
                    <a:pt x="18915" y="30354"/>
                    <a:pt x="15896" y="29871"/>
                    <a:pt x="12873" y="29871"/>
                  </a:cubicBezTo>
                  <a:cubicBezTo>
                    <a:pt x="12396" y="29871"/>
                    <a:pt x="11919" y="29883"/>
                    <a:pt x="11442" y="29909"/>
                  </a:cubicBezTo>
                  <a:cubicBezTo>
                    <a:pt x="7941" y="30099"/>
                    <a:pt x="4393" y="31099"/>
                    <a:pt x="1691" y="33338"/>
                  </a:cubicBezTo>
                  <a:cubicBezTo>
                    <a:pt x="822" y="34064"/>
                    <a:pt x="0" y="35040"/>
                    <a:pt x="48" y="36171"/>
                  </a:cubicBezTo>
                  <a:cubicBezTo>
                    <a:pt x="119" y="37838"/>
                    <a:pt x="1929" y="38814"/>
                    <a:pt x="3524" y="39303"/>
                  </a:cubicBezTo>
                  <a:cubicBezTo>
                    <a:pt x="6156" y="40088"/>
                    <a:pt x="8894" y="40493"/>
                    <a:pt x="11644" y="40493"/>
                  </a:cubicBezTo>
                  <a:lnTo>
                    <a:pt x="11644" y="40684"/>
                  </a:lnTo>
                  <a:lnTo>
                    <a:pt x="99905" y="40684"/>
                  </a:lnTo>
                  <a:lnTo>
                    <a:pt x="100060" y="40719"/>
                  </a:lnTo>
                  <a:cubicBezTo>
                    <a:pt x="101191" y="35695"/>
                    <a:pt x="97143" y="30635"/>
                    <a:pt x="92297" y="28849"/>
                  </a:cubicBezTo>
                  <a:cubicBezTo>
                    <a:pt x="89920" y="27962"/>
                    <a:pt x="87418" y="27659"/>
                    <a:pt x="84880" y="27659"/>
                  </a:cubicBezTo>
                  <a:cubicBezTo>
                    <a:pt x="82207" y="27659"/>
                    <a:pt x="79494" y="27995"/>
                    <a:pt x="76843" y="28337"/>
                  </a:cubicBezTo>
                  <a:cubicBezTo>
                    <a:pt x="80712" y="23908"/>
                    <a:pt x="81760" y="17586"/>
                    <a:pt x="81082" y="11752"/>
                  </a:cubicBezTo>
                  <a:cubicBezTo>
                    <a:pt x="80820" y="9525"/>
                    <a:pt x="80177" y="7084"/>
                    <a:pt x="78284" y="5894"/>
                  </a:cubicBezTo>
                  <a:cubicBezTo>
                    <a:pt x="77505" y="5406"/>
                    <a:pt x="76659" y="5201"/>
                    <a:pt x="75787" y="5201"/>
                  </a:cubicBezTo>
                  <a:cubicBezTo>
                    <a:pt x="73725" y="5201"/>
                    <a:pt x="71521" y="6346"/>
                    <a:pt x="69747" y="7584"/>
                  </a:cubicBezTo>
                  <a:cubicBezTo>
                    <a:pt x="65532" y="10513"/>
                    <a:pt x="61710" y="13990"/>
                    <a:pt x="58400" y="17919"/>
                  </a:cubicBezTo>
                  <a:cubicBezTo>
                    <a:pt x="57090" y="11644"/>
                    <a:pt x="54543" y="5275"/>
                    <a:pt x="49447" y="1405"/>
                  </a:cubicBezTo>
                  <a:cubicBezTo>
                    <a:pt x="48457" y="654"/>
                    <a:pt x="47234" y="1"/>
                    <a:pt x="460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162;p61">
              <a:extLst>
                <a:ext uri="{FF2B5EF4-FFF2-40B4-BE49-F238E27FC236}">
                  <a16:creationId xmlns:a16="http://schemas.microsoft.com/office/drawing/2014/main" id="{4C43A848-1CE3-0F04-A4D7-CFA3DDE363E7}"/>
                </a:ext>
              </a:extLst>
            </p:cNvPr>
            <p:cNvSpPr/>
            <p:nvPr/>
          </p:nvSpPr>
          <p:spPr>
            <a:xfrm>
              <a:off x="2239922" y="3600760"/>
              <a:ext cx="1745366" cy="835161"/>
            </a:xfrm>
            <a:custGeom>
              <a:avLst/>
              <a:gdLst/>
              <a:ahLst/>
              <a:cxnLst/>
              <a:rect l="l" t="t" r="r" b="b"/>
              <a:pathLst>
                <a:path w="75935" h="36339" extrusionOk="0">
                  <a:moveTo>
                    <a:pt x="34603" y="1"/>
                  </a:moveTo>
                  <a:cubicBezTo>
                    <a:pt x="33653" y="1"/>
                    <a:pt x="32695" y="352"/>
                    <a:pt x="31918" y="902"/>
                  </a:cubicBezTo>
                  <a:cubicBezTo>
                    <a:pt x="30822" y="1687"/>
                    <a:pt x="30024" y="2830"/>
                    <a:pt x="29393" y="4033"/>
                  </a:cubicBezTo>
                  <a:cubicBezTo>
                    <a:pt x="26965" y="8569"/>
                    <a:pt x="26524" y="13868"/>
                    <a:pt x="26143" y="19011"/>
                  </a:cubicBezTo>
                  <a:cubicBezTo>
                    <a:pt x="23774" y="15963"/>
                    <a:pt x="20976" y="13201"/>
                    <a:pt x="17642" y="11260"/>
                  </a:cubicBezTo>
                  <a:cubicBezTo>
                    <a:pt x="16236" y="10436"/>
                    <a:pt x="14513" y="9795"/>
                    <a:pt x="12919" y="9795"/>
                  </a:cubicBezTo>
                  <a:cubicBezTo>
                    <a:pt x="11840" y="9795"/>
                    <a:pt x="10820" y="10089"/>
                    <a:pt x="9998" y="10820"/>
                  </a:cubicBezTo>
                  <a:cubicBezTo>
                    <a:pt x="8129" y="12486"/>
                    <a:pt x="8319" y="15427"/>
                    <a:pt x="8915" y="17856"/>
                  </a:cubicBezTo>
                  <a:cubicBezTo>
                    <a:pt x="9784" y="21428"/>
                    <a:pt x="11224" y="24857"/>
                    <a:pt x="13141" y="28000"/>
                  </a:cubicBezTo>
                  <a:cubicBezTo>
                    <a:pt x="12262" y="27688"/>
                    <a:pt x="11358" y="27555"/>
                    <a:pt x="10445" y="27555"/>
                  </a:cubicBezTo>
                  <a:cubicBezTo>
                    <a:pt x="8229" y="27555"/>
                    <a:pt x="5961" y="28334"/>
                    <a:pt x="3878" y="29203"/>
                  </a:cubicBezTo>
                  <a:cubicBezTo>
                    <a:pt x="2342" y="29858"/>
                    <a:pt x="640" y="30774"/>
                    <a:pt x="318" y="32406"/>
                  </a:cubicBezTo>
                  <a:cubicBezTo>
                    <a:pt x="0" y="34008"/>
                    <a:pt x="5489" y="36339"/>
                    <a:pt x="7323" y="36339"/>
                  </a:cubicBezTo>
                  <a:cubicBezTo>
                    <a:pt x="7409" y="36339"/>
                    <a:pt x="7488" y="36333"/>
                    <a:pt x="7557" y="36323"/>
                  </a:cubicBezTo>
                  <a:lnTo>
                    <a:pt x="72184" y="36323"/>
                  </a:lnTo>
                  <a:cubicBezTo>
                    <a:pt x="74030" y="34894"/>
                    <a:pt x="75935" y="33060"/>
                    <a:pt x="75935" y="30727"/>
                  </a:cubicBezTo>
                  <a:cubicBezTo>
                    <a:pt x="75935" y="28179"/>
                    <a:pt x="73625" y="26238"/>
                    <a:pt x="71280" y="25214"/>
                  </a:cubicBezTo>
                  <a:cubicBezTo>
                    <a:pt x="68428" y="23974"/>
                    <a:pt x="65365" y="23568"/>
                    <a:pt x="62247" y="23568"/>
                  </a:cubicBezTo>
                  <a:cubicBezTo>
                    <a:pt x="59351" y="23568"/>
                    <a:pt x="56406" y="23918"/>
                    <a:pt x="53539" y="24274"/>
                  </a:cubicBezTo>
                  <a:cubicBezTo>
                    <a:pt x="56052" y="22535"/>
                    <a:pt x="58314" y="20428"/>
                    <a:pt x="60219" y="18035"/>
                  </a:cubicBezTo>
                  <a:cubicBezTo>
                    <a:pt x="61243" y="16737"/>
                    <a:pt x="62183" y="15320"/>
                    <a:pt x="62505" y="13689"/>
                  </a:cubicBezTo>
                  <a:cubicBezTo>
                    <a:pt x="62814" y="12070"/>
                    <a:pt x="62362" y="10212"/>
                    <a:pt x="61040" y="9224"/>
                  </a:cubicBezTo>
                  <a:cubicBezTo>
                    <a:pt x="60277" y="8663"/>
                    <a:pt x="59316" y="8443"/>
                    <a:pt x="58353" y="8443"/>
                  </a:cubicBezTo>
                  <a:cubicBezTo>
                    <a:pt x="58068" y="8443"/>
                    <a:pt x="57784" y="8463"/>
                    <a:pt x="57504" y="8498"/>
                  </a:cubicBezTo>
                  <a:cubicBezTo>
                    <a:pt x="55813" y="8712"/>
                    <a:pt x="54218" y="9462"/>
                    <a:pt x="52706" y="10260"/>
                  </a:cubicBezTo>
                  <a:cubicBezTo>
                    <a:pt x="48574" y="12463"/>
                    <a:pt x="44741" y="15225"/>
                    <a:pt x="41335" y="18428"/>
                  </a:cubicBezTo>
                  <a:cubicBezTo>
                    <a:pt x="41740" y="12808"/>
                    <a:pt x="41597" y="6688"/>
                    <a:pt x="38192" y="2188"/>
                  </a:cubicBezTo>
                  <a:cubicBezTo>
                    <a:pt x="37549" y="1330"/>
                    <a:pt x="36763" y="533"/>
                    <a:pt x="35751" y="187"/>
                  </a:cubicBezTo>
                  <a:cubicBezTo>
                    <a:pt x="35378" y="59"/>
                    <a:pt x="34991" y="1"/>
                    <a:pt x="346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163;p61">
              <a:extLst>
                <a:ext uri="{FF2B5EF4-FFF2-40B4-BE49-F238E27FC236}">
                  <a16:creationId xmlns:a16="http://schemas.microsoft.com/office/drawing/2014/main" id="{565CD45D-A5D5-F08F-6567-2DAD9AB2CE02}"/>
                </a:ext>
              </a:extLst>
            </p:cNvPr>
            <p:cNvSpPr/>
            <p:nvPr/>
          </p:nvSpPr>
          <p:spPr>
            <a:xfrm>
              <a:off x="1664584" y="4369042"/>
              <a:ext cx="324318" cy="101261"/>
            </a:xfrm>
            <a:custGeom>
              <a:avLst/>
              <a:gdLst/>
              <a:ahLst/>
              <a:cxnLst/>
              <a:rect l="l" t="t" r="r" b="b"/>
              <a:pathLst>
                <a:path w="14110" h="4406" extrusionOk="0">
                  <a:moveTo>
                    <a:pt x="5240" y="0"/>
                  </a:moveTo>
                  <a:lnTo>
                    <a:pt x="5240" y="0"/>
                  </a:lnTo>
                  <a:cubicBezTo>
                    <a:pt x="3501" y="131"/>
                    <a:pt x="1751" y="215"/>
                    <a:pt x="1" y="227"/>
                  </a:cubicBezTo>
                  <a:cubicBezTo>
                    <a:pt x="1" y="274"/>
                    <a:pt x="13" y="334"/>
                    <a:pt x="13" y="381"/>
                  </a:cubicBezTo>
                  <a:lnTo>
                    <a:pt x="1" y="453"/>
                  </a:lnTo>
                  <a:cubicBezTo>
                    <a:pt x="132" y="1763"/>
                    <a:pt x="203" y="3084"/>
                    <a:pt x="227" y="4406"/>
                  </a:cubicBezTo>
                  <a:lnTo>
                    <a:pt x="251" y="4406"/>
                  </a:lnTo>
                  <a:cubicBezTo>
                    <a:pt x="4835" y="4299"/>
                    <a:pt x="9419" y="3953"/>
                    <a:pt x="13967" y="3358"/>
                  </a:cubicBezTo>
                  <a:lnTo>
                    <a:pt x="14110" y="3120"/>
                  </a:lnTo>
                  <a:cubicBezTo>
                    <a:pt x="11360" y="1643"/>
                    <a:pt x="8323" y="703"/>
                    <a:pt x="5228" y="370"/>
                  </a:cubicBezTo>
                  <a:cubicBezTo>
                    <a:pt x="5228" y="239"/>
                    <a:pt x="5240" y="119"/>
                    <a:pt x="5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164;p61">
              <a:extLst>
                <a:ext uri="{FF2B5EF4-FFF2-40B4-BE49-F238E27FC236}">
                  <a16:creationId xmlns:a16="http://schemas.microsoft.com/office/drawing/2014/main" id="{BBA9D27C-4AF5-5EEF-4292-C06C83CCD37F}"/>
                </a:ext>
              </a:extLst>
            </p:cNvPr>
            <p:cNvSpPr/>
            <p:nvPr/>
          </p:nvSpPr>
          <p:spPr>
            <a:xfrm>
              <a:off x="1124115" y="2822182"/>
              <a:ext cx="709087" cy="1552077"/>
            </a:xfrm>
            <a:custGeom>
              <a:avLst/>
              <a:gdLst/>
              <a:ahLst/>
              <a:cxnLst/>
              <a:rect l="l" t="t" r="r" b="b"/>
              <a:pathLst>
                <a:path w="30850" h="67533" extrusionOk="0">
                  <a:moveTo>
                    <a:pt x="28016" y="1"/>
                  </a:moveTo>
                  <a:cubicBezTo>
                    <a:pt x="26694" y="489"/>
                    <a:pt x="25241" y="584"/>
                    <a:pt x="23825" y="655"/>
                  </a:cubicBezTo>
                  <a:cubicBezTo>
                    <a:pt x="21709" y="760"/>
                    <a:pt x="19591" y="813"/>
                    <a:pt x="17472" y="813"/>
                  </a:cubicBezTo>
                  <a:cubicBezTo>
                    <a:pt x="13343" y="813"/>
                    <a:pt x="9212" y="612"/>
                    <a:pt x="5096" y="203"/>
                  </a:cubicBezTo>
                  <a:cubicBezTo>
                    <a:pt x="3870" y="2298"/>
                    <a:pt x="3572" y="4858"/>
                    <a:pt x="3465" y="7323"/>
                  </a:cubicBezTo>
                  <a:cubicBezTo>
                    <a:pt x="3108" y="15431"/>
                    <a:pt x="4548" y="23622"/>
                    <a:pt x="7644" y="31135"/>
                  </a:cubicBezTo>
                  <a:cubicBezTo>
                    <a:pt x="5096" y="42041"/>
                    <a:pt x="2548" y="52959"/>
                    <a:pt x="0" y="63877"/>
                  </a:cubicBezTo>
                  <a:lnTo>
                    <a:pt x="83" y="63901"/>
                  </a:lnTo>
                  <a:cubicBezTo>
                    <a:pt x="72" y="63973"/>
                    <a:pt x="60" y="64056"/>
                    <a:pt x="48" y="64139"/>
                  </a:cubicBezTo>
                  <a:lnTo>
                    <a:pt x="167" y="64151"/>
                  </a:lnTo>
                  <a:cubicBezTo>
                    <a:pt x="1786" y="64747"/>
                    <a:pt x="3393" y="65342"/>
                    <a:pt x="5013" y="65937"/>
                  </a:cubicBezTo>
                  <a:cubicBezTo>
                    <a:pt x="5037" y="65947"/>
                    <a:pt x="5070" y="65953"/>
                    <a:pt x="5102" y="65953"/>
                  </a:cubicBezTo>
                  <a:cubicBezTo>
                    <a:pt x="5147" y="65953"/>
                    <a:pt x="5189" y="65941"/>
                    <a:pt x="5203" y="65913"/>
                  </a:cubicBezTo>
                  <a:lnTo>
                    <a:pt x="5215" y="65913"/>
                  </a:lnTo>
                  <a:cubicBezTo>
                    <a:pt x="9394" y="54495"/>
                    <a:pt x="13359" y="42994"/>
                    <a:pt x="17109" y="31421"/>
                  </a:cubicBezTo>
                  <a:cubicBezTo>
                    <a:pt x="17109" y="26932"/>
                    <a:pt x="17645" y="21360"/>
                    <a:pt x="17955" y="15907"/>
                  </a:cubicBezTo>
                  <a:cubicBezTo>
                    <a:pt x="20038" y="32945"/>
                    <a:pt x="22134" y="50888"/>
                    <a:pt x="23515" y="67533"/>
                  </a:cubicBezTo>
                  <a:cubicBezTo>
                    <a:pt x="25265" y="67521"/>
                    <a:pt x="27015" y="67437"/>
                    <a:pt x="28754" y="67306"/>
                  </a:cubicBezTo>
                  <a:cubicBezTo>
                    <a:pt x="29813" y="45863"/>
                    <a:pt x="30849" y="24289"/>
                    <a:pt x="28373" y="2977"/>
                  </a:cubicBezTo>
                  <a:cubicBezTo>
                    <a:pt x="28266" y="1989"/>
                    <a:pt x="28146" y="1001"/>
                    <a:pt x="280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165;p61">
              <a:extLst>
                <a:ext uri="{FF2B5EF4-FFF2-40B4-BE49-F238E27FC236}">
                  <a16:creationId xmlns:a16="http://schemas.microsoft.com/office/drawing/2014/main" id="{C9BFCF8C-E75C-E23F-4552-E8B68EA873DD}"/>
                </a:ext>
              </a:extLst>
            </p:cNvPr>
            <p:cNvSpPr/>
            <p:nvPr/>
          </p:nvSpPr>
          <p:spPr>
            <a:xfrm>
              <a:off x="1104669" y="4296256"/>
              <a:ext cx="294484" cy="178160"/>
            </a:xfrm>
            <a:custGeom>
              <a:avLst/>
              <a:gdLst/>
              <a:ahLst/>
              <a:cxnLst/>
              <a:rect l="l" t="t" r="r" b="b"/>
              <a:pathLst>
                <a:path w="12812" h="7752" extrusionOk="0">
                  <a:moveTo>
                    <a:pt x="894" y="0"/>
                  </a:moveTo>
                  <a:cubicBezTo>
                    <a:pt x="691" y="1298"/>
                    <a:pt x="406" y="2584"/>
                    <a:pt x="1" y="3834"/>
                  </a:cubicBezTo>
                  <a:lnTo>
                    <a:pt x="96" y="3858"/>
                  </a:lnTo>
                  <a:cubicBezTo>
                    <a:pt x="1465" y="4441"/>
                    <a:pt x="2894" y="4858"/>
                    <a:pt x="4311" y="5275"/>
                  </a:cubicBezTo>
                  <a:cubicBezTo>
                    <a:pt x="7133" y="6096"/>
                    <a:pt x="9966" y="6930"/>
                    <a:pt x="12800" y="7751"/>
                  </a:cubicBezTo>
                  <a:lnTo>
                    <a:pt x="12812" y="7704"/>
                  </a:lnTo>
                  <a:cubicBezTo>
                    <a:pt x="10847" y="5477"/>
                    <a:pt x="8526" y="3560"/>
                    <a:pt x="5966" y="2060"/>
                  </a:cubicBezTo>
                  <a:cubicBezTo>
                    <a:pt x="6002" y="1965"/>
                    <a:pt x="6037" y="1870"/>
                    <a:pt x="6061" y="1774"/>
                  </a:cubicBezTo>
                  <a:lnTo>
                    <a:pt x="6049" y="1774"/>
                  </a:lnTo>
                  <a:cubicBezTo>
                    <a:pt x="6035" y="1802"/>
                    <a:pt x="5993" y="1814"/>
                    <a:pt x="5948" y="1814"/>
                  </a:cubicBezTo>
                  <a:cubicBezTo>
                    <a:pt x="5916" y="1814"/>
                    <a:pt x="5883" y="1808"/>
                    <a:pt x="5859" y="1798"/>
                  </a:cubicBezTo>
                  <a:cubicBezTo>
                    <a:pt x="4239" y="1203"/>
                    <a:pt x="2632" y="608"/>
                    <a:pt x="1013" y="12"/>
                  </a:cubicBezTo>
                  <a:lnTo>
                    <a:pt x="8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66;p61">
              <a:extLst>
                <a:ext uri="{FF2B5EF4-FFF2-40B4-BE49-F238E27FC236}">
                  <a16:creationId xmlns:a16="http://schemas.microsoft.com/office/drawing/2014/main" id="{6E3EE063-178F-AD07-44F5-B840C9217557}"/>
                </a:ext>
              </a:extLst>
            </p:cNvPr>
            <p:cNvSpPr/>
            <p:nvPr/>
          </p:nvSpPr>
          <p:spPr>
            <a:xfrm>
              <a:off x="1757099" y="2389283"/>
              <a:ext cx="331421" cy="238926"/>
            </a:xfrm>
            <a:custGeom>
              <a:avLst/>
              <a:gdLst/>
              <a:ahLst/>
              <a:cxnLst/>
              <a:rect l="l" t="t" r="r" b="b"/>
              <a:pathLst>
                <a:path w="14419" h="10396" extrusionOk="0">
                  <a:moveTo>
                    <a:pt x="7382" y="1"/>
                  </a:moveTo>
                  <a:cubicBezTo>
                    <a:pt x="7144" y="84"/>
                    <a:pt x="6894" y="156"/>
                    <a:pt x="6644" y="227"/>
                  </a:cubicBezTo>
                  <a:cubicBezTo>
                    <a:pt x="6763" y="418"/>
                    <a:pt x="6882" y="620"/>
                    <a:pt x="6989" y="811"/>
                  </a:cubicBezTo>
                  <a:lnTo>
                    <a:pt x="7001" y="822"/>
                  </a:lnTo>
                  <a:cubicBezTo>
                    <a:pt x="4691" y="2477"/>
                    <a:pt x="2358" y="4085"/>
                    <a:pt x="0" y="5656"/>
                  </a:cubicBezTo>
                  <a:cubicBezTo>
                    <a:pt x="226" y="7228"/>
                    <a:pt x="405" y="8812"/>
                    <a:pt x="548" y="10395"/>
                  </a:cubicBezTo>
                  <a:lnTo>
                    <a:pt x="667" y="10383"/>
                  </a:lnTo>
                  <a:cubicBezTo>
                    <a:pt x="5251" y="8264"/>
                    <a:pt x="9835" y="6145"/>
                    <a:pt x="14419" y="4025"/>
                  </a:cubicBezTo>
                  <a:lnTo>
                    <a:pt x="14419" y="4025"/>
                  </a:lnTo>
                  <a:cubicBezTo>
                    <a:pt x="12526" y="4263"/>
                    <a:pt x="10609" y="4430"/>
                    <a:pt x="8704" y="4501"/>
                  </a:cubicBezTo>
                  <a:cubicBezTo>
                    <a:pt x="8299" y="2989"/>
                    <a:pt x="7858" y="1489"/>
                    <a:pt x="73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167;p61">
              <a:extLst>
                <a:ext uri="{FF2B5EF4-FFF2-40B4-BE49-F238E27FC236}">
                  <a16:creationId xmlns:a16="http://schemas.microsoft.com/office/drawing/2014/main" id="{A90EEECF-67EA-B5CA-8E0F-2A2C21615AC2}"/>
                </a:ext>
              </a:extLst>
            </p:cNvPr>
            <p:cNvSpPr/>
            <p:nvPr/>
          </p:nvSpPr>
          <p:spPr>
            <a:xfrm>
              <a:off x="1260393" y="2311855"/>
              <a:ext cx="657647" cy="387209"/>
            </a:xfrm>
            <a:custGeom>
              <a:avLst/>
              <a:gdLst/>
              <a:ahLst/>
              <a:cxnLst/>
              <a:rect l="l" t="t" r="r" b="b"/>
              <a:pathLst>
                <a:path w="28612" h="16848" extrusionOk="0">
                  <a:moveTo>
                    <a:pt x="9216" y="0"/>
                  </a:moveTo>
                  <a:cubicBezTo>
                    <a:pt x="6085" y="1382"/>
                    <a:pt x="3037" y="2977"/>
                    <a:pt x="119" y="4763"/>
                  </a:cubicBezTo>
                  <a:lnTo>
                    <a:pt x="0" y="4846"/>
                  </a:lnTo>
                  <a:cubicBezTo>
                    <a:pt x="441" y="5513"/>
                    <a:pt x="881" y="6192"/>
                    <a:pt x="1334" y="6847"/>
                  </a:cubicBezTo>
                  <a:cubicBezTo>
                    <a:pt x="1905" y="7716"/>
                    <a:pt x="2489" y="8573"/>
                    <a:pt x="3072" y="9442"/>
                  </a:cubicBezTo>
                  <a:cubicBezTo>
                    <a:pt x="4751" y="11930"/>
                    <a:pt x="6454" y="14407"/>
                    <a:pt x="8204" y="16848"/>
                  </a:cubicBezTo>
                  <a:lnTo>
                    <a:pt x="8299" y="16788"/>
                  </a:lnTo>
                  <a:cubicBezTo>
                    <a:pt x="10597" y="16002"/>
                    <a:pt x="12681" y="14740"/>
                    <a:pt x="14740" y="13454"/>
                  </a:cubicBezTo>
                  <a:cubicBezTo>
                    <a:pt x="17050" y="12014"/>
                    <a:pt x="19348" y="10537"/>
                    <a:pt x="21610" y="9025"/>
                  </a:cubicBezTo>
                  <a:cubicBezTo>
                    <a:pt x="23968" y="7454"/>
                    <a:pt x="26301" y="5846"/>
                    <a:pt x="28611" y="4191"/>
                  </a:cubicBezTo>
                  <a:lnTo>
                    <a:pt x="28599" y="4180"/>
                  </a:lnTo>
                  <a:cubicBezTo>
                    <a:pt x="28492" y="3989"/>
                    <a:pt x="28373" y="3787"/>
                    <a:pt x="28254" y="3596"/>
                  </a:cubicBezTo>
                  <a:cubicBezTo>
                    <a:pt x="27635" y="2560"/>
                    <a:pt x="27016" y="1536"/>
                    <a:pt x="26408" y="500"/>
                  </a:cubicBezTo>
                  <a:cubicBezTo>
                    <a:pt x="26337" y="393"/>
                    <a:pt x="26278" y="286"/>
                    <a:pt x="26206" y="179"/>
                  </a:cubicBezTo>
                  <a:cubicBezTo>
                    <a:pt x="26039" y="262"/>
                    <a:pt x="25873" y="346"/>
                    <a:pt x="25706" y="417"/>
                  </a:cubicBezTo>
                  <a:cubicBezTo>
                    <a:pt x="24051" y="1203"/>
                    <a:pt x="22408" y="2001"/>
                    <a:pt x="20777" y="2822"/>
                  </a:cubicBezTo>
                  <a:cubicBezTo>
                    <a:pt x="17967" y="4227"/>
                    <a:pt x="15181" y="5692"/>
                    <a:pt x="12431" y="7192"/>
                  </a:cubicBezTo>
                  <a:cubicBezTo>
                    <a:pt x="11466" y="4751"/>
                    <a:pt x="10406" y="2346"/>
                    <a:pt x="92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168;p61">
              <a:extLst>
                <a:ext uri="{FF2B5EF4-FFF2-40B4-BE49-F238E27FC236}">
                  <a16:creationId xmlns:a16="http://schemas.microsoft.com/office/drawing/2014/main" id="{443CB907-C034-4B3B-A057-9A4A335E07B1}"/>
                </a:ext>
              </a:extLst>
            </p:cNvPr>
            <p:cNvSpPr/>
            <p:nvPr/>
          </p:nvSpPr>
          <p:spPr>
            <a:xfrm>
              <a:off x="1733010" y="2263155"/>
              <a:ext cx="118235" cy="113580"/>
            </a:xfrm>
            <a:custGeom>
              <a:avLst/>
              <a:gdLst/>
              <a:ahLst/>
              <a:cxnLst/>
              <a:rect l="l" t="t" r="r" b="b"/>
              <a:pathLst>
                <a:path w="5144" h="4942" extrusionOk="0">
                  <a:moveTo>
                    <a:pt x="4168" y="0"/>
                  </a:moveTo>
                  <a:cubicBezTo>
                    <a:pt x="3299" y="322"/>
                    <a:pt x="2429" y="655"/>
                    <a:pt x="1572" y="1012"/>
                  </a:cubicBezTo>
                  <a:cubicBezTo>
                    <a:pt x="1203" y="1834"/>
                    <a:pt x="667" y="2572"/>
                    <a:pt x="1" y="3179"/>
                  </a:cubicBezTo>
                  <a:cubicBezTo>
                    <a:pt x="60" y="3739"/>
                    <a:pt x="120" y="4310"/>
                    <a:pt x="179" y="4882"/>
                  </a:cubicBezTo>
                  <a:lnTo>
                    <a:pt x="215" y="4941"/>
                  </a:lnTo>
                  <a:cubicBezTo>
                    <a:pt x="1846" y="4120"/>
                    <a:pt x="3489" y="3322"/>
                    <a:pt x="5144" y="2536"/>
                  </a:cubicBezTo>
                  <a:lnTo>
                    <a:pt x="5084" y="2405"/>
                  </a:lnTo>
                  <a:cubicBezTo>
                    <a:pt x="4846" y="1584"/>
                    <a:pt x="4537" y="786"/>
                    <a:pt x="41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169;p61">
              <a:extLst>
                <a:ext uri="{FF2B5EF4-FFF2-40B4-BE49-F238E27FC236}">
                  <a16:creationId xmlns:a16="http://schemas.microsoft.com/office/drawing/2014/main" id="{8E0828F8-FF71-C396-0953-1328A044D835}"/>
                </a:ext>
              </a:extLst>
            </p:cNvPr>
            <p:cNvSpPr/>
            <p:nvPr/>
          </p:nvSpPr>
          <p:spPr>
            <a:xfrm>
              <a:off x="1163787" y="1983091"/>
              <a:ext cx="690469" cy="494055"/>
            </a:xfrm>
            <a:custGeom>
              <a:avLst/>
              <a:gdLst/>
              <a:ahLst/>
              <a:cxnLst/>
              <a:rect l="l" t="t" r="r" b="b"/>
              <a:pathLst>
                <a:path w="30040" h="21497" extrusionOk="0">
                  <a:moveTo>
                    <a:pt x="19120" y="1"/>
                  </a:moveTo>
                  <a:cubicBezTo>
                    <a:pt x="18655" y="1"/>
                    <a:pt x="18206" y="21"/>
                    <a:pt x="17788" y="66"/>
                  </a:cubicBezTo>
                  <a:cubicBezTo>
                    <a:pt x="17884" y="351"/>
                    <a:pt x="17979" y="649"/>
                    <a:pt x="18086" y="947"/>
                  </a:cubicBezTo>
                  <a:cubicBezTo>
                    <a:pt x="18110" y="1030"/>
                    <a:pt x="18134" y="1101"/>
                    <a:pt x="18169" y="1185"/>
                  </a:cubicBezTo>
                  <a:cubicBezTo>
                    <a:pt x="18265" y="1447"/>
                    <a:pt x="18336" y="1816"/>
                    <a:pt x="18372" y="2233"/>
                  </a:cubicBezTo>
                  <a:cubicBezTo>
                    <a:pt x="18527" y="3840"/>
                    <a:pt x="18229" y="6376"/>
                    <a:pt x="17360" y="7900"/>
                  </a:cubicBezTo>
                  <a:lnTo>
                    <a:pt x="17241" y="8043"/>
                  </a:lnTo>
                  <a:cubicBezTo>
                    <a:pt x="14550" y="6090"/>
                    <a:pt x="12014" y="3911"/>
                    <a:pt x="9680" y="1554"/>
                  </a:cubicBezTo>
                  <a:lnTo>
                    <a:pt x="9668" y="1137"/>
                  </a:lnTo>
                  <a:cubicBezTo>
                    <a:pt x="9668" y="1101"/>
                    <a:pt x="9668" y="1066"/>
                    <a:pt x="9668" y="1030"/>
                  </a:cubicBezTo>
                  <a:lnTo>
                    <a:pt x="9645" y="1030"/>
                  </a:lnTo>
                  <a:cubicBezTo>
                    <a:pt x="7621" y="2649"/>
                    <a:pt x="5596" y="4280"/>
                    <a:pt x="3596" y="5923"/>
                  </a:cubicBezTo>
                  <a:cubicBezTo>
                    <a:pt x="3299" y="6162"/>
                    <a:pt x="3013" y="6400"/>
                    <a:pt x="2715" y="6638"/>
                  </a:cubicBezTo>
                  <a:cubicBezTo>
                    <a:pt x="2096" y="7138"/>
                    <a:pt x="1465" y="7674"/>
                    <a:pt x="1048" y="8352"/>
                  </a:cubicBezTo>
                  <a:cubicBezTo>
                    <a:pt x="1" y="10079"/>
                    <a:pt x="560" y="12305"/>
                    <a:pt x="1382" y="14151"/>
                  </a:cubicBezTo>
                  <a:cubicBezTo>
                    <a:pt x="2167" y="15889"/>
                    <a:pt x="3156" y="17544"/>
                    <a:pt x="4203" y="19151"/>
                  </a:cubicBezTo>
                  <a:lnTo>
                    <a:pt x="4322" y="19068"/>
                  </a:lnTo>
                  <a:cubicBezTo>
                    <a:pt x="7240" y="17282"/>
                    <a:pt x="10288" y="15687"/>
                    <a:pt x="13419" y="14305"/>
                  </a:cubicBezTo>
                  <a:cubicBezTo>
                    <a:pt x="14609" y="16651"/>
                    <a:pt x="15669" y="19056"/>
                    <a:pt x="16634" y="21497"/>
                  </a:cubicBezTo>
                  <a:cubicBezTo>
                    <a:pt x="19384" y="19997"/>
                    <a:pt x="22170" y="18532"/>
                    <a:pt x="24980" y="17127"/>
                  </a:cubicBezTo>
                  <a:lnTo>
                    <a:pt x="24944" y="17068"/>
                  </a:lnTo>
                  <a:cubicBezTo>
                    <a:pt x="24885" y="16496"/>
                    <a:pt x="24825" y="15925"/>
                    <a:pt x="24766" y="15365"/>
                  </a:cubicBezTo>
                  <a:cubicBezTo>
                    <a:pt x="25432" y="14758"/>
                    <a:pt x="25968" y="14020"/>
                    <a:pt x="26337" y="13198"/>
                  </a:cubicBezTo>
                  <a:cubicBezTo>
                    <a:pt x="27194" y="12841"/>
                    <a:pt x="28064" y="12508"/>
                    <a:pt x="28933" y="12186"/>
                  </a:cubicBezTo>
                  <a:cubicBezTo>
                    <a:pt x="29302" y="12055"/>
                    <a:pt x="29671" y="11924"/>
                    <a:pt x="30040" y="11793"/>
                  </a:cubicBezTo>
                  <a:cubicBezTo>
                    <a:pt x="29933" y="10960"/>
                    <a:pt x="29814" y="10114"/>
                    <a:pt x="29683" y="9281"/>
                  </a:cubicBezTo>
                  <a:lnTo>
                    <a:pt x="29588" y="9281"/>
                  </a:lnTo>
                  <a:cubicBezTo>
                    <a:pt x="29564" y="9186"/>
                    <a:pt x="29016" y="7436"/>
                    <a:pt x="28766" y="6519"/>
                  </a:cubicBezTo>
                  <a:lnTo>
                    <a:pt x="28802" y="6507"/>
                  </a:lnTo>
                  <a:cubicBezTo>
                    <a:pt x="28861" y="6507"/>
                    <a:pt x="28921" y="6495"/>
                    <a:pt x="28980" y="6483"/>
                  </a:cubicBezTo>
                  <a:cubicBezTo>
                    <a:pt x="28754" y="6054"/>
                    <a:pt x="28456" y="5638"/>
                    <a:pt x="28195" y="5197"/>
                  </a:cubicBezTo>
                  <a:cubicBezTo>
                    <a:pt x="27730" y="4447"/>
                    <a:pt x="26194" y="2125"/>
                    <a:pt x="25635" y="1459"/>
                  </a:cubicBezTo>
                  <a:cubicBezTo>
                    <a:pt x="24976" y="678"/>
                    <a:pt x="21787" y="1"/>
                    <a:pt x="191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170;p61">
              <a:extLst>
                <a:ext uri="{FF2B5EF4-FFF2-40B4-BE49-F238E27FC236}">
                  <a16:creationId xmlns:a16="http://schemas.microsoft.com/office/drawing/2014/main" id="{3A7703BC-DABA-421B-9E14-4BF4529E08F6}"/>
                </a:ext>
              </a:extLst>
            </p:cNvPr>
            <p:cNvSpPr/>
            <p:nvPr/>
          </p:nvSpPr>
          <p:spPr>
            <a:xfrm>
              <a:off x="1239867" y="2519272"/>
              <a:ext cx="538332" cy="321617"/>
            </a:xfrm>
            <a:custGeom>
              <a:avLst/>
              <a:gdLst/>
              <a:ahLst/>
              <a:cxnLst/>
              <a:rect l="l" t="t" r="r" b="b"/>
              <a:pathLst>
                <a:path w="23421" h="13994" extrusionOk="0">
                  <a:moveTo>
                    <a:pt x="22503" y="0"/>
                  </a:moveTo>
                  <a:cubicBezTo>
                    <a:pt x="20241" y="1512"/>
                    <a:pt x="17943" y="2989"/>
                    <a:pt x="15633" y="4429"/>
                  </a:cubicBezTo>
                  <a:cubicBezTo>
                    <a:pt x="13574" y="5715"/>
                    <a:pt x="11490" y="6977"/>
                    <a:pt x="9192" y="7763"/>
                  </a:cubicBezTo>
                  <a:lnTo>
                    <a:pt x="9097" y="7823"/>
                  </a:lnTo>
                  <a:cubicBezTo>
                    <a:pt x="7347" y="5382"/>
                    <a:pt x="5644" y="2905"/>
                    <a:pt x="3965" y="405"/>
                  </a:cubicBezTo>
                  <a:lnTo>
                    <a:pt x="3965" y="405"/>
                  </a:lnTo>
                  <a:cubicBezTo>
                    <a:pt x="4191" y="2310"/>
                    <a:pt x="4430" y="4203"/>
                    <a:pt x="4656" y="6096"/>
                  </a:cubicBezTo>
                  <a:cubicBezTo>
                    <a:pt x="3048" y="8489"/>
                    <a:pt x="1489" y="10906"/>
                    <a:pt x="0" y="13371"/>
                  </a:cubicBezTo>
                  <a:cubicBezTo>
                    <a:pt x="24" y="13371"/>
                    <a:pt x="48" y="13371"/>
                    <a:pt x="60" y="13383"/>
                  </a:cubicBezTo>
                  <a:cubicBezTo>
                    <a:pt x="4176" y="13792"/>
                    <a:pt x="8307" y="13993"/>
                    <a:pt x="12436" y="13993"/>
                  </a:cubicBezTo>
                  <a:cubicBezTo>
                    <a:pt x="14555" y="13993"/>
                    <a:pt x="16673" y="13940"/>
                    <a:pt x="18789" y="13835"/>
                  </a:cubicBezTo>
                  <a:cubicBezTo>
                    <a:pt x="20205" y="13776"/>
                    <a:pt x="21658" y="13669"/>
                    <a:pt x="22980" y="13181"/>
                  </a:cubicBezTo>
                  <a:cubicBezTo>
                    <a:pt x="23122" y="13133"/>
                    <a:pt x="23265" y="13073"/>
                    <a:pt x="23420" y="13002"/>
                  </a:cubicBezTo>
                  <a:cubicBezTo>
                    <a:pt x="23408" y="10240"/>
                    <a:pt x="23289" y="7477"/>
                    <a:pt x="23051" y="4739"/>
                  </a:cubicBezTo>
                  <a:cubicBezTo>
                    <a:pt x="22908" y="3156"/>
                    <a:pt x="22729" y="1572"/>
                    <a:pt x="225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171;p61">
              <a:extLst>
                <a:ext uri="{FF2B5EF4-FFF2-40B4-BE49-F238E27FC236}">
                  <a16:creationId xmlns:a16="http://schemas.microsoft.com/office/drawing/2014/main" id="{1754EF2E-AA48-42D6-A99A-53898A767896}"/>
                </a:ext>
              </a:extLst>
            </p:cNvPr>
            <p:cNvSpPr/>
            <p:nvPr/>
          </p:nvSpPr>
          <p:spPr>
            <a:xfrm>
              <a:off x="1540074" y="1889092"/>
              <a:ext cx="850" cy="23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0"/>
                  </a:moveTo>
                  <a:lnTo>
                    <a:pt x="36" y="0"/>
                  </a:lnTo>
                  <a:cubicBezTo>
                    <a:pt x="24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00B0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172;p61">
              <a:extLst>
                <a:ext uri="{FF2B5EF4-FFF2-40B4-BE49-F238E27FC236}">
                  <a16:creationId xmlns:a16="http://schemas.microsoft.com/office/drawing/2014/main" id="{B0E5A911-663E-614C-27FE-D8763AD4E6B2}"/>
                </a:ext>
              </a:extLst>
            </p:cNvPr>
            <p:cNvSpPr/>
            <p:nvPr/>
          </p:nvSpPr>
          <p:spPr>
            <a:xfrm>
              <a:off x="2102195" y="2305558"/>
              <a:ext cx="113040" cy="146559"/>
            </a:xfrm>
            <a:custGeom>
              <a:avLst/>
              <a:gdLst/>
              <a:ahLst/>
              <a:cxnLst/>
              <a:rect l="l" t="t" r="r" b="b"/>
              <a:pathLst>
                <a:path w="4918" h="6377" extrusionOk="0">
                  <a:moveTo>
                    <a:pt x="3311" y="0"/>
                  </a:moveTo>
                  <a:cubicBezTo>
                    <a:pt x="3104" y="0"/>
                    <a:pt x="2891" y="34"/>
                    <a:pt x="2679" y="84"/>
                  </a:cubicBezTo>
                  <a:cubicBezTo>
                    <a:pt x="2500" y="96"/>
                    <a:pt x="2334" y="108"/>
                    <a:pt x="2167" y="132"/>
                  </a:cubicBezTo>
                  <a:cubicBezTo>
                    <a:pt x="1905" y="155"/>
                    <a:pt x="1655" y="203"/>
                    <a:pt x="1417" y="286"/>
                  </a:cubicBezTo>
                  <a:cubicBezTo>
                    <a:pt x="1155" y="370"/>
                    <a:pt x="893" y="501"/>
                    <a:pt x="679" y="679"/>
                  </a:cubicBezTo>
                  <a:cubicBezTo>
                    <a:pt x="464" y="858"/>
                    <a:pt x="274" y="1072"/>
                    <a:pt x="167" y="1322"/>
                  </a:cubicBezTo>
                  <a:cubicBezTo>
                    <a:pt x="12" y="1691"/>
                    <a:pt x="12" y="2096"/>
                    <a:pt x="12" y="2489"/>
                  </a:cubicBezTo>
                  <a:cubicBezTo>
                    <a:pt x="0" y="3311"/>
                    <a:pt x="0" y="4180"/>
                    <a:pt x="393" y="4906"/>
                  </a:cubicBezTo>
                  <a:cubicBezTo>
                    <a:pt x="703" y="5454"/>
                    <a:pt x="1203" y="5858"/>
                    <a:pt x="1786" y="6108"/>
                  </a:cubicBezTo>
                  <a:cubicBezTo>
                    <a:pt x="2096" y="6228"/>
                    <a:pt x="2405" y="6311"/>
                    <a:pt x="2738" y="6347"/>
                  </a:cubicBezTo>
                  <a:cubicBezTo>
                    <a:pt x="2774" y="6359"/>
                    <a:pt x="2810" y="6359"/>
                    <a:pt x="2858" y="6370"/>
                  </a:cubicBezTo>
                  <a:cubicBezTo>
                    <a:pt x="2909" y="6374"/>
                    <a:pt x="2961" y="6376"/>
                    <a:pt x="3013" y="6376"/>
                  </a:cubicBezTo>
                  <a:cubicBezTo>
                    <a:pt x="3139" y="6376"/>
                    <a:pt x="3263" y="6362"/>
                    <a:pt x="3381" y="6311"/>
                  </a:cubicBezTo>
                  <a:cubicBezTo>
                    <a:pt x="3572" y="6239"/>
                    <a:pt x="3715" y="6085"/>
                    <a:pt x="3846" y="5918"/>
                  </a:cubicBezTo>
                  <a:cubicBezTo>
                    <a:pt x="4774" y="4727"/>
                    <a:pt x="4917" y="3096"/>
                    <a:pt x="4715" y="1596"/>
                  </a:cubicBezTo>
                  <a:cubicBezTo>
                    <a:pt x="4643" y="1084"/>
                    <a:pt x="4501" y="536"/>
                    <a:pt x="4084" y="227"/>
                  </a:cubicBezTo>
                  <a:cubicBezTo>
                    <a:pt x="3857" y="62"/>
                    <a:pt x="3591" y="0"/>
                    <a:pt x="3311" y="0"/>
                  </a:cubicBezTo>
                  <a:close/>
                </a:path>
              </a:pathLst>
            </a:custGeom>
            <a:solidFill>
              <a:srgbClr val="FB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173;p61">
              <a:extLst>
                <a:ext uri="{FF2B5EF4-FFF2-40B4-BE49-F238E27FC236}">
                  <a16:creationId xmlns:a16="http://schemas.microsoft.com/office/drawing/2014/main" id="{A961FC46-632D-CB65-14EF-7393D7595210}"/>
                </a:ext>
              </a:extLst>
            </p:cNvPr>
            <p:cNvSpPr/>
            <p:nvPr/>
          </p:nvSpPr>
          <p:spPr>
            <a:xfrm>
              <a:off x="1973571" y="1751864"/>
              <a:ext cx="168319" cy="111235"/>
            </a:xfrm>
            <a:custGeom>
              <a:avLst/>
              <a:gdLst/>
              <a:ahLst/>
              <a:cxnLst/>
              <a:rect l="l" t="t" r="r" b="b"/>
              <a:pathLst>
                <a:path w="7323" h="4840" extrusionOk="0">
                  <a:moveTo>
                    <a:pt x="5801" y="0"/>
                  </a:moveTo>
                  <a:cubicBezTo>
                    <a:pt x="4740" y="0"/>
                    <a:pt x="3681" y="278"/>
                    <a:pt x="2774" y="816"/>
                  </a:cubicBezTo>
                  <a:cubicBezTo>
                    <a:pt x="1346" y="1661"/>
                    <a:pt x="310" y="3161"/>
                    <a:pt x="0" y="4793"/>
                  </a:cubicBezTo>
                  <a:cubicBezTo>
                    <a:pt x="267" y="4824"/>
                    <a:pt x="535" y="4840"/>
                    <a:pt x="802" y="4840"/>
                  </a:cubicBezTo>
                  <a:cubicBezTo>
                    <a:pt x="2054" y="4840"/>
                    <a:pt x="3301" y="4499"/>
                    <a:pt x="4370" y="3852"/>
                  </a:cubicBezTo>
                  <a:cubicBezTo>
                    <a:pt x="5727" y="3030"/>
                    <a:pt x="6775" y="1745"/>
                    <a:pt x="7299" y="268"/>
                  </a:cubicBezTo>
                  <a:lnTo>
                    <a:pt x="7322" y="197"/>
                  </a:lnTo>
                  <a:cubicBezTo>
                    <a:pt x="6826" y="65"/>
                    <a:pt x="6313" y="0"/>
                    <a:pt x="58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174;p61">
              <a:extLst>
                <a:ext uri="{FF2B5EF4-FFF2-40B4-BE49-F238E27FC236}">
                  <a16:creationId xmlns:a16="http://schemas.microsoft.com/office/drawing/2014/main" id="{ACE55309-E378-5E00-7D94-1433C0402C34}"/>
                </a:ext>
              </a:extLst>
            </p:cNvPr>
            <p:cNvSpPr/>
            <p:nvPr/>
          </p:nvSpPr>
          <p:spPr>
            <a:xfrm>
              <a:off x="1867381" y="2200482"/>
              <a:ext cx="274234" cy="194041"/>
            </a:xfrm>
            <a:custGeom>
              <a:avLst/>
              <a:gdLst/>
              <a:ahLst/>
              <a:cxnLst/>
              <a:rect l="l" t="t" r="r" b="b"/>
              <a:pathLst>
                <a:path w="11931" h="8443" extrusionOk="0">
                  <a:moveTo>
                    <a:pt x="5846" y="1"/>
                  </a:moveTo>
                  <a:cubicBezTo>
                    <a:pt x="5668" y="1"/>
                    <a:pt x="5465" y="132"/>
                    <a:pt x="5311" y="251"/>
                  </a:cubicBezTo>
                  <a:cubicBezTo>
                    <a:pt x="3918" y="1453"/>
                    <a:pt x="2572" y="2703"/>
                    <a:pt x="1286" y="4013"/>
                  </a:cubicBezTo>
                  <a:cubicBezTo>
                    <a:pt x="858" y="4442"/>
                    <a:pt x="429" y="4894"/>
                    <a:pt x="12" y="5346"/>
                  </a:cubicBezTo>
                  <a:lnTo>
                    <a:pt x="0" y="5346"/>
                  </a:lnTo>
                  <a:cubicBezTo>
                    <a:pt x="608" y="6382"/>
                    <a:pt x="1227" y="7406"/>
                    <a:pt x="1846" y="8442"/>
                  </a:cubicBezTo>
                  <a:cubicBezTo>
                    <a:pt x="2096" y="8371"/>
                    <a:pt x="2346" y="8299"/>
                    <a:pt x="2584" y="8216"/>
                  </a:cubicBezTo>
                  <a:cubicBezTo>
                    <a:pt x="5215" y="7406"/>
                    <a:pt x="7859" y="6489"/>
                    <a:pt x="10061" y="4930"/>
                  </a:cubicBezTo>
                  <a:cubicBezTo>
                    <a:pt x="10633" y="4537"/>
                    <a:pt x="11169" y="4096"/>
                    <a:pt x="11669" y="3596"/>
                  </a:cubicBezTo>
                  <a:cubicBezTo>
                    <a:pt x="11788" y="3477"/>
                    <a:pt x="11931" y="3322"/>
                    <a:pt x="11883" y="3156"/>
                  </a:cubicBezTo>
                  <a:cubicBezTo>
                    <a:pt x="11847" y="3037"/>
                    <a:pt x="11752" y="2965"/>
                    <a:pt x="11645" y="2906"/>
                  </a:cubicBezTo>
                  <a:cubicBezTo>
                    <a:pt x="11097" y="2571"/>
                    <a:pt x="10441" y="2483"/>
                    <a:pt x="9783" y="2483"/>
                  </a:cubicBezTo>
                  <a:cubicBezTo>
                    <a:pt x="9597" y="2483"/>
                    <a:pt x="9411" y="2490"/>
                    <a:pt x="9228" y="2501"/>
                  </a:cubicBezTo>
                  <a:cubicBezTo>
                    <a:pt x="7847" y="2572"/>
                    <a:pt x="6466" y="2834"/>
                    <a:pt x="5144" y="3263"/>
                  </a:cubicBezTo>
                  <a:cubicBezTo>
                    <a:pt x="5585" y="2418"/>
                    <a:pt x="5906" y="1501"/>
                    <a:pt x="6120" y="560"/>
                  </a:cubicBezTo>
                  <a:cubicBezTo>
                    <a:pt x="6144" y="417"/>
                    <a:pt x="6168" y="239"/>
                    <a:pt x="6073" y="108"/>
                  </a:cubicBezTo>
                  <a:cubicBezTo>
                    <a:pt x="6013" y="36"/>
                    <a:pt x="5930" y="1"/>
                    <a:pt x="5846" y="1"/>
                  </a:cubicBezTo>
                  <a:close/>
                </a:path>
              </a:pathLst>
            </a:custGeom>
            <a:solidFill>
              <a:srgbClr val="FB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175;p61">
              <a:extLst>
                <a:ext uri="{FF2B5EF4-FFF2-40B4-BE49-F238E27FC236}">
                  <a16:creationId xmlns:a16="http://schemas.microsoft.com/office/drawing/2014/main" id="{5E064ACC-1029-F204-7ED0-5A56DA1D108B}"/>
                </a:ext>
              </a:extLst>
            </p:cNvPr>
            <p:cNvSpPr/>
            <p:nvPr/>
          </p:nvSpPr>
          <p:spPr>
            <a:xfrm>
              <a:off x="1985340" y="1884978"/>
              <a:ext cx="149425" cy="128817"/>
            </a:xfrm>
            <a:custGeom>
              <a:avLst/>
              <a:gdLst/>
              <a:ahLst/>
              <a:cxnLst/>
              <a:rect l="l" t="t" r="r" b="b"/>
              <a:pathLst>
                <a:path w="6501" h="5605" extrusionOk="0">
                  <a:moveTo>
                    <a:pt x="6501" y="1"/>
                  </a:moveTo>
                  <a:lnTo>
                    <a:pt x="6501" y="1"/>
                  </a:lnTo>
                  <a:cubicBezTo>
                    <a:pt x="5036" y="60"/>
                    <a:pt x="3596" y="608"/>
                    <a:pt x="2477" y="1537"/>
                  </a:cubicBezTo>
                  <a:cubicBezTo>
                    <a:pt x="1334" y="2477"/>
                    <a:pt x="512" y="3799"/>
                    <a:pt x="179" y="5239"/>
                  </a:cubicBezTo>
                  <a:lnTo>
                    <a:pt x="0" y="5251"/>
                  </a:lnTo>
                  <a:cubicBezTo>
                    <a:pt x="0" y="5311"/>
                    <a:pt x="0" y="5359"/>
                    <a:pt x="12" y="5418"/>
                  </a:cubicBezTo>
                  <a:cubicBezTo>
                    <a:pt x="404" y="5545"/>
                    <a:pt x="810" y="5604"/>
                    <a:pt x="1218" y="5604"/>
                  </a:cubicBezTo>
                  <a:cubicBezTo>
                    <a:pt x="2420" y="5604"/>
                    <a:pt x="3632" y="5087"/>
                    <a:pt x="4513" y="4251"/>
                  </a:cubicBezTo>
                  <a:cubicBezTo>
                    <a:pt x="5667" y="3156"/>
                    <a:pt x="6298" y="1584"/>
                    <a:pt x="6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176;p61">
              <a:extLst>
                <a:ext uri="{FF2B5EF4-FFF2-40B4-BE49-F238E27FC236}">
                  <a16:creationId xmlns:a16="http://schemas.microsoft.com/office/drawing/2014/main" id="{EC343A89-9C71-331D-7F02-816B4C000680}"/>
                </a:ext>
              </a:extLst>
            </p:cNvPr>
            <p:cNvSpPr/>
            <p:nvPr/>
          </p:nvSpPr>
          <p:spPr>
            <a:xfrm>
              <a:off x="1901858" y="1591377"/>
              <a:ext cx="91159" cy="208520"/>
            </a:xfrm>
            <a:custGeom>
              <a:avLst/>
              <a:gdLst/>
              <a:ahLst/>
              <a:cxnLst/>
              <a:rect l="l" t="t" r="r" b="b"/>
              <a:pathLst>
                <a:path w="3966" h="9073" extrusionOk="0">
                  <a:moveTo>
                    <a:pt x="2156" y="0"/>
                  </a:moveTo>
                  <a:cubicBezTo>
                    <a:pt x="1632" y="584"/>
                    <a:pt x="1167" y="1227"/>
                    <a:pt x="786" y="1905"/>
                  </a:cubicBezTo>
                  <a:cubicBezTo>
                    <a:pt x="346" y="2715"/>
                    <a:pt x="1" y="3608"/>
                    <a:pt x="36" y="4537"/>
                  </a:cubicBezTo>
                  <a:cubicBezTo>
                    <a:pt x="48" y="5191"/>
                    <a:pt x="263" y="5822"/>
                    <a:pt x="525" y="6430"/>
                  </a:cubicBezTo>
                  <a:cubicBezTo>
                    <a:pt x="977" y="7501"/>
                    <a:pt x="1656" y="8585"/>
                    <a:pt x="2715" y="9073"/>
                  </a:cubicBezTo>
                  <a:cubicBezTo>
                    <a:pt x="2727" y="9049"/>
                    <a:pt x="2751" y="9013"/>
                    <a:pt x="2763" y="8990"/>
                  </a:cubicBezTo>
                  <a:cubicBezTo>
                    <a:pt x="3573" y="7620"/>
                    <a:pt x="3965" y="6001"/>
                    <a:pt x="3858" y="4406"/>
                  </a:cubicBezTo>
                  <a:cubicBezTo>
                    <a:pt x="3751" y="2810"/>
                    <a:pt x="3156" y="1250"/>
                    <a:pt x="21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177;p61">
              <a:extLst>
                <a:ext uri="{FF2B5EF4-FFF2-40B4-BE49-F238E27FC236}">
                  <a16:creationId xmlns:a16="http://schemas.microsoft.com/office/drawing/2014/main" id="{1E89D72F-49F8-60DC-3ADC-355122CCD968}"/>
                </a:ext>
              </a:extLst>
            </p:cNvPr>
            <p:cNvSpPr/>
            <p:nvPr/>
          </p:nvSpPr>
          <p:spPr>
            <a:xfrm>
              <a:off x="1807183" y="1866937"/>
              <a:ext cx="171882" cy="74693"/>
            </a:xfrm>
            <a:custGeom>
              <a:avLst/>
              <a:gdLst/>
              <a:ahLst/>
              <a:cxnLst/>
              <a:rect l="l" t="t" r="r" b="b"/>
              <a:pathLst>
                <a:path w="7478" h="3250" extrusionOk="0">
                  <a:moveTo>
                    <a:pt x="2783" y="0"/>
                  </a:moveTo>
                  <a:cubicBezTo>
                    <a:pt x="1718" y="0"/>
                    <a:pt x="655" y="400"/>
                    <a:pt x="0" y="1214"/>
                  </a:cubicBezTo>
                  <a:cubicBezTo>
                    <a:pt x="310" y="1691"/>
                    <a:pt x="643" y="2167"/>
                    <a:pt x="1107" y="2488"/>
                  </a:cubicBezTo>
                  <a:cubicBezTo>
                    <a:pt x="1572" y="2798"/>
                    <a:pt x="2119" y="2953"/>
                    <a:pt x="2667" y="3048"/>
                  </a:cubicBezTo>
                  <a:cubicBezTo>
                    <a:pt x="3406" y="3181"/>
                    <a:pt x="4161" y="3250"/>
                    <a:pt x="4916" y="3250"/>
                  </a:cubicBezTo>
                  <a:cubicBezTo>
                    <a:pt x="5778" y="3250"/>
                    <a:pt x="6639" y="3161"/>
                    <a:pt x="7477" y="2976"/>
                  </a:cubicBezTo>
                  <a:cubicBezTo>
                    <a:pt x="7477" y="2917"/>
                    <a:pt x="7465" y="2857"/>
                    <a:pt x="7465" y="2798"/>
                  </a:cubicBezTo>
                  <a:lnTo>
                    <a:pt x="7430" y="2798"/>
                  </a:lnTo>
                  <a:cubicBezTo>
                    <a:pt x="6513" y="1595"/>
                    <a:pt x="5322" y="524"/>
                    <a:pt x="3870" y="143"/>
                  </a:cubicBezTo>
                  <a:cubicBezTo>
                    <a:pt x="3518" y="48"/>
                    <a:pt x="3150" y="0"/>
                    <a:pt x="27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178;p61">
              <a:extLst>
                <a:ext uri="{FF2B5EF4-FFF2-40B4-BE49-F238E27FC236}">
                  <a16:creationId xmlns:a16="http://schemas.microsoft.com/office/drawing/2014/main" id="{19BBA2AD-AA32-1E85-F67F-D826C4DEE9A2}"/>
                </a:ext>
              </a:extLst>
            </p:cNvPr>
            <p:cNvSpPr/>
            <p:nvPr/>
          </p:nvSpPr>
          <p:spPr>
            <a:xfrm>
              <a:off x="1824973" y="1792244"/>
              <a:ext cx="371093" cy="700507"/>
            </a:xfrm>
            <a:custGeom>
              <a:avLst/>
              <a:gdLst/>
              <a:ahLst/>
              <a:cxnLst/>
              <a:rect l="l" t="t" r="r" b="b"/>
              <a:pathLst>
                <a:path w="16145" h="30480" extrusionOk="0">
                  <a:moveTo>
                    <a:pt x="5915" y="0"/>
                  </a:moveTo>
                  <a:cubicBezTo>
                    <a:pt x="5814" y="0"/>
                    <a:pt x="5701" y="86"/>
                    <a:pt x="5715" y="214"/>
                  </a:cubicBezTo>
                  <a:cubicBezTo>
                    <a:pt x="6429" y="4762"/>
                    <a:pt x="6906" y="9334"/>
                    <a:pt x="7168" y="13918"/>
                  </a:cubicBezTo>
                  <a:cubicBezTo>
                    <a:pt x="4846" y="14156"/>
                    <a:pt x="2524" y="14442"/>
                    <a:pt x="214" y="14787"/>
                  </a:cubicBezTo>
                  <a:cubicBezTo>
                    <a:pt x="155" y="14799"/>
                    <a:pt x="95" y="14811"/>
                    <a:pt x="36" y="14811"/>
                  </a:cubicBezTo>
                  <a:lnTo>
                    <a:pt x="0" y="14823"/>
                  </a:lnTo>
                  <a:cubicBezTo>
                    <a:pt x="250" y="15740"/>
                    <a:pt x="798" y="17490"/>
                    <a:pt x="833" y="17585"/>
                  </a:cubicBezTo>
                  <a:lnTo>
                    <a:pt x="917" y="17585"/>
                  </a:lnTo>
                  <a:lnTo>
                    <a:pt x="2048" y="17454"/>
                  </a:lnTo>
                  <a:cubicBezTo>
                    <a:pt x="2429" y="18859"/>
                    <a:pt x="2762" y="20276"/>
                    <a:pt x="3060" y="21705"/>
                  </a:cubicBezTo>
                  <a:lnTo>
                    <a:pt x="3131" y="21776"/>
                  </a:lnTo>
                  <a:cubicBezTo>
                    <a:pt x="4417" y="20466"/>
                    <a:pt x="5763" y="19216"/>
                    <a:pt x="7156" y="18014"/>
                  </a:cubicBezTo>
                  <a:cubicBezTo>
                    <a:pt x="7310" y="17895"/>
                    <a:pt x="7513" y="17764"/>
                    <a:pt x="7691" y="17764"/>
                  </a:cubicBezTo>
                  <a:cubicBezTo>
                    <a:pt x="7775" y="17764"/>
                    <a:pt x="7858" y="17799"/>
                    <a:pt x="7918" y="17871"/>
                  </a:cubicBezTo>
                  <a:cubicBezTo>
                    <a:pt x="8013" y="18002"/>
                    <a:pt x="7989" y="18180"/>
                    <a:pt x="7953" y="18323"/>
                  </a:cubicBezTo>
                  <a:cubicBezTo>
                    <a:pt x="7751" y="19264"/>
                    <a:pt x="7430" y="20181"/>
                    <a:pt x="6989" y="21026"/>
                  </a:cubicBezTo>
                  <a:cubicBezTo>
                    <a:pt x="8311" y="20597"/>
                    <a:pt x="9692" y="20335"/>
                    <a:pt x="11073" y="20264"/>
                  </a:cubicBezTo>
                  <a:cubicBezTo>
                    <a:pt x="11264" y="20250"/>
                    <a:pt x="11459" y="20242"/>
                    <a:pt x="11652" y="20242"/>
                  </a:cubicBezTo>
                  <a:cubicBezTo>
                    <a:pt x="12302" y="20242"/>
                    <a:pt x="12949" y="20339"/>
                    <a:pt x="13490" y="20669"/>
                  </a:cubicBezTo>
                  <a:cubicBezTo>
                    <a:pt x="13597" y="20728"/>
                    <a:pt x="13692" y="20800"/>
                    <a:pt x="13728" y="20919"/>
                  </a:cubicBezTo>
                  <a:cubicBezTo>
                    <a:pt x="13776" y="21085"/>
                    <a:pt x="13633" y="21240"/>
                    <a:pt x="13514" y="21359"/>
                  </a:cubicBezTo>
                  <a:cubicBezTo>
                    <a:pt x="13014" y="21859"/>
                    <a:pt x="12478" y="22300"/>
                    <a:pt x="11906" y="22693"/>
                  </a:cubicBezTo>
                  <a:cubicBezTo>
                    <a:pt x="9704" y="24252"/>
                    <a:pt x="7060" y="25169"/>
                    <a:pt x="4429" y="25979"/>
                  </a:cubicBezTo>
                  <a:cubicBezTo>
                    <a:pt x="4905" y="27467"/>
                    <a:pt x="5346" y="28967"/>
                    <a:pt x="5751" y="30479"/>
                  </a:cubicBezTo>
                  <a:cubicBezTo>
                    <a:pt x="7656" y="30408"/>
                    <a:pt x="9573" y="30241"/>
                    <a:pt x="11466" y="30003"/>
                  </a:cubicBezTo>
                  <a:cubicBezTo>
                    <a:pt x="12252" y="29908"/>
                    <a:pt x="13037" y="29789"/>
                    <a:pt x="13811" y="29658"/>
                  </a:cubicBezTo>
                  <a:cubicBezTo>
                    <a:pt x="13871" y="29265"/>
                    <a:pt x="13883" y="28860"/>
                    <a:pt x="13847" y="28455"/>
                  </a:cubicBezTo>
                  <a:lnTo>
                    <a:pt x="13847" y="28443"/>
                  </a:lnTo>
                  <a:cubicBezTo>
                    <a:pt x="13264" y="28193"/>
                    <a:pt x="12764" y="27789"/>
                    <a:pt x="12454" y="27241"/>
                  </a:cubicBezTo>
                  <a:cubicBezTo>
                    <a:pt x="12061" y="26515"/>
                    <a:pt x="12061" y="25646"/>
                    <a:pt x="12073" y="24824"/>
                  </a:cubicBezTo>
                  <a:cubicBezTo>
                    <a:pt x="12073" y="24431"/>
                    <a:pt x="12073" y="24026"/>
                    <a:pt x="12228" y="23657"/>
                  </a:cubicBezTo>
                  <a:cubicBezTo>
                    <a:pt x="12335" y="23407"/>
                    <a:pt x="12525" y="23193"/>
                    <a:pt x="12740" y="23014"/>
                  </a:cubicBezTo>
                  <a:cubicBezTo>
                    <a:pt x="12954" y="22836"/>
                    <a:pt x="13216" y="22705"/>
                    <a:pt x="13478" y="22621"/>
                  </a:cubicBezTo>
                  <a:cubicBezTo>
                    <a:pt x="13716" y="22538"/>
                    <a:pt x="13966" y="22490"/>
                    <a:pt x="14228" y="22467"/>
                  </a:cubicBezTo>
                  <a:lnTo>
                    <a:pt x="14204" y="22324"/>
                  </a:lnTo>
                  <a:cubicBezTo>
                    <a:pt x="14407" y="20240"/>
                    <a:pt x="14561" y="18133"/>
                    <a:pt x="14680" y="16037"/>
                  </a:cubicBezTo>
                  <a:cubicBezTo>
                    <a:pt x="15038" y="16001"/>
                    <a:pt x="15407" y="15954"/>
                    <a:pt x="15764" y="15918"/>
                  </a:cubicBezTo>
                  <a:cubicBezTo>
                    <a:pt x="15883" y="15037"/>
                    <a:pt x="16014" y="14168"/>
                    <a:pt x="16145" y="13299"/>
                  </a:cubicBezTo>
                  <a:lnTo>
                    <a:pt x="16085" y="13287"/>
                  </a:lnTo>
                  <a:cubicBezTo>
                    <a:pt x="13228" y="13406"/>
                    <a:pt x="10370" y="13596"/>
                    <a:pt x="7525" y="13882"/>
                  </a:cubicBezTo>
                  <a:cubicBezTo>
                    <a:pt x="7263" y="9274"/>
                    <a:pt x="6775" y="4691"/>
                    <a:pt x="6060" y="130"/>
                  </a:cubicBezTo>
                  <a:cubicBezTo>
                    <a:pt x="6046" y="39"/>
                    <a:pt x="5983" y="0"/>
                    <a:pt x="59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179;p61">
              <a:extLst>
                <a:ext uri="{FF2B5EF4-FFF2-40B4-BE49-F238E27FC236}">
                  <a16:creationId xmlns:a16="http://schemas.microsoft.com/office/drawing/2014/main" id="{4253977D-D341-DBC9-D99F-33227298D834}"/>
                </a:ext>
              </a:extLst>
            </p:cNvPr>
            <p:cNvSpPr/>
            <p:nvPr/>
          </p:nvSpPr>
          <p:spPr>
            <a:xfrm>
              <a:off x="1468108" y="1888426"/>
              <a:ext cx="117959" cy="146261"/>
            </a:xfrm>
            <a:custGeom>
              <a:avLst/>
              <a:gdLst/>
              <a:ahLst/>
              <a:cxnLst/>
              <a:rect l="l" t="t" r="r" b="b"/>
              <a:pathLst>
                <a:path w="5132" h="6364" extrusionOk="0">
                  <a:moveTo>
                    <a:pt x="2353" y="1"/>
                  </a:moveTo>
                  <a:cubicBezTo>
                    <a:pt x="1741" y="1"/>
                    <a:pt x="1109" y="40"/>
                    <a:pt x="501" y="40"/>
                  </a:cubicBezTo>
                  <a:cubicBezTo>
                    <a:pt x="332" y="40"/>
                    <a:pt x="165" y="37"/>
                    <a:pt x="0" y="29"/>
                  </a:cubicBezTo>
                  <a:lnTo>
                    <a:pt x="0" y="29"/>
                  </a:lnTo>
                  <a:cubicBezTo>
                    <a:pt x="1691" y="2137"/>
                    <a:pt x="3382" y="4256"/>
                    <a:pt x="5084" y="6363"/>
                  </a:cubicBezTo>
                  <a:lnTo>
                    <a:pt x="5132" y="6352"/>
                  </a:lnTo>
                  <a:cubicBezTo>
                    <a:pt x="5096" y="5935"/>
                    <a:pt x="5025" y="5566"/>
                    <a:pt x="4929" y="5304"/>
                  </a:cubicBezTo>
                  <a:cubicBezTo>
                    <a:pt x="4894" y="5220"/>
                    <a:pt x="4870" y="5149"/>
                    <a:pt x="4846" y="5066"/>
                  </a:cubicBezTo>
                  <a:cubicBezTo>
                    <a:pt x="4739" y="4768"/>
                    <a:pt x="4644" y="4470"/>
                    <a:pt x="4548" y="4185"/>
                  </a:cubicBezTo>
                  <a:cubicBezTo>
                    <a:pt x="4084" y="2792"/>
                    <a:pt x="3632" y="1410"/>
                    <a:pt x="3167" y="29"/>
                  </a:cubicBezTo>
                  <a:lnTo>
                    <a:pt x="3132" y="29"/>
                  </a:lnTo>
                  <a:cubicBezTo>
                    <a:pt x="2878" y="8"/>
                    <a:pt x="2617" y="1"/>
                    <a:pt x="2353" y="1"/>
                  </a:cubicBezTo>
                  <a:close/>
                </a:path>
              </a:pathLst>
            </a:custGeom>
            <a:solidFill>
              <a:srgbClr val="ED8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180;p61">
              <a:extLst>
                <a:ext uri="{FF2B5EF4-FFF2-40B4-BE49-F238E27FC236}">
                  <a16:creationId xmlns:a16="http://schemas.microsoft.com/office/drawing/2014/main" id="{AF8DE725-F208-C649-D586-043C802AEDF8}"/>
                </a:ext>
              </a:extLst>
            </p:cNvPr>
            <p:cNvSpPr/>
            <p:nvPr/>
          </p:nvSpPr>
          <p:spPr>
            <a:xfrm>
              <a:off x="1337553" y="1603971"/>
              <a:ext cx="401226" cy="86759"/>
            </a:xfrm>
            <a:custGeom>
              <a:avLst/>
              <a:gdLst/>
              <a:ahLst/>
              <a:cxnLst/>
              <a:rect l="l" t="t" r="r" b="b"/>
              <a:pathLst>
                <a:path w="17456" h="3775" extrusionOk="0">
                  <a:moveTo>
                    <a:pt x="12306" y="1"/>
                  </a:moveTo>
                  <a:cubicBezTo>
                    <a:pt x="11399" y="1"/>
                    <a:pt x="10494" y="97"/>
                    <a:pt x="9597" y="226"/>
                  </a:cubicBezTo>
                  <a:cubicBezTo>
                    <a:pt x="6835" y="631"/>
                    <a:pt x="4121" y="1417"/>
                    <a:pt x="1644" y="2679"/>
                  </a:cubicBezTo>
                  <a:cubicBezTo>
                    <a:pt x="1084" y="2965"/>
                    <a:pt x="537" y="3274"/>
                    <a:pt x="1" y="3620"/>
                  </a:cubicBezTo>
                  <a:lnTo>
                    <a:pt x="96" y="3774"/>
                  </a:lnTo>
                  <a:cubicBezTo>
                    <a:pt x="1239" y="3750"/>
                    <a:pt x="2382" y="3703"/>
                    <a:pt x="3513" y="3655"/>
                  </a:cubicBezTo>
                  <a:cubicBezTo>
                    <a:pt x="6704" y="3500"/>
                    <a:pt x="9895" y="3239"/>
                    <a:pt x="13062" y="2869"/>
                  </a:cubicBezTo>
                  <a:cubicBezTo>
                    <a:pt x="14527" y="2703"/>
                    <a:pt x="15991" y="2512"/>
                    <a:pt x="17456" y="2298"/>
                  </a:cubicBezTo>
                  <a:cubicBezTo>
                    <a:pt x="17325" y="1393"/>
                    <a:pt x="16420" y="798"/>
                    <a:pt x="15551" y="488"/>
                  </a:cubicBezTo>
                  <a:cubicBezTo>
                    <a:pt x="14669" y="191"/>
                    <a:pt x="13765" y="48"/>
                    <a:pt x="12836" y="12"/>
                  </a:cubicBezTo>
                  <a:cubicBezTo>
                    <a:pt x="12659" y="4"/>
                    <a:pt x="12483" y="1"/>
                    <a:pt x="123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181;p61">
              <a:extLst>
                <a:ext uri="{FF2B5EF4-FFF2-40B4-BE49-F238E27FC236}">
                  <a16:creationId xmlns:a16="http://schemas.microsoft.com/office/drawing/2014/main" id="{C14075CC-AB53-1306-766A-175B84C4B080}"/>
                </a:ext>
              </a:extLst>
            </p:cNvPr>
            <p:cNvSpPr/>
            <p:nvPr/>
          </p:nvSpPr>
          <p:spPr>
            <a:xfrm>
              <a:off x="1335094" y="1669908"/>
              <a:ext cx="310091" cy="498031"/>
            </a:xfrm>
            <a:custGeom>
              <a:avLst/>
              <a:gdLst/>
              <a:ahLst/>
              <a:cxnLst/>
              <a:rect l="l" t="t" r="r" b="b"/>
              <a:pathLst>
                <a:path w="13491" h="21670" extrusionOk="0">
                  <a:moveTo>
                    <a:pt x="13181" y="0"/>
                  </a:moveTo>
                  <a:cubicBezTo>
                    <a:pt x="10002" y="370"/>
                    <a:pt x="6811" y="631"/>
                    <a:pt x="3620" y="786"/>
                  </a:cubicBezTo>
                  <a:cubicBezTo>
                    <a:pt x="3644" y="2120"/>
                    <a:pt x="3513" y="3465"/>
                    <a:pt x="3239" y="4775"/>
                  </a:cubicBezTo>
                  <a:lnTo>
                    <a:pt x="3144" y="4822"/>
                  </a:lnTo>
                  <a:cubicBezTo>
                    <a:pt x="2775" y="4394"/>
                    <a:pt x="2263" y="4049"/>
                    <a:pt x="1692" y="3977"/>
                  </a:cubicBezTo>
                  <a:cubicBezTo>
                    <a:pt x="1638" y="3972"/>
                    <a:pt x="1584" y="3969"/>
                    <a:pt x="1530" y="3969"/>
                  </a:cubicBezTo>
                  <a:cubicBezTo>
                    <a:pt x="1007" y="3969"/>
                    <a:pt x="476" y="4227"/>
                    <a:pt x="239" y="4691"/>
                  </a:cubicBezTo>
                  <a:cubicBezTo>
                    <a:pt x="1" y="5156"/>
                    <a:pt x="84" y="5715"/>
                    <a:pt x="298" y="6192"/>
                  </a:cubicBezTo>
                  <a:cubicBezTo>
                    <a:pt x="584" y="6870"/>
                    <a:pt x="1120" y="7430"/>
                    <a:pt x="1775" y="7775"/>
                  </a:cubicBezTo>
                  <a:cubicBezTo>
                    <a:pt x="1977" y="7882"/>
                    <a:pt x="2192" y="7966"/>
                    <a:pt x="2430" y="8037"/>
                  </a:cubicBezTo>
                  <a:lnTo>
                    <a:pt x="2442" y="8037"/>
                  </a:lnTo>
                  <a:cubicBezTo>
                    <a:pt x="2334" y="10240"/>
                    <a:pt x="2263" y="12442"/>
                    <a:pt x="2215" y="14657"/>
                  </a:cubicBezTo>
                  <a:cubicBezTo>
                    <a:pt x="2215" y="14693"/>
                    <a:pt x="2215" y="14728"/>
                    <a:pt x="2215" y="14764"/>
                  </a:cubicBezTo>
                  <a:lnTo>
                    <a:pt x="2227" y="15181"/>
                  </a:lnTo>
                  <a:cubicBezTo>
                    <a:pt x="4561" y="17538"/>
                    <a:pt x="7097" y="19717"/>
                    <a:pt x="9788" y="21670"/>
                  </a:cubicBezTo>
                  <a:lnTo>
                    <a:pt x="9907" y="21527"/>
                  </a:lnTo>
                  <a:cubicBezTo>
                    <a:pt x="10776" y="20003"/>
                    <a:pt x="11074" y="17467"/>
                    <a:pt x="10919" y="15860"/>
                  </a:cubicBezTo>
                  <a:lnTo>
                    <a:pt x="10919" y="15860"/>
                  </a:lnTo>
                  <a:lnTo>
                    <a:pt x="10871" y="15871"/>
                  </a:lnTo>
                  <a:cubicBezTo>
                    <a:pt x="9169" y="13764"/>
                    <a:pt x="7478" y="11645"/>
                    <a:pt x="5787" y="9537"/>
                  </a:cubicBezTo>
                  <a:lnTo>
                    <a:pt x="5787" y="9537"/>
                  </a:lnTo>
                  <a:cubicBezTo>
                    <a:pt x="5952" y="9545"/>
                    <a:pt x="6119" y="9548"/>
                    <a:pt x="6288" y="9548"/>
                  </a:cubicBezTo>
                  <a:cubicBezTo>
                    <a:pt x="6896" y="9548"/>
                    <a:pt x="7528" y="9509"/>
                    <a:pt x="8140" y="9509"/>
                  </a:cubicBezTo>
                  <a:cubicBezTo>
                    <a:pt x="8404" y="9509"/>
                    <a:pt x="8665" y="9516"/>
                    <a:pt x="8919" y="9537"/>
                  </a:cubicBezTo>
                  <a:lnTo>
                    <a:pt x="8954" y="9537"/>
                  </a:lnTo>
                  <a:cubicBezTo>
                    <a:pt x="9788" y="9466"/>
                    <a:pt x="10716" y="9335"/>
                    <a:pt x="11478" y="9061"/>
                  </a:cubicBezTo>
                  <a:cubicBezTo>
                    <a:pt x="12121" y="8835"/>
                    <a:pt x="12764" y="8513"/>
                    <a:pt x="13086" y="7918"/>
                  </a:cubicBezTo>
                  <a:cubicBezTo>
                    <a:pt x="13300" y="7537"/>
                    <a:pt x="13336" y="7073"/>
                    <a:pt x="13360" y="6632"/>
                  </a:cubicBezTo>
                  <a:cubicBezTo>
                    <a:pt x="13491" y="4418"/>
                    <a:pt x="13431" y="2203"/>
                    <a:pt x="13181" y="0"/>
                  </a:cubicBezTo>
                  <a:close/>
                </a:path>
              </a:pathLst>
            </a:custGeom>
            <a:solidFill>
              <a:srgbClr val="FB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182;p61">
              <a:extLst>
                <a:ext uri="{FF2B5EF4-FFF2-40B4-BE49-F238E27FC236}">
                  <a16:creationId xmlns:a16="http://schemas.microsoft.com/office/drawing/2014/main" id="{13AD2FB3-BABF-1E76-C68B-5980FCEF8FC0}"/>
                </a:ext>
              </a:extLst>
            </p:cNvPr>
            <p:cNvSpPr/>
            <p:nvPr/>
          </p:nvSpPr>
          <p:spPr>
            <a:xfrm>
              <a:off x="1240695" y="1564005"/>
              <a:ext cx="391894" cy="101537"/>
            </a:xfrm>
            <a:custGeom>
              <a:avLst/>
              <a:gdLst/>
              <a:ahLst/>
              <a:cxnLst/>
              <a:rect l="l" t="t" r="r" b="b"/>
              <a:pathLst>
                <a:path w="17050" h="4418" extrusionOk="0">
                  <a:moveTo>
                    <a:pt x="16681" y="1"/>
                  </a:moveTo>
                  <a:cubicBezTo>
                    <a:pt x="16657" y="1"/>
                    <a:pt x="16633" y="1"/>
                    <a:pt x="16621" y="13"/>
                  </a:cubicBezTo>
                  <a:cubicBezTo>
                    <a:pt x="11799" y="275"/>
                    <a:pt x="6989" y="810"/>
                    <a:pt x="2215" y="1584"/>
                  </a:cubicBezTo>
                  <a:cubicBezTo>
                    <a:pt x="1905" y="1644"/>
                    <a:pt x="1596" y="1691"/>
                    <a:pt x="1274" y="1751"/>
                  </a:cubicBezTo>
                  <a:cubicBezTo>
                    <a:pt x="857" y="1822"/>
                    <a:pt x="429" y="1894"/>
                    <a:pt x="0" y="1977"/>
                  </a:cubicBezTo>
                  <a:cubicBezTo>
                    <a:pt x="167" y="2739"/>
                    <a:pt x="238" y="3513"/>
                    <a:pt x="214" y="4299"/>
                  </a:cubicBezTo>
                  <a:lnTo>
                    <a:pt x="226" y="4299"/>
                  </a:lnTo>
                  <a:cubicBezTo>
                    <a:pt x="250" y="4263"/>
                    <a:pt x="274" y="4227"/>
                    <a:pt x="298" y="4180"/>
                  </a:cubicBezTo>
                  <a:cubicBezTo>
                    <a:pt x="2143" y="4227"/>
                    <a:pt x="4001" y="4299"/>
                    <a:pt x="5846" y="4406"/>
                  </a:cubicBezTo>
                  <a:lnTo>
                    <a:pt x="5858" y="4418"/>
                  </a:lnTo>
                  <a:cubicBezTo>
                    <a:pt x="8335" y="3156"/>
                    <a:pt x="11049" y="2370"/>
                    <a:pt x="13811" y="1965"/>
                  </a:cubicBezTo>
                  <a:cubicBezTo>
                    <a:pt x="14708" y="1836"/>
                    <a:pt x="15613" y="1740"/>
                    <a:pt x="16520" y="1740"/>
                  </a:cubicBezTo>
                  <a:cubicBezTo>
                    <a:pt x="16697" y="1740"/>
                    <a:pt x="16873" y="1743"/>
                    <a:pt x="17050" y="1751"/>
                  </a:cubicBezTo>
                  <a:lnTo>
                    <a:pt x="17050" y="1727"/>
                  </a:lnTo>
                  <a:cubicBezTo>
                    <a:pt x="16907" y="1156"/>
                    <a:pt x="16788" y="584"/>
                    <a:pt x="166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183;p61">
              <a:extLst>
                <a:ext uri="{FF2B5EF4-FFF2-40B4-BE49-F238E27FC236}">
                  <a16:creationId xmlns:a16="http://schemas.microsoft.com/office/drawing/2014/main" id="{65D0F7BF-FF86-27C6-DB35-C56202FB18C3}"/>
                </a:ext>
              </a:extLst>
            </p:cNvPr>
            <p:cNvSpPr/>
            <p:nvPr/>
          </p:nvSpPr>
          <p:spPr>
            <a:xfrm>
              <a:off x="1269977" y="1490300"/>
              <a:ext cx="352774" cy="113947"/>
            </a:xfrm>
            <a:custGeom>
              <a:avLst/>
              <a:gdLst/>
              <a:ahLst/>
              <a:cxnLst/>
              <a:rect l="l" t="t" r="r" b="b"/>
              <a:pathLst>
                <a:path w="15348" h="4958" extrusionOk="0">
                  <a:moveTo>
                    <a:pt x="8465" y="1"/>
                  </a:moveTo>
                  <a:cubicBezTo>
                    <a:pt x="6467" y="1"/>
                    <a:pt x="4495" y="469"/>
                    <a:pt x="2917" y="1648"/>
                  </a:cubicBezTo>
                  <a:cubicBezTo>
                    <a:pt x="1727" y="2529"/>
                    <a:pt x="845" y="3744"/>
                    <a:pt x="0" y="4958"/>
                  </a:cubicBezTo>
                  <a:cubicBezTo>
                    <a:pt x="322" y="4898"/>
                    <a:pt x="631" y="4851"/>
                    <a:pt x="941" y="4791"/>
                  </a:cubicBezTo>
                  <a:cubicBezTo>
                    <a:pt x="5715" y="4017"/>
                    <a:pt x="10525" y="3482"/>
                    <a:pt x="15347" y="3220"/>
                  </a:cubicBezTo>
                  <a:lnTo>
                    <a:pt x="15347" y="3184"/>
                  </a:lnTo>
                  <a:cubicBezTo>
                    <a:pt x="15109" y="2327"/>
                    <a:pt x="14478" y="1624"/>
                    <a:pt x="13716" y="1160"/>
                  </a:cubicBezTo>
                  <a:cubicBezTo>
                    <a:pt x="12966" y="696"/>
                    <a:pt x="12097" y="457"/>
                    <a:pt x="11228" y="279"/>
                  </a:cubicBezTo>
                  <a:cubicBezTo>
                    <a:pt x="10326" y="101"/>
                    <a:pt x="9393" y="1"/>
                    <a:pt x="8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184;p61">
              <a:extLst>
                <a:ext uri="{FF2B5EF4-FFF2-40B4-BE49-F238E27FC236}">
                  <a16:creationId xmlns:a16="http://schemas.microsoft.com/office/drawing/2014/main" id="{F44BFC15-F47C-FEF2-0B26-400711854094}"/>
                </a:ext>
              </a:extLst>
            </p:cNvPr>
            <p:cNvSpPr/>
            <p:nvPr/>
          </p:nvSpPr>
          <p:spPr>
            <a:xfrm>
              <a:off x="1010270" y="1660049"/>
              <a:ext cx="408604" cy="464132"/>
            </a:xfrm>
            <a:custGeom>
              <a:avLst/>
              <a:gdLst/>
              <a:ahLst/>
              <a:cxnLst/>
              <a:rect l="l" t="t" r="r" b="b"/>
              <a:pathLst>
                <a:path w="17777" h="20195" extrusionOk="0">
                  <a:moveTo>
                    <a:pt x="10323" y="1"/>
                  </a:moveTo>
                  <a:cubicBezTo>
                    <a:pt x="10299" y="48"/>
                    <a:pt x="10275" y="84"/>
                    <a:pt x="10251" y="120"/>
                  </a:cubicBezTo>
                  <a:cubicBezTo>
                    <a:pt x="9751" y="977"/>
                    <a:pt x="9049" y="1703"/>
                    <a:pt x="8215" y="2239"/>
                  </a:cubicBezTo>
                  <a:cubicBezTo>
                    <a:pt x="6596" y="3287"/>
                    <a:pt x="4584" y="3561"/>
                    <a:pt x="2977" y="4597"/>
                  </a:cubicBezTo>
                  <a:cubicBezTo>
                    <a:pt x="2048" y="5192"/>
                    <a:pt x="1274" y="6025"/>
                    <a:pt x="762" y="7002"/>
                  </a:cubicBezTo>
                  <a:cubicBezTo>
                    <a:pt x="250" y="7978"/>
                    <a:pt x="0" y="9169"/>
                    <a:pt x="441" y="10181"/>
                  </a:cubicBezTo>
                  <a:cubicBezTo>
                    <a:pt x="714" y="10824"/>
                    <a:pt x="1238" y="11336"/>
                    <a:pt x="1715" y="11859"/>
                  </a:cubicBezTo>
                  <a:cubicBezTo>
                    <a:pt x="2500" y="12705"/>
                    <a:pt x="3191" y="13657"/>
                    <a:pt x="3524" y="14765"/>
                  </a:cubicBezTo>
                  <a:cubicBezTo>
                    <a:pt x="3762" y="15562"/>
                    <a:pt x="3786" y="16396"/>
                    <a:pt x="3929" y="17217"/>
                  </a:cubicBezTo>
                  <a:cubicBezTo>
                    <a:pt x="4072" y="18039"/>
                    <a:pt x="4358" y="18884"/>
                    <a:pt x="4965" y="19444"/>
                  </a:cubicBezTo>
                  <a:cubicBezTo>
                    <a:pt x="5096" y="19575"/>
                    <a:pt x="5239" y="19670"/>
                    <a:pt x="5394" y="19765"/>
                  </a:cubicBezTo>
                  <a:cubicBezTo>
                    <a:pt x="5894" y="20063"/>
                    <a:pt x="6477" y="20194"/>
                    <a:pt x="7061" y="20194"/>
                  </a:cubicBezTo>
                  <a:cubicBezTo>
                    <a:pt x="7085" y="20194"/>
                    <a:pt x="7110" y="20194"/>
                    <a:pt x="7135" y="20194"/>
                  </a:cubicBezTo>
                  <a:cubicBezTo>
                    <a:pt x="7922" y="20194"/>
                    <a:pt x="9429" y="20020"/>
                    <a:pt x="10132" y="19801"/>
                  </a:cubicBezTo>
                  <a:lnTo>
                    <a:pt x="10275" y="19979"/>
                  </a:lnTo>
                  <a:cubicBezTo>
                    <a:pt x="12275" y="18336"/>
                    <a:pt x="14300" y="16705"/>
                    <a:pt x="16324" y="15086"/>
                  </a:cubicBezTo>
                  <a:lnTo>
                    <a:pt x="16347" y="15086"/>
                  </a:lnTo>
                  <a:cubicBezTo>
                    <a:pt x="16395" y="12871"/>
                    <a:pt x="16466" y="10669"/>
                    <a:pt x="16574" y="8466"/>
                  </a:cubicBezTo>
                  <a:lnTo>
                    <a:pt x="16562" y="8466"/>
                  </a:lnTo>
                  <a:cubicBezTo>
                    <a:pt x="16324" y="8395"/>
                    <a:pt x="16109" y="8311"/>
                    <a:pt x="15907" y="8204"/>
                  </a:cubicBezTo>
                  <a:cubicBezTo>
                    <a:pt x="15252" y="7859"/>
                    <a:pt x="14716" y="7299"/>
                    <a:pt x="14430" y="6621"/>
                  </a:cubicBezTo>
                  <a:cubicBezTo>
                    <a:pt x="14216" y="6144"/>
                    <a:pt x="14133" y="5585"/>
                    <a:pt x="14371" y="5120"/>
                  </a:cubicBezTo>
                  <a:cubicBezTo>
                    <a:pt x="14608" y="4656"/>
                    <a:pt x="15139" y="4398"/>
                    <a:pt x="15662" y="4398"/>
                  </a:cubicBezTo>
                  <a:cubicBezTo>
                    <a:pt x="15716" y="4398"/>
                    <a:pt x="15770" y="4401"/>
                    <a:pt x="15824" y="4406"/>
                  </a:cubicBezTo>
                  <a:cubicBezTo>
                    <a:pt x="16395" y="4478"/>
                    <a:pt x="16907" y="4823"/>
                    <a:pt x="17276" y="5251"/>
                  </a:cubicBezTo>
                  <a:lnTo>
                    <a:pt x="17371" y="5204"/>
                  </a:lnTo>
                  <a:cubicBezTo>
                    <a:pt x="17645" y="3894"/>
                    <a:pt x="17776" y="2549"/>
                    <a:pt x="17752" y="1215"/>
                  </a:cubicBezTo>
                  <a:lnTo>
                    <a:pt x="17752" y="1215"/>
                  </a:lnTo>
                  <a:cubicBezTo>
                    <a:pt x="16621" y="1263"/>
                    <a:pt x="15478" y="1310"/>
                    <a:pt x="14335" y="1334"/>
                  </a:cubicBezTo>
                  <a:lnTo>
                    <a:pt x="14240" y="1180"/>
                  </a:lnTo>
                  <a:cubicBezTo>
                    <a:pt x="14776" y="834"/>
                    <a:pt x="15323" y="525"/>
                    <a:pt x="15883" y="239"/>
                  </a:cubicBezTo>
                  <a:lnTo>
                    <a:pt x="15871" y="227"/>
                  </a:lnTo>
                  <a:cubicBezTo>
                    <a:pt x="14026" y="120"/>
                    <a:pt x="12168" y="48"/>
                    <a:pt x="10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185;p61">
              <a:extLst>
                <a:ext uri="{FF2B5EF4-FFF2-40B4-BE49-F238E27FC236}">
                  <a16:creationId xmlns:a16="http://schemas.microsoft.com/office/drawing/2014/main" id="{0C00A49D-6291-68C4-7143-6771F927A790}"/>
                </a:ext>
              </a:extLst>
            </p:cNvPr>
            <p:cNvSpPr/>
            <p:nvPr/>
          </p:nvSpPr>
          <p:spPr>
            <a:xfrm>
              <a:off x="2073717" y="3490674"/>
              <a:ext cx="866190" cy="113580"/>
            </a:xfrm>
            <a:custGeom>
              <a:avLst/>
              <a:gdLst/>
              <a:ahLst/>
              <a:cxnLst/>
              <a:rect l="l" t="t" r="r" b="b"/>
              <a:pathLst>
                <a:path w="37685" h="4942" extrusionOk="0">
                  <a:moveTo>
                    <a:pt x="1" y="0"/>
                  </a:moveTo>
                  <a:lnTo>
                    <a:pt x="1418" y="4942"/>
                  </a:lnTo>
                  <a:lnTo>
                    <a:pt x="36362" y="4942"/>
                  </a:lnTo>
                  <a:lnTo>
                    <a:pt x="376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186;p61">
              <a:extLst>
                <a:ext uri="{FF2B5EF4-FFF2-40B4-BE49-F238E27FC236}">
                  <a16:creationId xmlns:a16="http://schemas.microsoft.com/office/drawing/2014/main" id="{2E372ABA-F198-3D93-8505-88CA511F24D2}"/>
                </a:ext>
              </a:extLst>
            </p:cNvPr>
            <p:cNvSpPr/>
            <p:nvPr/>
          </p:nvSpPr>
          <p:spPr>
            <a:xfrm>
              <a:off x="2136949" y="3604230"/>
              <a:ext cx="748484" cy="832426"/>
            </a:xfrm>
            <a:custGeom>
              <a:avLst/>
              <a:gdLst/>
              <a:ahLst/>
              <a:cxnLst/>
              <a:rect l="l" t="t" r="r" b="b"/>
              <a:pathLst>
                <a:path w="32564" h="36220" extrusionOk="0">
                  <a:moveTo>
                    <a:pt x="0" y="1"/>
                  </a:moveTo>
                  <a:lnTo>
                    <a:pt x="4370" y="36219"/>
                  </a:lnTo>
                  <a:lnTo>
                    <a:pt x="27813" y="36219"/>
                  </a:lnTo>
                  <a:lnTo>
                    <a:pt x="325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187;p61">
              <a:extLst>
                <a:ext uri="{FF2B5EF4-FFF2-40B4-BE49-F238E27FC236}">
                  <a16:creationId xmlns:a16="http://schemas.microsoft.com/office/drawing/2014/main" id="{5014AE38-C0A5-7D5C-18D1-9954AC096183}"/>
                </a:ext>
              </a:extLst>
            </p:cNvPr>
            <p:cNvSpPr/>
            <p:nvPr/>
          </p:nvSpPr>
          <p:spPr>
            <a:xfrm>
              <a:off x="2536773" y="3879515"/>
              <a:ext cx="230999" cy="320721"/>
            </a:xfrm>
            <a:custGeom>
              <a:avLst/>
              <a:gdLst/>
              <a:ahLst/>
              <a:cxnLst/>
              <a:rect l="l" t="t" r="r" b="b"/>
              <a:pathLst>
                <a:path w="10050" h="13955" extrusionOk="0">
                  <a:moveTo>
                    <a:pt x="7584" y="0"/>
                  </a:moveTo>
                  <a:cubicBezTo>
                    <a:pt x="6870" y="417"/>
                    <a:pt x="6156" y="822"/>
                    <a:pt x="5441" y="1238"/>
                  </a:cubicBezTo>
                  <a:cubicBezTo>
                    <a:pt x="4691" y="1667"/>
                    <a:pt x="3941" y="2108"/>
                    <a:pt x="3191" y="2536"/>
                  </a:cubicBezTo>
                  <a:cubicBezTo>
                    <a:pt x="4108" y="4120"/>
                    <a:pt x="5025" y="5703"/>
                    <a:pt x="5929" y="7299"/>
                  </a:cubicBezTo>
                  <a:cubicBezTo>
                    <a:pt x="4763" y="7287"/>
                    <a:pt x="3596" y="7275"/>
                    <a:pt x="2429" y="7275"/>
                  </a:cubicBezTo>
                  <a:cubicBezTo>
                    <a:pt x="2453" y="6525"/>
                    <a:pt x="2477" y="5787"/>
                    <a:pt x="2489" y="5048"/>
                  </a:cubicBezTo>
                  <a:lnTo>
                    <a:pt x="2489" y="5048"/>
                  </a:lnTo>
                  <a:cubicBezTo>
                    <a:pt x="2465" y="5060"/>
                    <a:pt x="2453" y="5084"/>
                    <a:pt x="2441" y="5108"/>
                  </a:cubicBezTo>
                  <a:cubicBezTo>
                    <a:pt x="2286" y="5394"/>
                    <a:pt x="2131" y="5679"/>
                    <a:pt x="1977" y="5965"/>
                  </a:cubicBezTo>
                  <a:cubicBezTo>
                    <a:pt x="1322" y="7180"/>
                    <a:pt x="667" y="8394"/>
                    <a:pt x="12" y="9609"/>
                  </a:cubicBezTo>
                  <a:cubicBezTo>
                    <a:pt x="0" y="9620"/>
                    <a:pt x="0" y="9632"/>
                    <a:pt x="0" y="9644"/>
                  </a:cubicBezTo>
                  <a:cubicBezTo>
                    <a:pt x="0" y="9656"/>
                    <a:pt x="0" y="9668"/>
                    <a:pt x="12" y="9680"/>
                  </a:cubicBezTo>
                  <a:cubicBezTo>
                    <a:pt x="822" y="11085"/>
                    <a:pt x="1631" y="12502"/>
                    <a:pt x="2453" y="13907"/>
                  </a:cubicBezTo>
                  <a:cubicBezTo>
                    <a:pt x="2453" y="13919"/>
                    <a:pt x="2465" y="13930"/>
                    <a:pt x="2477" y="13954"/>
                  </a:cubicBezTo>
                  <a:cubicBezTo>
                    <a:pt x="2489" y="13288"/>
                    <a:pt x="2500" y="12645"/>
                    <a:pt x="2512" y="12002"/>
                  </a:cubicBezTo>
                  <a:lnTo>
                    <a:pt x="2584" y="12002"/>
                  </a:lnTo>
                  <a:cubicBezTo>
                    <a:pt x="3179" y="12014"/>
                    <a:pt x="3786" y="12014"/>
                    <a:pt x="4394" y="12025"/>
                  </a:cubicBezTo>
                  <a:lnTo>
                    <a:pt x="4822" y="12025"/>
                  </a:lnTo>
                  <a:cubicBezTo>
                    <a:pt x="4891" y="12029"/>
                    <a:pt x="4958" y="12031"/>
                    <a:pt x="5025" y="12031"/>
                  </a:cubicBezTo>
                  <a:cubicBezTo>
                    <a:pt x="5203" y="12031"/>
                    <a:pt x="5376" y="12015"/>
                    <a:pt x="5548" y="11954"/>
                  </a:cubicBezTo>
                  <a:cubicBezTo>
                    <a:pt x="5894" y="11823"/>
                    <a:pt x="6180" y="11621"/>
                    <a:pt x="6382" y="11311"/>
                  </a:cubicBezTo>
                  <a:cubicBezTo>
                    <a:pt x="6680" y="10847"/>
                    <a:pt x="6965" y="10382"/>
                    <a:pt x="7263" y="9918"/>
                  </a:cubicBezTo>
                  <a:cubicBezTo>
                    <a:pt x="8073" y="8656"/>
                    <a:pt x="8847" y="7358"/>
                    <a:pt x="9692" y="6120"/>
                  </a:cubicBezTo>
                  <a:cubicBezTo>
                    <a:pt x="9847" y="5882"/>
                    <a:pt x="9954" y="5620"/>
                    <a:pt x="10013" y="5334"/>
                  </a:cubicBezTo>
                  <a:cubicBezTo>
                    <a:pt x="10025" y="5239"/>
                    <a:pt x="10037" y="5144"/>
                    <a:pt x="10049" y="5060"/>
                  </a:cubicBezTo>
                  <a:lnTo>
                    <a:pt x="10049" y="4787"/>
                  </a:lnTo>
                  <a:cubicBezTo>
                    <a:pt x="10037" y="4739"/>
                    <a:pt x="10037" y="4679"/>
                    <a:pt x="10025" y="4620"/>
                  </a:cubicBezTo>
                  <a:cubicBezTo>
                    <a:pt x="9990" y="4358"/>
                    <a:pt x="9918" y="4084"/>
                    <a:pt x="9787" y="3846"/>
                  </a:cubicBezTo>
                  <a:cubicBezTo>
                    <a:pt x="9061" y="2584"/>
                    <a:pt x="8335" y="1322"/>
                    <a:pt x="7620" y="60"/>
                  </a:cubicBezTo>
                  <a:cubicBezTo>
                    <a:pt x="7608" y="36"/>
                    <a:pt x="7596" y="24"/>
                    <a:pt x="75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188;p61">
              <a:extLst>
                <a:ext uri="{FF2B5EF4-FFF2-40B4-BE49-F238E27FC236}">
                  <a16:creationId xmlns:a16="http://schemas.microsoft.com/office/drawing/2014/main" id="{77FDCA18-DAD3-8C6C-35E9-F69A9AE98DC6}"/>
                </a:ext>
              </a:extLst>
            </p:cNvPr>
            <p:cNvSpPr/>
            <p:nvPr/>
          </p:nvSpPr>
          <p:spPr>
            <a:xfrm>
              <a:off x="2368729" y="3736127"/>
              <a:ext cx="335259" cy="170208"/>
            </a:xfrm>
            <a:custGeom>
              <a:avLst/>
              <a:gdLst/>
              <a:ahLst/>
              <a:cxnLst/>
              <a:rect l="l" t="t" r="r" b="b"/>
              <a:pathLst>
                <a:path w="14586" h="7406" extrusionOk="0">
                  <a:moveTo>
                    <a:pt x="3906" y="0"/>
                  </a:moveTo>
                  <a:cubicBezTo>
                    <a:pt x="3835" y="12"/>
                    <a:pt x="3763" y="24"/>
                    <a:pt x="3704" y="36"/>
                  </a:cubicBezTo>
                  <a:cubicBezTo>
                    <a:pt x="3323" y="96"/>
                    <a:pt x="2989" y="250"/>
                    <a:pt x="2692" y="477"/>
                  </a:cubicBezTo>
                  <a:cubicBezTo>
                    <a:pt x="2489" y="643"/>
                    <a:pt x="2299" y="834"/>
                    <a:pt x="2168" y="1060"/>
                  </a:cubicBezTo>
                  <a:cubicBezTo>
                    <a:pt x="1441" y="2346"/>
                    <a:pt x="727" y="3644"/>
                    <a:pt x="13" y="4930"/>
                  </a:cubicBezTo>
                  <a:cubicBezTo>
                    <a:pt x="13" y="4941"/>
                    <a:pt x="1" y="4953"/>
                    <a:pt x="1" y="4977"/>
                  </a:cubicBezTo>
                  <a:cubicBezTo>
                    <a:pt x="667" y="5334"/>
                    <a:pt x="1322" y="5703"/>
                    <a:pt x="2001" y="6073"/>
                  </a:cubicBezTo>
                  <a:cubicBezTo>
                    <a:pt x="2811" y="6513"/>
                    <a:pt x="3620" y="6965"/>
                    <a:pt x="4442" y="7406"/>
                  </a:cubicBezTo>
                  <a:cubicBezTo>
                    <a:pt x="5335" y="5811"/>
                    <a:pt x="6216" y="4203"/>
                    <a:pt x="7109" y="2596"/>
                  </a:cubicBezTo>
                  <a:cubicBezTo>
                    <a:pt x="7704" y="3608"/>
                    <a:pt x="8299" y="4608"/>
                    <a:pt x="8883" y="5608"/>
                  </a:cubicBezTo>
                  <a:cubicBezTo>
                    <a:pt x="8240" y="5977"/>
                    <a:pt x="7597" y="6346"/>
                    <a:pt x="6954" y="6715"/>
                  </a:cubicBezTo>
                  <a:cubicBezTo>
                    <a:pt x="6978" y="6727"/>
                    <a:pt x="7014" y="6727"/>
                    <a:pt x="7037" y="6727"/>
                  </a:cubicBezTo>
                  <a:cubicBezTo>
                    <a:pt x="7716" y="6692"/>
                    <a:pt x="8395" y="6656"/>
                    <a:pt x="9073" y="6620"/>
                  </a:cubicBezTo>
                  <a:cubicBezTo>
                    <a:pt x="9657" y="6596"/>
                    <a:pt x="10240" y="6573"/>
                    <a:pt x="10824" y="6537"/>
                  </a:cubicBezTo>
                  <a:cubicBezTo>
                    <a:pt x="11252" y="6513"/>
                    <a:pt x="11693" y="6501"/>
                    <a:pt x="12133" y="6477"/>
                  </a:cubicBezTo>
                  <a:cubicBezTo>
                    <a:pt x="12145" y="6477"/>
                    <a:pt x="12169" y="6465"/>
                    <a:pt x="12169" y="6465"/>
                  </a:cubicBezTo>
                  <a:cubicBezTo>
                    <a:pt x="12181" y="6454"/>
                    <a:pt x="12193" y="6442"/>
                    <a:pt x="12193" y="6430"/>
                  </a:cubicBezTo>
                  <a:cubicBezTo>
                    <a:pt x="12990" y="5013"/>
                    <a:pt x="13764" y="3596"/>
                    <a:pt x="14562" y="2179"/>
                  </a:cubicBezTo>
                  <a:cubicBezTo>
                    <a:pt x="14562" y="2155"/>
                    <a:pt x="14574" y="2143"/>
                    <a:pt x="14586" y="2120"/>
                  </a:cubicBezTo>
                  <a:lnTo>
                    <a:pt x="14586" y="2120"/>
                  </a:lnTo>
                  <a:cubicBezTo>
                    <a:pt x="14014" y="2441"/>
                    <a:pt x="13455" y="2774"/>
                    <a:pt x="12883" y="3096"/>
                  </a:cubicBezTo>
                  <a:cubicBezTo>
                    <a:pt x="12871" y="3072"/>
                    <a:pt x="12871" y="3060"/>
                    <a:pt x="12859" y="3048"/>
                  </a:cubicBezTo>
                  <a:cubicBezTo>
                    <a:pt x="12443" y="2346"/>
                    <a:pt x="12026" y="1643"/>
                    <a:pt x="11621" y="941"/>
                  </a:cubicBezTo>
                  <a:cubicBezTo>
                    <a:pt x="11383" y="548"/>
                    <a:pt x="11062" y="298"/>
                    <a:pt x="10609" y="203"/>
                  </a:cubicBezTo>
                  <a:cubicBezTo>
                    <a:pt x="10502" y="179"/>
                    <a:pt x="10383" y="143"/>
                    <a:pt x="10288" y="143"/>
                  </a:cubicBezTo>
                  <a:cubicBezTo>
                    <a:pt x="10014" y="131"/>
                    <a:pt x="9764" y="131"/>
                    <a:pt x="9490" y="131"/>
                  </a:cubicBezTo>
                  <a:cubicBezTo>
                    <a:pt x="9157" y="131"/>
                    <a:pt x="8823" y="131"/>
                    <a:pt x="8478" y="119"/>
                  </a:cubicBezTo>
                  <a:cubicBezTo>
                    <a:pt x="8037" y="119"/>
                    <a:pt x="7609" y="107"/>
                    <a:pt x="7180" y="107"/>
                  </a:cubicBezTo>
                  <a:cubicBezTo>
                    <a:pt x="6835" y="96"/>
                    <a:pt x="6502" y="96"/>
                    <a:pt x="6156" y="96"/>
                  </a:cubicBezTo>
                  <a:cubicBezTo>
                    <a:pt x="5912" y="90"/>
                    <a:pt x="5665" y="90"/>
                    <a:pt x="5418" y="90"/>
                  </a:cubicBezTo>
                  <a:cubicBezTo>
                    <a:pt x="5171" y="90"/>
                    <a:pt x="4924" y="90"/>
                    <a:pt x="4680" y="84"/>
                  </a:cubicBezTo>
                  <a:cubicBezTo>
                    <a:pt x="4537" y="72"/>
                    <a:pt x="4382" y="24"/>
                    <a:pt x="42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189;p61">
              <a:extLst>
                <a:ext uri="{FF2B5EF4-FFF2-40B4-BE49-F238E27FC236}">
                  <a16:creationId xmlns:a16="http://schemas.microsoft.com/office/drawing/2014/main" id="{885DECE5-743B-FA2F-003B-26351280B735}"/>
                </a:ext>
              </a:extLst>
            </p:cNvPr>
            <p:cNvSpPr/>
            <p:nvPr/>
          </p:nvSpPr>
          <p:spPr>
            <a:xfrm>
              <a:off x="2288282" y="3897832"/>
              <a:ext cx="219231" cy="261978"/>
            </a:xfrm>
            <a:custGeom>
              <a:avLst/>
              <a:gdLst/>
              <a:ahLst/>
              <a:cxnLst/>
              <a:rect l="l" t="t" r="r" b="b"/>
              <a:pathLst>
                <a:path w="9538" h="11399" extrusionOk="0">
                  <a:moveTo>
                    <a:pt x="0" y="1"/>
                  </a:moveTo>
                  <a:lnTo>
                    <a:pt x="0" y="13"/>
                  </a:lnTo>
                  <a:cubicBezTo>
                    <a:pt x="548" y="346"/>
                    <a:pt x="1108" y="680"/>
                    <a:pt x="1667" y="1013"/>
                  </a:cubicBezTo>
                  <a:cubicBezTo>
                    <a:pt x="1655" y="1037"/>
                    <a:pt x="1655" y="1049"/>
                    <a:pt x="1643" y="1061"/>
                  </a:cubicBezTo>
                  <a:cubicBezTo>
                    <a:pt x="1227" y="1763"/>
                    <a:pt x="798" y="2477"/>
                    <a:pt x="381" y="3192"/>
                  </a:cubicBezTo>
                  <a:cubicBezTo>
                    <a:pt x="84" y="3692"/>
                    <a:pt x="84" y="4216"/>
                    <a:pt x="346" y="4728"/>
                  </a:cubicBezTo>
                  <a:cubicBezTo>
                    <a:pt x="727" y="5490"/>
                    <a:pt x="1155" y="6240"/>
                    <a:pt x="1548" y="7002"/>
                  </a:cubicBezTo>
                  <a:cubicBezTo>
                    <a:pt x="2096" y="8038"/>
                    <a:pt x="2667" y="9062"/>
                    <a:pt x="3179" y="10121"/>
                  </a:cubicBezTo>
                  <a:cubicBezTo>
                    <a:pt x="3536" y="10871"/>
                    <a:pt x="4167" y="11252"/>
                    <a:pt x="4977" y="11383"/>
                  </a:cubicBezTo>
                  <a:cubicBezTo>
                    <a:pt x="5054" y="11395"/>
                    <a:pt x="5132" y="11398"/>
                    <a:pt x="5211" y="11398"/>
                  </a:cubicBezTo>
                  <a:cubicBezTo>
                    <a:pt x="5290" y="11398"/>
                    <a:pt x="5370" y="11395"/>
                    <a:pt x="5453" y="11395"/>
                  </a:cubicBezTo>
                  <a:lnTo>
                    <a:pt x="9537" y="11395"/>
                  </a:lnTo>
                  <a:lnTo>
                    <a:pt x="9537" y="8847"/>
                  </a:lnTo>
                  <a:lnTo>
                    <a:pt x="9537" y="6323"/>
                  </a:lnTo>
                  <a:lnTo>
                    <a:pt x="4048" y="6323"/>
                  </a:lnTo>
                  <a:cubicBezTo>
                    <a:pt x="4644" y="5311"/>
                    <a:pt x="5215" y="4311"/>
                    <a:pt x="5799" y="3299"/>
                  </a:cubicBezTo>
                  <a:cubicBezTo>
                    <a:pt x="6442" y="3692"/>
                    <a:pt x="7073" y="4073"/>
                    <a:pt x="7716" y="4466"/>
                  </a:cubicBezTo>
                  <a:lnTo>
                    <a:pt x="7716" y="4454"/>
                  </a:lnTo>
                  <a:cubicBezTo>
                    <a:pt x="7716" y="4442"/>
                    <a:pt x="7716" y="4442"/>
                    <a:pt x="7704" y="4430"/>
                  </a:cubicBezTo>
                  <a:cubicBezTo>
                    <a:pt x="6799" y="2977"/>
                    <a:pt x="5894" y="1513"/>
                    <a:pt x="4989" y="49"/>
                  </a:cubicBezTo>
                  <a:cubicBezTo>
                    <a:pt x="4989" y="25"/>
                    <a:pt x="4977" y="13"/>
                    <a:pt x="4965" y="13"/>
                  </a:cubicBezTo>
                  <a:cubicBezTo>
                    <a:pt x="4941" y="13"/>
                    <a:pt x="4929" y="1"/>
                    <a:pt x="49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190;p61">
              <a:extLst>
                <a:ext uri="{FF2B5EF4-FFF2-40B4-BE49-F238E27FC236}">
                  <a16:creationId xmlns:a16="http://schemas.microsoft.com/office/drawing/2014/main" id="{A2B5A2BC-4C7F-4AF3-211A-9A87376335B4}"/>
                </a:ext>
              </a:extLst>
            </p:cNvPr>
            <p:cNvSpPr/>
            <p:nvPr/>
          </p:nvSpPr>
          <p:spPr>
            <a:xfrm>
              <a:off x="3548228" y="4238800"/>
              <a:ext cx="347855" cy="224930"/>
            </a:xfrm>
            <a:custGeom>
              <a:avLst/>
              <a:gdLst/>
              <a:ahLst/>
              <a:cxnLst/>
              <a:rect l="l" t="t" r="r" b="b"/>
              <a:pathLst>
                <a:path w="15134" h="9787" extrusionOk="0">
                  <a:moveTo>
                    <a:pt x="14276" y="0"/>
                  </a:moveTo>
                  <a:lnTo>
                    <a:pt x="7216" y="1834"/>
                  </a:lnTo>
                  <a:cubicBezTo>
                    <a:pt x="4394" y="4024"/>
                    <a:pt x="1489" y="6358"/>
                    <a:pt x="1" y="9608"/>
                  </a:cubicBezTo>
                  <a:lnTo>
                    <a:pt x="370" y="9787"/>
                  </a:lnTo>
                  <a:cubicBezTo>
                    <a:pt x="5287" y="7430"/>
                    <a:pt x="10216" y="5072"/>
                    <a:pt x="15134" y="2727"/>
                  </a:cubicBezTo>
                  <a:cubicBezTo>
                    <a:pt x="14895" y="1810"/>
                    <a:pt x="14610" y="905"/>
                    <a:pt x="14288" y="12"/>
                  </a:cubicBezTo>
                  <a:lnTo>
                    <a:pt x="14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191;p61">
              <a:extLst>
                <a:ext uri="{FF2B5EF4-FFF2-40B4-BE49-F238E27FC236}">
                  <a16:creationId xmlns:a16="http://schemas.microsoft.com/office/drawing/2014/main" id="{AD5F7257-712C-6A95-5F67-68B1BF08E31E}"/>
                </a:ext>
              </a:extLst>
            </p:cNvPr>
            <p:cNvSpPr/>
            <p:nvPr/>
          </p:nvSpPr>
          <p:spPr>
            <a:xfrm>
              <a:off x="2888420" y="4354540"/>
              <a:ext cx="397939" cy="101812"/>
            </a:xfrm>
            <a:custGeom>
              <a:avLst/>
              <a:gdLst/>
              <a:ahLst/>
              <a:cxnLst/>
              <a:rect l="l" t="t" r="r" b="b"/>
              <a:pathLst>
                <a:path w="17313" h="4430" extrusionOk="0">
                  <a:moveTo>
                    <a:pt x="9871" y="0"/>
                  </a:moveTo>
                  <a:lnTo>
                    <a:pt x="9871" y="12"/>
                  </a:lnTo>
                  <a:cubicBezTo>
                    <a:pt x="6251" y="512"/>
                    <a:pt x="2787" y="2060"/>
                    <a:pt x="1" y="4430"/>
                  </a:cubicBezTo>
                  <a:cubicBezTo>
                    <a:pt x="5775" y="4275"/>
                    <a:pt x="11550" y="4132"/>
                    <a:pt x="17312" y="3977"/>
                  </a:cubicBezTo>
                  <a:cubicBezTo>
                    <a:pt x="17253" y="2655"/>
                    <a:pt x="17158" y="1322"/>
                    <a:pt x="170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192;p61">
              <a:extLst>
                <a:ext uri="{FF2B5EF4-FFF2-40B4-BE49-F238E27FC236}">
                  <a16:creationId xmlns:a16="http://schemas.microsoft.com/office/drawing/2014/main" id="{211D4162-F97B-B546-E1C3-63C684A6F0CF}"/>
                </a:ext>
              </a:extLst>
            </p:cNvPr>
            <p:cNvSpPr/>
            <p:nvPr/>
          </p:nvSpPr>
          <p:spPr>
            <a:xfrm>
              <a:off x="3255950" y="1737776"/>
              <a:ext cx="116879" cy="168577"/>
            </a:xfrm>
            <a:custGeom>
              <a:avLst/>
              <a:gdLst/>
              <a:ahLst/>
              <a:cxnLst/>
              <a:rect l="l" t="t" r="r" b="b"/>
              <a:pathLst>
                <a:path w="5085" h="7335" extrusionOk="0">
                  <a:moveTo>
                    <a:pt x="5037" y="0"/>
                  </a:moveTo>
                  <a:cubicBezTo>
                    <a:pt x="5037" y="0"/>
                    <a:pt x="2180" y="905"/>
                    <a:pt x="679" y="1346"/>
                  </a:cubicBezTo>
                  <a:lnTo>
                    <a:pt x="679" y="1357"/>
                  </a:lnTo>
                  <a:cubicBezTo>
                    <a:pt x="525" y="2596"/>
                    <a:pt x="358" y="3834"/>
                    <a:pt x="191" y="5072"/>
                  </a:cubicBezTo>
                  <a:cubicBezTo>
                    <a:pt x="120" y="5525"/>
                    <a:pt x="60" y="5977"/>
                    <a:pt x="1" y="6430"/>
                  </a:cubicBezTo>
                  <a:cubicBezTo>
                    <a:pt x="263" y="6727"/>
                    <a:pt x="513" y="7037"/>
                    <a:pt x="775" y="7334"/>
                  </a:cubicBezTo>
                  <a:cubicBezTo>
                    <a:pt x="2251" y="4929"/>
                    <a:pt x="3692" y="2489"/>
                    <a:pt x="5085" y="24"/>
                  </a:cubicBezTo>
                  <a:lnTo>
                    <a:pt x="5037" y="0"/>
                  </a:lnTo>
                  <a:close/>
                </a:path>
              </a:pathLst>
            </a:custGeom>
            <a:solidFill>
              <a:srgbClr val="ED8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1193;p61">
              <a:extLst>
                <a:ext uri="{FF2B5EF4-FFF2-40B4-BE49-F238E27FC236}">
                  <a16:creationId xmlns:a16="http://schemas.microsoft.com/office/drawing/2014/main" id="{0F1DDC8D-6B12-7684-F27D-598DB4AAFF40}"/>
                </a:ext>
              </a:extLst>
            </p:cNvPr>
            <p:cNvSpPr/>
            <p:nvPr/>
          </p:nvSpPr>
          <p:spPr>
            <a:xfrm>
              <a:off x="3104341" y="1446702"/>
              <a:ext cx="368932" cy="539009"/>
            </a:xfrm>
            <a:custGeom>
              <a:avLst/>
              <a:gdLst/>
              <a:ahLst/>
              <a:cxnLst/>
              <a:rect l="l" t="t" r="r" b="b"/>
              <a:pathLst>
                <a:path w="16051" h="23453" extrusionOk="0">
                  <a:moveTo>
                    <a:pt x="10569" y="0"/>
                  </a:moveTo>
                  <a:cubicBezTo>
                    <a:pt x="10460" y="0"/>
                    <a:pt x="10347" y="15"/>
                    <a:pt x="10240" y="33"/>
                  </a:cubicBezTo>
                  <a:cubicBezTo>
                    <a:pt x="7442" y="473"/>
                    <a:pt x="4632" y="926"/>
                    <a:pt x="1822" y="1366"/>
                  </a:cubicBezTo>
                  <a:cubicBezTo>
                    <a:pt x="1215" y="1461"/>
                    <a:pt x="608" y="1557"/>
                    <a:pt x="1" y="1604"/>
                  </a:cubicBezTo>
                  <a:lnTo>
                    <a:pt x="1" y="1664"/>
                  </a:lnTo>
                  <a:cubicBezTo>
                    <a:pt x="346" y="4962"/>
                    <a:pt x="691" y="8248"/>
                    <a:pt x="1275" y="11510"/>
                  </a:cubicBezTo>
                  <a:cubicBezTo>
                    <a:pt x="1418" y="12248"/>
                    <a:pt x="1560" y="13010"/>
                    <a:pt x="1953" y="13653"/>
                  </a:cubicBezTo>
                  <a:cubicBezTo>
                    <a:pt x="2108" y="13915"/>
                    <a:pt x="2322" y="14165"/>
                    <a:pt x="2584" y="14296"/>
                  </a:cubicBezTo>
                  <a:cubicBezTo>
                    <a:pt x="2894" y="14451"/>
                    <a:pt x="3239" y="14463"/>
                    <a:pt x="3585" y="14463"/>
                  </a:cubicBezTo>
                  <a:cubicBezTo>
                    <a:pt x="4811" y="14451"/>
                    <a:pt x="6037" y="14308"/>
                    <a:pt x="7228" y="14034"/>
                  </a:cubicBezTo>
                  <a:cubicBezTo>
                    <a:pt x="7252" y="14022"/>
                    <a:pt x="7264" y="14022"/>
                    <a:pt x="7275" y="14011"/>
                  </a:cubicBezTo>
                  <a:cubicBezTo>
                    <a:pt x="8776" y="13570"/>
                    <a:pt x="11633" y="12665"/>
                    <a:pt x="11633" y="12665"/>
                  </a:cubicBezTo>
                  <a:lnTo>
                    <a:pt x="11681" y="12689"/>
                  </a:lnTo>
                  <a:cubicBezTo>
                    <a:pt x="10288" y="15154"/>
                    <a:pt x="8847" y="17594"/>
                    <a:pt x="7371" y="19999"/>
                  </a:cubicBezTo>
                  <a:cubicBezTo>
                    <a:pt x="8073" y="20845"/>
                    <a:pt x="8776" y="21678"/>
                    <a:pt x="9478" y="22512"/>
                  </a:cubicBezTo>
                  <a:cubicBezTo>
                    <a:pt x="9776" y="22857"/>
                    <a:pt x="10073" y="23214"/>
                    <a:pt x="10443" y="23452"/>
                  </a:cubicBezTo>
                  <a:cubicBezTo>
                    <a:pt x="12395" y="22071"/>
                    <a:pt x="14264" y="20583"/>
                    <a:pt x="16050" y="19011"/>
                  </a:cubicBezTo>
                  <a:lnTo>
                    <a:pt x="16027" y="18987"/>
                  </a:lnTo>
                  <a:cubicBezTo>
                    <a:pt x="15943" y="18654"/>
                    <a:pt x="15848" y="18321"/>
                    <a:pt x="15753" y="17987"/>
                  </a:cubicBezTo>
                  <a:cubicBezTo>
                    <a:pt x="14848" y="14689"/>
                    <a:pt x="14014" y="11367"/>
                    <a:pt x="13252" y="8034"/>
                  </a:cubicBezTo>
                  <a:cubicBezTo>
                    <a:pt x="13633" y="7569"/>
                    <a:pt x="13991" y="7093"/>
                    <a:pt x="14217" y="6533"/>
                  </a:cubicBezTo>
                  <a:cubicBezTo>
                    <a:pt x="14479" y="5902"/>
                    <a:pt x="14514" y="5129"/>
                    <a:pt x="14157" y="4533"/>
                  </a:cubicBezTo>
                  <a:cubicBezTo>
                    <a:pt x="14014" y="4307"/>
                    <a:pt x="13800" y="4105"/>
                    <a:pt x="13550" y="4033"/>
                  </a:cubicBezTo>
                  <a:cubicBezTo>
                    <a:pt x="13473" y="4010"/>
                    <a:pt x="13396" y="3997"/>
                    <a:pt x="13319" y="3997"/>
                  </a:cubicBezTo>
                  <a:cubicBezTo>
                    <a:pt x="13277" y="3997"/>
                    <a:pt x="13235" y="4001"/>
                    <a:pt x="13193" y="4009"/>
                  </a:cubicBezTo>
                  <a:cubicBezTo>
                    <a:pt x="12967" y="4057"/>
                    <a:pt x="12776" y="4224"/>
                    <a:pt x="12621" y="4390"/>
                  </a:cubicBezTo>
                  <a:cubicBezTo>
                    <a:pt x="12205" y="4795"/>
                    <a:pt x="11859" y="5271"/>
                    <a:pt x="11586" y="5783"/>
                  </a:cubicBezTo>
                  <a:lnTo>
                    <a:pt x="11514" y="5748"/>
                  </a:lnTo>
                  <a:cubicBezTo>
                    <a:pt x="11419" y="4045"/>
                    <a:pt x="11300" y="2331"/>
                    <a:pt x="11169" y="628"/>
                  </a:cubicBezTo>
                  <a:cubicBezTo>
                    <a:pt x="11145" y="473"/>
                    <a:pt x="11133" y="307"/>
                    <a:pt x="11038" y="176"/>
                  </a:cubicBezTo>
                  <a:cubicBezTo>
                    <a:pt x="10926" y="41"/>
                    <a:pt x="10753" y="0"/>
                    <a:pt x="10569" y="0"/>
                  </a:cubicBezTo>
                  <a:close/>
                </a:path>
              </a:pathLst>
            </a:custGeom>
            <a:solidFill>
              <a:srgbClr val="FB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1194;p61">
              <a:extLst>
                <a:ext uri="{FF2B5EF4-FFF2-40B4-BE49-F238E27FC236}">
                  <a16:creationId xmlns:a16="http://schemas.microsoft.com/office/drawing/2014/main" id="{F4249D5D-2333-E57C-E180-6E12DC1A925C}"/>
                </a:ext>
              </a:extLst>
            </p:cNvPr>
            <p:cNvSpPr/>
            <p:nvPr/>
          </p:nvSpPr>
          <p:spPr>
            <a:xfrm>
              <a:off x="2995691" y="1372446"/>
              <a:ext cx="420648" cy="207187"/>
            </a:xfrm>
            <a:custGeom>
              <a:avLst/>
              <a:gdLst/>
              <a:ahLst/>
              <a:cxnLst/>
              <a:rect l="l" t="t" r="r" b="b"/>
              <a:pathLst>
                <a:path w="18301" h="9015" extrusionOk="0">
                  <a:moveTo>
                    <a:pt x="16256" y="0"/>
                  </a:moveTo>
                  <a:cubicBezTo>
                    <a:pt x="16049" y="0"/>
                    <a:pt x="15834" y="72"/>
                    <a:pt x="15634" y="144"/>
                  </a:cubicBezTo>
                  <a:cubicBezTo>
                    <a:pt x="12231" y="1376"/>
                    <a:pt x="8621" y="2010"/>
                    <a:pt x="5002" y="2010"/>
                  </a:cubicBezTo>
                  <a:cubicBezTo>
                    <a:pt x="4633" y="2010"/>
                    <a:pt x="4264" y="2003"/>
                    <a:pt x="3894" y="1990"/>
                  </a:cubicBezTo>
                  <a:cubicBezTo>
                    <a:pt x="3063" y="1959"/>
                    <a:pt x="2232" y="1902"/>
                    <a:pt x="1401" y="1902"/>
                  </a:cubicBezTo>
                  <a:cubicBezTo>
                    <a:pt x="1267" y="1902"/>
                    <a:pt x="1134" y="1903"/>
                    <a:pt x="1001" y="1906"/>
                  </a:cubicBezTo>
                  <a:cubicBezTo>
                    <a:pt x="763" y="1906"/>
                    <a:pt x="501" y="1930"/>
                    <a:pt x="311" y="2073"/>
                  </a:cubicBezTo>
                  <a:cubicBezTo>
                    <a:pt x="84" y="2240"/>
                    <a:pt x="1" y="2573"/>
                    <a:pt x="60" y="2859"/>
                  </a:cubicBezTo>
                  <a:cubicBezTo>
                    <a:pt x="108" y="3145"/>
                    <a:pt x="299" y="3395"/>
                    <a:pt x="489" y="3597"/>
                  </a:cubicBezTo>
                  <a:cubicBezTo>
                    <a:pt x="1227" y="4383"/>
                    <a:pt x="2299" y="4752"/>
                    <a:pt x="3370" y="4847"/>
                  </a:cubicBezTo>
                  <a:cubicBezTo>
                    <a:pt x="3560" y="4862"/>
                    <a:pt x="3749" y="4869"/>
                    <a:pt x="3939" y="4869"/>
                  </a:cubicBezTo>
                  <a:cubicBezTo>
                    <a:pt x="4202" y="4869"/>
                    <a:pt x="4465" y="4856"/>
                    <a:pt x="4728" y="4835"/>
                  </a:cubicBezTo>
                  <a:cubicBezTo>
                    <a:pt x="5335" y="4788"/>
                    <a:pt x="5942" y="4692"/>
                    <a:pt x="6549" y="4597"/>
                  </a:cubicBezTo>
                  <a:cubicBezTo>
                    <a:pt x="9359" y="4157"/>
                    <a:pt x="12169" y="3704"/>
                    <a:pt x="14967" y="3264"/>
                  </a:cubicBezTo>
                  <a:cubicBezTo>
                    <a:pt x="15074" y="3246"/>
                    <a:pt x="15187" y="3231"/>
                    <a:pt x="15296" y="3231"/>
                  </a:cubicBezTo>
                  <a:cubicBezTo>
                    <a:pt x="15480" y="3231"/>
                    <a:pt x="15653" y="3272"/>
                    <a:pt x="15765" y="3407"/>
                  </a:cubicBezTo>
                  <a:cubicBezTo>
                    <a:pt x="15860" y="3538"/>
                    <a:pt x="15872" y="3704"/>
                    <a:pt x="15896" y="3859"/>
                  </a:cubicBezTo>
                  <a:cubicBezTo>
                    <a:pt x="16027" y="5562"/>
                    <a:pt x="16146" y="7276"/>
                    <a:pt x="16241" y="8979"/>
                  </a:cubicBezTo>
                  <a:lnTo>
                    <a:pt x="16313" y="9014"/>
                  </a:lnTo>
                  <a:cubicBezTo>
                    <a:pt x="16586" y="8502"/>
                    <a:pt x="16932" y="8026"/>
                    <a:pt x="17348" y="7621"/>
                  </a:cubicBezTo>
                  <a:cubicBezTo>
                    <a:pt x="17503" y="7455"/>
                    <a:pt x="17694" y="7288"/>
                    <a:pt x="17920" y="7240"/>
                  </a:cubicBezTo>
                  <a:cubicBezTo>
                    <a:pt x="17962" y="7232"/>
                    <a:pt x="18004" y="7228"/>
                    <a:pt x="18046" y="7228"/>
                  </a:cubicBezTo>
                  <a:cubicBezTo>
                    <a:pt x="18123" y="7228"/>
                    <a:pt x="18200" y="7241"/>
                    <a:pt x="18277" y="7264"/>
                  </a:cubicBezTo>
                  <a:lnTo>
                    <a:pt x="18301" y="7181"/>
                  </a:lnTo>
                  <a:cubicBezTo>
                    <a:pt x="17884" y="5121"/>
                    <a:pt x="17479" y="3061"/>
                    <a:pt x="17063" y="990"/>
                  </a:cubicBezTo>
                  <a:cubicBezTo>
                    <a:pt x="16991" y="632"/>
                    <a:pt x="16884" y="216"/>
                    <a:pt x="16551" y="61"/>
                  </a:cubicBezTo>
                  <a:cubicBezTo>
                    <a:pt x="16457" y="18"/>
                    <a:pt x="16357" y="0"/>
                    <a:pt x="16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1195;p61">
              <a:extLst>
                <a:ext uri="{FF2B5EF4-FFF2-40B4-BE49-F238E27FC236}">
                  <a16:creationId xmlns:a16="http://schemas.microsoft.com/office/drawing/2014/main" id="{8863FC66-1FF5-9F61-AB32-DEFC60C5BEDE}"/>
                </a:ext>
              </a:extLst>
            </p:cNvPr>
            <p:cNvSpPr/>
            <p:nvPr/>
          </p:nvSpPr>
          <p:spPr>
            <a:xfrm>
              <a:off x="2843278" y="1854067"/>
              <a:ext cx="876556" cy="909946"/>
            </a:xfrm>
            <a:custGeom>
              <a:avLst/>
              <a:gdLst/>
              <a:ahLst/>
              <a:cxnLst/>
              <a:rect l="l" t="t" r="r" b="b"/>
              <a:pathLst>
                <a:path w="38136" h="39593" extrusionOk="0">
                  <a:moveTo>
                    <a:pt x="18133" y="0"/>
                  </a:moveTo>
                  <a:lnTo>
                    <a:pt x="18133" y="0"/>
                  </a:lnTo>
                  <a:cubicBezTo>
                    <a:pt x="16574" y="298"/>
                    <a:pt x="15014" y="643"/>
                    <a:pt x="13454" y="1036"/>
                  </a:cubicBezTo>
                  <a:cubicBezTo>
                    <a:pt x="11728" y="1524"/>
                    <a:pt x="10049" y="2274"/>
                    <a:pt x="8680" y="3453"/>
                  </a:cubicBezTo>
                  <a:cubicBezTo>
                    <a:pt x="7323" y="4632"/>
                    <a:pt x="6584" y="6061"/>
                    <a:pt x="6037" y="7620"/>
                  </a:cubicBezTo>
                  <a:cubicBezTo>
                    <a:pt x="5691" y="9013"/>
                    <a:pt x="5346" y="10394"/>
                    <a:pt x="5025" y="11787"/>
                  </a:cubicBezTo>
                  <a:lnTo>
                    <a:pt x="5013" y="11787"/>
                  </a:lnTo>
                  <a:lnTo>
                    <a:pt x="5001" y="11883"/>
                  </a:lnTo>
                  <a:cubicBezTo>
                    <a:pt x="4941" y="12097"/>
                    <a:pt x="4894" y="12311"/>
                    <a:pt x="4846" y="12538"/>
                  </a:cubicBezTo>
                  <a:lnTo>
                    <a:pt x="4858" y="12538"/>
                  </a:lnTo>
                  <a:lnTo>
                    <a:pt x="2941" y="21622"/>
                  </a:lnTo>
                  <a:lnTo>
                    <a:pt x="0" y="23039"/>
                  </a:lnTo>
                  <a:cubicBezTo>
                    <a:pt x="0" y="23039"/>
                    <a:pt x="381" y="24087"/>
                    <a:pt x="2608" y="26480"/>
                  </a:cubicBezTo>
                  <a:cubicBezTo>
                    <a:pt x="2608" y="26480"/>
                    <a:pt x="3108" y="27158"/>
                    <a:pt x="3513" y="28075"/>
                  </a:cubicBezTo>
                  <a:lnTo>
                    <a:pt x="10216" y="23801"/>
                  </a:lnTo>
                  <a:cubicBezTo>
                    <a:pt x="10216" y="23801"/>
                    <a:pt x="10728" y="31516"/>
                    <a:pt x="10418" y="37624"/>
                  </a:cubicBezTo>
                  <a:cubicBezTo>
                    <a:pt x="10418" y="37624"/>
                    <a:pt x="15476" y="39593"/>
                    <a:pt x="22762" y="39593"/>
                  </a:cubicBezTo>
                  <a:cubicBezTo>
                    <a:pt x="26463" y="39593"/>
                    <a:pt x="30739" y="39085"/>
                    <a:pt x="35219" y="37553"/>
                  </a:cubicBezTo>
                  <a:lnTo>
                    <a:pt x="34088" y="18431"/>
                  </a:lnTo>
                  <a:lnTo>
                    <a:pt x="36409" y="12538"/>
                  </a:lnTo>
                  <a:cubicBezTo>
                    <a:pt x="36564" y="12133"/>
                    <a:pt x="36719" y="11728"/>
                    <a:pt x="36874" y="11335"/>
                  </a:cubicBezTo>
                  <a:cubicBezTo>
                    <a:pt x="36874" y="11335"/>
                    <a:pt x="36874" y="11323"/>
                    <a:pt x="36886" y="11323"/>
                  </a:cubicBezTo>
                  <a:cubicBezTo>
                    <a:pt x="37005" y="11002"/>
                    <a:pt x="37136" y="10668"/>
                    <a:pt x="37267" y="10347"/>
                  </a:cubicBezTo>
                  <a:cubicBezTo>
                    <a:pt x="37374" y="10073"/>
                    <a:pt x="37481" y="9799"/>
                    <a:pt x="37576" y="9537"/>
                  </a:cubicBezTo>
                  <a:cubicBezTo>
                    <a:pt x="37576" y="9525"/>
                    <a:pt x="37588" y="9525"/>
                    <a:pt x="37588" y="9525"/>
                  </a:cubicBezTo>
                  <a:cubicBezTo>
                    <a:pt x="38136" y="7108"/>
                    <a:pt x="37422" y="4346"/>
                    <a:pt x="35755" y="2536"/>
                  </a:cubicBezTo>
                  <a:cubicBezTo>
                    <a:pt x="35421" y="2167"/>
                    <a:pt x="34695" y="1679"/>
                    <a:pt x="34088" y="1453"/>
                  </a:cubicBezTo>
                  <a:cubicBezTo>
                    <a:pt x="31790" y="917"/>
                    <a:pt x="29456" y="512"/>
                    <a:pt x="27111" y="250"/>
                  </a:cubicBezTo>
                  <a:lnTo>
                    <a:pt x="27111" y="250"/>
                  </a:lnTo>
                  <a:cubicBezTo>
                    <a:pt x="27206" y="584"/>
                    <a:pt x="27301" y="917"/>
                    <a:pt x="27385" y="1250"/>
                  </a:cubicBezTo>
                  <a:lnTo>
                    <a:pt x="27408" y="1274"/>
                  </a:lnTo>
                  <a:cubicBezTo>
                    <a:pt x="25622" y="2846"/>
                    <a:pt x="23753" y="4334"/>
                    <a:pt x="21801" y="5703"/>
                  </a:cubicBezTo>
                  <a:cubicBezTo>
                    <a:pt x="21431" y="5477"/>
                    <a:pt x="21134" y="5120"/>
                    <a:pt x="20836" y="4775"/>
                  </a:cubicBezTo>
                  <a:cubicBezTo>
                    <a:pt x="20134" y="3941"/>
                    <a:pt x="19431" y="3108"/>
                    <a:pt x="18729" y="2263"/>
                  </a:cubicBezTo>
                  <a:cubicBezTo>
                    <a:pt x="18467" y="1965"/>
                    <a:pt x="18217" y="1655"/>
                    <a:pt x="17955" y="1358"/>
                  </a:cubicBezTo>
                  <a:cubicBezTo>
                    <a:pt x="18014" y="905"/>
                    <a:pt x="18074" y="453"/>
                    <a:pt x="18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1196;p61">
              <a:extLst>
                <a:ext uri="{FF2B5EF4-FFF2-40B4-BE49-F238E27FC236}">
                  <a16:creationId xmlns:a16="http://schemas.microsoft.com/office/drawing/2014/main" id="{712FA674-0F2B-7D62-BDD7-2E6AC51E694D}"/>
                </a:ext>
              </a:extLst>
            </p:cNvPr>
            <p:cNvSpPr/>
            <p:nvPr/>
          </p:nvSpPr>
          <p:spPr>
            <a:xfrm>
              <a:off x="3078070" y="2716003"/>
              <a:ext cx="818013" cy="1638560"/>
            </a:xfrm>
            <a:custGeom>
              <a:avLst/>
              <a:gdLst/>
              <a:ahLst/>
              <a:cxnLst/>
              <a:rect l="l" t="t" r="r" b="b"/>
              <a:pathLst>
                <a:path w="35589" h="71296" extrusionOk="0">
                  <a:moveTo>
                    <a:pt x="215" y="1"/>
                  </a:moveTo>
                  <a:cubicBezTo>
                    <a:pt x="203" y="144"/>
                    <a:pt x="203" y="287"/>
                    <a:pt x="191" y="430"/>
                  </a:cubicBezTo>
                  <a:lnTo>
                    <a:pt x="167" y="6645"/>
                  </a:lnTo>
                  <a:lnTo>
                    <a:pt x="1" y="71295"/>
                  </a:lnTo>
                  <a:lnTo>
                    <a:pt x="9526" y="71295"/>
                  </a:lnTo>
                  <a:lnTo>
                    <a:pt x="10585" y="23194"/>
                  </a:lnTo>
                  <a:lnTo>
                    <a:pt x="11657" y="33136"/>
                  </a:lnTo>
                  <a:lnTo>
                    <a:pt x="25206" y="68736"/>
                  </a:lnTo>
                  <a:lnTo>
                    <a:pt x="27671" y="68093"/>
                  </a:lnTo>
                  <a:lnTo>
                    <a:pt x="34731" y="66259"/>
                  </a:lnTo>
                  <a:lnTo>
                    <a:pt x="35589" y="66033"/>
                  </a:lnTo>
                  <a:lnTo>
                    <a:pt x="23873" y="30433"/>
                  </a:lnTo>
                  <a:lnTo>
                    <a:pt x="25206" y="13"/>
                  </a:lnTo>
                  <a:lnTo>
                    <a:pt x="25206" y="13"/>
                  </a:lnTo>
                  <a:cubicBezTo>
                    <a:pt x="25135" y="25"/>
                    <a:pt x="25075" y="49"/>
                    <a:pt x="25004" y="60"/>
                  </a:cubicBezTo>
                  <a:cubicBezTo>
                    <a:pt x="21020" y="1241"/>
                    <a:pt x="16867" y="1830"/>
                    <a:pt x="12714" y="1830"/>
                  </a:cubicBezTo>
                  <a:cubicBezTo>
                    <a:pt x="8488" y="1830"/>
                    <a:pt x="4262" y="1220"/>
                    <a:pt x="2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1197;p61">
              <a:extLst>
                <a:ext uri="{FF2B5EF4-FFF2-40B4-BE49-F238E27FC236}">
                  <a16:creationId xmlns:a16="http://schemas.microsoft.com/office/drawing/2014/main" id="{319A809A-A950-5E18-D136-C53E5AFCBE54}"/>
                </a:ext>
              </a:extLst>
            </p:cNvPr>
            <p:cNvSpPr/>
            <p:nvPr/>
          </p:nvSpPr>
          <p:spPr>
            <a:xfrm>
              <a:off x="2664294" y="2167456"/>
              <a:ext cx="297771" cy="123899"/>
            </a:xfrm>
            <a:custGeom>
              <a:avLst/>
              <a:gdLst/>
              <a:ahLst/>
              <a:cxnLst/>
              <a:rect l="l" t="t" r="r" b="b"/>
              <a:pathLst>
                <a:path w="12955" h="5391" extrusionOk="0">
                  <a:moveTo>
                    <a:pt x="9798" y="1"/>
                  </a:moveTo>
                  <a:cubicBezTo>
                    <a:pt x="9640" y="1"/>
                    <a:pt x="9485" y="32"/>
                    <a:pt x="9335" y="56"/>
                  </a:cubicBezTo>
                  <a:cubicBezTo>
                    <a:pt x="6227" y="711"/>
                    <a:pt x="3108" y="1354"/>
                    <a:pt x="0" y="1997"/>
                  </a:cubicBezTo>
                  <a:lnTo>
                    <a:pt x="0" y="2021"/>
                  </a:lnTo>
                  <a:cubicBezTo>
                    <a:pt x="477" y="3164"/>
                    <a:pt x="1548" y="3997"/>
                    <a:pt x="2715" y="4367"/>
                  </a:cubicBezTo>
                  <a:cubicBezTo>
                    <a:pt x="3345" y="4570"/>
                    <a:pt x="4003" y="4655"/>
                    <a:pt x="4664" y="4655"/>
                  </a:cubicBezTo>
                  <a:cubicBezTo>
                    <a:pt x="5239" y="4655"/>
                    <a:pt x="5817" y="4591"/>
                    <a:pt x="6382" y="4486"/>
                  </a:cubicBezTo>
                  <a:cubicBezTo>
                    <a:pt x="7466" y="4283"/>
                    <a:pt x="8549" y="3914"/>
                    <a:pt x="9490" y="3331"/>
                  </a:cubicBezTo>
                  <a:lnTo>
                    <a:pt x="9502" y="3366"/>
                  </a:lnTo>
                  <a:cubicBezTo>
                    <a:pt x="10121" y="3962"/>
                    <a:pt x="10740" y="4557"/>
                    <a:pt x="11347" y="5152"/>
                  </a:cubicBezTo>
                  <a:cubicBezTo>
                    <a:pt x="11430" y="5236"/>
                    <a:pt x="11514" y="5319"/>
                    <a:pt x="11597" y="5390"/>
                  </a:cubicBezTo>
                  <a:cubicBezTo>
                    <a:pt x="12062" y="4200"/>
                    <a:pt x="12514" y="3009"/>
                    <a:pt x="12954" y="1807"/>
                  </a:cubicBezTo>
                  <a:lnTo>
                    <a:pt x="12800" y="1747"/>
                  </a:lnTo>
                  <a:cubicBezTo>
                    <a:pt x="12597" y="1616"/>
                    <a:pt x="12383" y="1485"/>
                    <a:pt x="12181" y="1342"/>
                  </a:cubicBezTo>
                  <a:cubicBezTo>
                    <a:pt x="11645" y="997"/>
                    <a:pt x="11109" y="640"/>
                    <a:pt x="10561" y="295"/>
                  </a:cubicBezTo>
                  <a:cubicBezTo>
                    <a:pt x="10383" y="176"/>
                    <a:pt x="10204" y="56"/>
                    <a:pt x="10002" y="21"/>
                  </a:cubicBezTo>
                  <a:cubicBezTo>
                    <a:pt x="9934" y="6"/>
                    <a:pt x="9866" y="1"/>
                    <a:pt x="9798" y="1"/>
                  </a:cubicBezTo>
                  <a:close/>
                </a:path>
              </a:pathLst>
            </a:custGeom>
            <a:solidFill>
              <a:srgbClr val="FB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2" name="Google Shape;5341;p117">
            <a:extLst>
              <a:ext uri="{FF2B5EF4-FFF2-40B4-BE49-F238E27FC236}">
                <a16:creationId xmlns:a16="http://schemas.microsoft.com/office/drawing/2014/main" id="{66CAEC87-8666-AE34-602D-91BE5CFD3423}"/>
              </a:ext>
            </a:extLst>
          </p:cNvPr>
          <p:cNvGrpSpPr/>
          <p:nvPr/>
        </p:nvGrpSpPr>
        <p:grpSpPr>
          <a:xfrm>
            <a:off x="3445395" y="2868289"/>
            <a:ext cx="769026" cy="1647858"/>
            <a:chOff x="2875050" y="666550"/>
            <a:chExt cx="1854650" cy="4499725"/>
          </a:xfrm>
        </p:grpSpPr>
        <p:sp>
          <p:nvSpPr>
            <p:cNvPr id="993" name="Google Shape;5342;p117">
              <a:extLst>
                <a:ext uri="{FF2B5EF4-FFF2-40B4-BE49-F238E27FC236}">
                  <a16:creationId xmlns:a16="http://schemas.microsoft.com/office/drawing/2014/main" id="{DC51BB35-39A9-C475-EDB4-C68C7EA5806E}"/>
                </a:ext>
              </a:extLst>
            </p:cNvPr>
            <p:cNvSpPr/>
            <p:nvPr/>
          </p:nvSpPr>
          <p:spPr>
            <a:xfrm>
              <a:off x="3978450" y="5062650"/>
              <a:ext cx="302750" cy="103625"/>
            </a:xfrm>
            <a:custGeom>
              <a:avLst/>
              <a:gdLst/>
              <a:ahLst/>
              <a:cxnLst/>
              <a:rect l="l" t="t" r="r" b="b"/>
              <a:pathLst>
                <a:path w="12110" h="4145" extrusionOk="0">
                  <a:moveTo>
                    <a:pt x="6954" y="1"/>
                  </a:moveTo>
                  <a:lnTo>
                    <a:pt x="49" y="3180"/>
                  </a:lnTo>
                  <a:lnTo>
                    <a:pt x="1" y="4144"/>
                  </a:lnTo>
                  <a:lnTo>
                    <a:pt x="10633" y="4144"/>
                  </a:lnTo>
                  <a:cubicBezTo>
                    <a:pt x="11443" y="4144"/>
                    <a:pt x="12110" y="3442"/>
                    <a:pt x="12074" y="2632"/>
                  </a:cubicBezTo>
                  <a:lnTo>
                    <a:pt x="119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5343;p117">
              <a:extLst>
                <a:ext uri="{FF2B5EF4-FFF2-40B4-BE49-F238E27FC236}">
                  <a16:creationId xmlns:a16="http://schemas.microsoft.com/office/drawing/2014/main" id="{01B9D9D8-E14A-A548-C414-CD76AEB619F5}"/>
                </a:ext>
              </a:extLst>
            </p:cNvPr>
            <p:cNvSpPr/>
            <p:nvPr/>
          </p:nvSpPr>
          <p:spPr>
            <a:xfrm>
              <a:off x="4128475" y="4871550"/>
              <a:ext cx="168800" cy="192025"/>
            </a:xfrm>
            <a:custGeom>
              <a:avLst/>
              <a:gdLst/>
              <a:ahLst/>
              <a:cxnLst/>
              <a:rect l="l" t="t" r="r" b="b"/>
              <a:pathLst>
                <a:path w="6752" h="7681" extrusionOk="0">
                  <a:moveTo>
                    <a:pt x="1" y="1"/>
                  </a:moveTo>
                  <a:cubicBezTo>
                    <a:pt x="560" y="4775"/>
                    <a:pt x="906" y="7669"/>
                    <a:pt x="906" y="7669"/>
                  </a:cubicBezTo>
                  <a:lnTo>
                    <a:pt x="5918" y="7680"/>
                  </a:lnTo>
                  <a:cubicBezTo>
                    <a:pt x="6228" y="5013"/>
                    <a:pt x="6502" y="2466"/>
                    <a:pt x="6752" y="1"/>
                  </a:cubicBezTo>
                  <a:close/>
                </a:path>
              </a:pathLst>
            </a:custGeom>
            <a:solidFill>
              <a:srgbClr val="FF9E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5344;p117">
              <a:extLst>
                <a:ext uri="{FF2B5EF4-FFF2-40B4-BE49-F238E27FC236}">
                  <a16:creationId xmlns:a16="http://schemas.microsoft.com/office/drawing/2014/main" id="{63AFA21E-0B49-40CE-525B-E4016F2EC3C3}"/>
                </a:ext>
              </a:extLst>
            </p:cNvPr>
            <p:cNvSpPr/>
            <p:nvPr/>
          </p:nvSpPr>
          <p:spPr>
            <a:xfrm>
              <a:off x="3620675" y="5062650"/>
              <a:ext cx="302750" cy="103625"/>
            </a:xfrm>
            <a:custGeom>
              <a:avLst/>
              <a:gdLst/>
              <a:ahLst/>
              <a:cxnLst/>
              <a:rect l="l" t="t" r="r" b="b"/>
              <a:pathLst>
                <a:path w="12110" h="4145" extrusionOk="0">
                  <a:moveTo>
                    <a:pt x="6954" y="1"/>
                  </a:moveTo>
                  <a:lnTo>
                    <a:pt x="48" y="3180"/>
                  </a:lnTo>
                  <a:lnTo>
                    <a:pt x="1" y="4144"/>
                  </a:lnTo>
                  <a:lnTo>
                    <a:pt x="10633" y="4144"/>
                  </a:lnTo>
                  <a:cubicBezTo>
                    <a:pt x="11443" y="4144"/>
                    <a:pt x="12109" y="3442"/>
                    <a:pt x="12074" y="2632"/>
                  </a:cubicBezTo>
                  <a:lnTo>
                    <a:pt x="119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5345;p117">
              <a:extLst>
                <a:ext uri="{FF2B5EF4-FFF2-40B4-BE49-F238E27FC236}">
                  <a16:creationId xmlns:a16="http://schemas.microsoft.com/office/drawing/2014/main" id="{43D8F3B7-7782-4CE4-BC36-4921A05F0741}"/>
                </a:ext>
              </a:extLst>
            </p:cNvPr>
            <p:cNvSpPr/>
            <p:nvPr/>
          </p:nvSpPr>
          <p:spPr>
            <a:xfrm>
              <a:off x="3770700" y="4871550"/>
              <a:ext cx="162850" cy="192925"/>
            </a:xfrm>
            <a:custGeom>
              <a:avLst/>
              <a:gdLst/>
              <a:ahLst/>
              <a:cxnLst/>
              <a:rect l="l" t="t" r="r" b="b"/>
              <a:pathLst>
                <a:path w="6514" h="7717" extrusionOk="0">
                  <a:moveTo>
                    <a:pt x="0" y="1"/>
                  </a:moveTo>
                  <a:cubicBezTo>
                    <a:pt x="560" y="4811"/>
                    <a:pt x="905" y="7716"/>
                    <a:pt x="905" y="7716"/>
                  </a:cubicBezTo>
                  <a:lnTo>
                    <a:pt x="5834" y="7633"/>
                  </a:lnTo>
                  <a:cubicBezTo>
                    <a:pt x="6096" y="4990"/>
                    <a:pt x="6323" y="2454"/>
                    <a:pt x="6513" y="1"/>
                  </a:cubicBezTo>
                  <a:close/>
                </a:path>
              </a:pathLst>
            </a:custGeom>
            <a:solidFill>
              <a:srgbClr val="FF9E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5346;p117">
              <a:extLst>
                <a:ext uri="{FF2B5EF4-FFF2-40B4-BE49-F238E27FC236}">
                  <a16:creationId xmlns:a16="http://schemas.microsoft.com/office/drawing/2014/main" id="{AF955147-CEBC-CF0C-5868-8D46A22689E9}"/>
                </a:ext>
              </a:extLst>
            </p:cNvPr>
            <p:cNvSpPr/>
            <p:nvPr/>
          </p:nvSpPr>
          <p:spPr>
            <a:xfrm>
              <a:off x="3521550" y="2254575"/>
              <a:ext cx="1000450" cy="2769250"/>
            </a:xfrm>
            <a:custGeom>
              <a:avLst/>
              <a:gdLst/>
              <a:ahLst/>
              <a:cxnLst/>
              <a:rect l="l" t="t" r="r" b="b"/>
              <a:pathLst>
                <a:path w="40018" h="110770" extrusionOk="0">
                  <a:moveTo>
                    <a:pt x="2120" y="0"/>
                  </a:moveTo>
                  <a:cubicBezTo>
                    <a:pt x="2120" y="0"/>
                    <a:pt x="620" y="7180"/>
                    <a:pt x="168" y="13204"/>
                  </a:cubicBezTo>
                  <a:cubicBezTo>
                    <a:pt x="37" y="15002"/>
                    <a:pt x="1" y="16693"/>
                    <a:pt x="120" y="18074"/>
                  </a:cubicBezTo>
                  <a:cubicBezTo>
                    <a:pt x="668" y="24063"/>
                    <a:pt x="9788" y="110526"/>
                    <a:pt x="9788" y="110526"/>
                  </a:cubicBezTo>
                  <a:cubicBezTo>
                    <a:pt x="9788" y="110526"/>
                    <a:pt x="12328" y="110769"/>
                    <a:pt x="14550" y="110769"/>
                  </a:cubicBezTo>
                  <a:cubicBezTo>
                    <a:pt x="15662" y="110769"/>
                    <a:pt x="16693" y="110708"/>
                    <a:pt x="17289" y="110526"/>
                  </a:cubicBezTo>
                  <a:lnTo>
                    <a:pt x="17551" y="28147"/>
                  </a:lnTo>
                  <a:lnTo>
                    <a:pt x="24492" y="110133"/>
                  </a:lnTo>
                  <a:lnTo>
                    <a:pt x="31029" y="110133"/>
                  </a:lnTo>
                  <a:lnTo>
                    <a:pt x="34577" y="58377"/>
                  </a:lnTo>
                  <a:cubicBezTo>
                    <a:pt x="34577" y="58377"/>
                    <a:pt x="40018" y="4537"/>
                    <a:pt x="328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5347;p117">
              <a:extLst>
                <a:ext uri="{FF2B5EF4-FFF2-40B4-BE49-F238E27FC236}">
                  <a16:creationId xmlns:a16="http://schemas.microsoft.com/office/drawing/2014/main" id="{CFBA5D58-7469-024F-DFF2-BAD9753BFFDD}"/>
                </a:ext>
              </a:extLst>
            </p:cNvPr>
            <p:cNvSpPr/>
            <p:nvPr/>
          </p:nvSpPr>
          <p:spPr>
            <a:xfrm>
              <a:off x="2949350" y="1305625"/>
              <a:ext cx="925550" cy="1216925"/>
            </a:xfrm>
            <a:custGeom>
              <a:avLst/>
              <a:gdLst/>
              <a:ahLst/>
              <a:cxnLst/>
              <a:rect l="l" t="t" r="r" b="b"/>
              <a:pathLst>
                <a:path w="37022" h="48677" extrusionOk="0">
                  <a:moveTo>
                    <a:pt x="31140" y="1"/>
                  </a:moveTo>
                  <a:cubicBezTo>
                    <a:pt x="31108" y="1"/>
                    <a:pt x="31077" y="1"/>
                    <a:pt x="31045" y="1"/>
                  </a:cubicBezTo>
                  <a:cubicBezTo>
                    <a:pt x="28282" y="61"/>
                    <a:pt x="26092" y="2359"/>
                    <a:pt x="26151" y="5121"/>
                  </a:cubicBezTo>
                  <a:lnTo>
                    <a:pt x="26151" y="5264"/>
                  </a:lnTo>
                  <a:cubicBezTo>
                    <a:pt x="26246" y="9455"/>
                    <a:pt x="26377" y="13860"/>
                    <a:pt x="26318" y="18051"/>
                  </a:cubicBezTo>
                  <a:cubicBezTo>
                    <a:pt x="26294" y="20171"/>
                    <a:pt x="26211" y="22254"/>
                    <a:pt x="26056" y="24254"/>
                  </a:cubicBezTo>
                  <a:cubicBezTo>
                    <a:pt x="25865" y="26243"/>
                    <a:pt x="25615" y="28207"/>
                    <a:pt x="25163" y="29684"/>
                  </a:cubicBezTo>
                  <a:cubicBezTo>
                    <a:pt x="25056" y="30053"/>
                    <a:pt x="24937" y="30362"/>
                    <a:pt x="24830" y="30636"/>
                  </a:cubicBezTo>
                  <a:cubicBezTo>
                    <a:pt x="24722" y="30850"/>
                    <a:pt x="24651" y="31065"/>
                    <a:pt x="24472" y="31327"/>
                  </a:cubicBezTo>
                  <a:cubicBezTo>
                    <a:pt x="24139" y="31874"/>
                    <a:pt x="23568" y="32529"/>
                    <a:pt x="22913" y="33172"/>
                  </a:cubicBezTo>
                  <a:cubicBezTo>
                    <a:pt x="21591" y="34470"/>
                    <a:pt x="19984" y="35792"/>
                    <a:pt x="18293" y="37030"/>
                  </a:cubicBezTo>
                  <a:cubicBezTo>
                    <a:pt x="14900" y="39566"/>
                    <a:pt x="11173" y="41971"/>
                    <a:pt x="7518" y="44435"/>
                  </a:cubicBezTo>
                  <a:lnTo>
                    <a:pt x="7446" y="44483"/>
                  </a:lnTo>
                  <a:cubicBezTo>
                    <a:pt x="7423" y="44495"/>
                    <a:pt x="7399" y="44531"/>
                    <a:pt x="7375" y="44554"/>
                  </a:cubicBezTo>
                  <a:cubicBezTo>
                    <a:pt x="6863" y="44888"/>
                    <a:pt x="5482" y="45769"/>
                    <a:pt x="5089" y="45769"/>
                  </a:cubicBezTo>
                  <a:cubicBezTo>
                    <a:pt x="5073" y="45769"/>
                    <a:pt x="5056" y="45769"/>
                    <a:pt x="5038" y="45769"/>
                  </a:cubicBezTo>
                  <a:cubicBezTo>
                    <a:pt x="4220" y="45769"/>
                    <a:pt x="2285" y="46041"/>
                    <a:pt x="2005" y="46507"/>
                  </a:cubicBezTo>
                  <a:cubicBezTo>
                    <a:pt x="1720" y="46971"/>
                    <a:pt x="3636" y="47483"/>
                    <a:pt x="3636" y="47483"/>
                  </a:cubicBezTo>
                  <a:cubicBezTo>
                    <a:pt x="3636" y="47483"/>
                    <a:pt x="196" y="48067"/>
                    <a:pt x="65" y="48436"/>
                  </a:cubicBezTo>
                  <a:cubicBezTo>
                    <a:pt x="0" y="48619"/>
                    <a:pt x="1254" y="48676"/>
                    <a:pt x="2836" y="48676"/>
                  </a:cubicBezTo>
                  <a:cubicBezTo>
                    <a:pt x="5069" y="48676"/>
                    <a:pt x="7956" y="48561"/>
                    <a:pt x="8709" y="48519"/>
                  </a:cubicBezTo>
                  <a:cubicBezTo>
                    <a:pt x="8732" y="48519"/>
                    <a:pt x="8756" y="48507"/>
                    <a:pt x="8792" y="48507"/>
                  </a:cubicBezTo>
                  <a:cubicBezTo>
                    <a:pt x="8851" y="48507"/>
                    <a:pt x="8899" y="48507"/>
                    <a:pt x="8899" y="48495"/>
                  </a:cubicBezTo>
                  <a:cubicBezTo>
                    <a:pt x="8994" y="48484"/>
                    <a:pt x="9078" y="48484"/>
                    <a:pt x="9173" y="48460"/>
                  </a:cubicBezTo>
                  <a:cubicBezTo>
                    <a:pt x="13757" y="47436"/>
                    <a:pt x="18067" y="45936"/>
                    <a:pt x="22377" y="43912"/>
                  </a:cubicBezTo>
                  <a:cubicBezTo>
                    <a:pt x="24520" y="42864"/>
                    <a:pt x="26663" y="41745"/>
                    <a:pt x="28771" y="40173"/>
                  </a:cubicBezTo>
                  <a:cubicBezTo>
                    <a:pt x="29830" y="39375"/>
                    <a:pt x="30890" y="38506"/>
                    <a:pt x="31961" y="37304"/>
                  </a:cubicBezTo>
                  <a:cubicBezTo>
                    <a:pt x="32497" y="36708"/>
                    <a:pt x="33021" y="35970"/>
                    <a:pt x="33450" y="35208"/>
                  </a:cubicBezTo>
                  <a:cubicBezTo>
                    <a:pt x="33855" y="34482"/>
                    <a:pt x="34188" y="33779"/>
                    <a:pt x="34462" y="33089"/>
                  </a:cubicBezTo>
                  <a:cubicBezTo>
                    <a:pt x="35521" y="30362"/>
                    <a:pt x="36021" y="27886"/>
                    <a:pt x="36355" y="25445"/>
                  </a:cubicBezTo>
                  <a:cubicBezTo>
                    <a:pt x="36700" y="23004"/>
                    <a:pt x="36867" y="20623"/>
                    <a:pt x="36914" y="18266"/>
                  </a:cubicBezTo>
                  <a:cubicBezTo>
                    <a:pt x="37022" y="13539"/>
                    <a:pt x="36807" y="9003"/>
                    <a:pt x="36117" y="4288"/>
                  </a:cubicBezTo>
                  <a:cubicBezTo>
                    <a:pt x="35764" y="1854"/>
                    <a:pt x="33658" y="1"/>
                    <a:pt x="31140" y="1"/>
                  </a:cubicBezTo>
                  <a:close/>
                </a:path>
              </a:pathLst>
            </a:custGeom>
            <a:solidFill>
              <a:srgbClr val="FF9E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5348;p117">
              <a:extLst>
                <a:ext uri="{FF2B5EF4-FFF2-40B4-BE49-F238E27FC236}">
                  <a16:creationId xmlns:a16="http://schemas.microsoft.com/office/drawing/2014/main" id="{BD2728C7-986E-CD15-8A44-FB6CB44A74FF}"/>
                </a:ext>
              </a:extLst>
            </p:cNvPr>
            <p:cNvSpPr/>
            <p:nvPr/>
          </p:nvSpPr>
          <p:spPr>
            <a:xfrm>
              <a:off x="3130725" y="1296000"/>
              <a:ext cx="783175" cy="1274550"/>
            </a:xfrm>
            <a:custGeom>
              <a:avLst/>
              <a:gdLst/>
              <a:ahLst/>
              <a:cxnLst/>
              <a:rect l="l" t="t" r="r" b="b"/>
              <a:pathLst>
                <a:path w="31327" h="50982" extrusionOk="0">
                  <a:moveTo>
                    <a:pt x="24211" y="0"/>
                  </a:moveTo>
                  <a:cubicBezTo>
                    <a:pt x="24039" y="0"/>
                    <a:pt x="23866" y="10"/>
                    <a:pt x="23694" y="29"/>
                  </a:cubicBezTo>
                  <a:cubicBezTo>
                    <a:pt x="21254" y="303"/>
                    <a:pt x="18432" y="2029"/>
                    <a:pt x="18348" y="6935"/>
                  </a:cubicBezTo>
                  <a:cubicBezTo>
                    <a:pt x="18253" y="11840"/>
                    <a:pt x="18801" y="20282"/>
                    <a:pt x="18253" y="23544"/>
                  </a:cubicBezTo>
                  <a:cubicBezTo>
                    <a:pt x="17706" y="26818"/>
                    <a:pt x="18884" y="32259"/>
                    <a:pt x="1" y="44154"/>
                  </a:cubicBezTo>
                  <a:cubicBezTo>
                    <a:pt x="1" y="44154"/>
                    <a:pt x="2275" y="49690"/>
                    <a:pt x="3632" y="50869"/>
                  </a:cubicBezTo>
                  <a:cubicBezTo>
                    <a:pt x="3719" y="50945"/>
                    <a:pt x="3874" y="50981"/>
                    <a:pt x="4088" y="50981"/>
                  </a:cubicBezTo>
                  <a:cubicBezTo>
                    <a:pt x="7233" y="50981"/>
                    <a:pt x="23234" y="43034"/>
                    <a:pt x="27147" y="34617"/>
                  </a:cubicBezTo>
                  <a:cubicBezTo>
                    <a:pt x="31326" y="25640"/>
                    <a:pt x="30148" y="10471"/>
                    <a:pt x="29421" y="5935"/>
                  </a:cubicBezTo>
                  <a:cubicBezTo>
                    <a:pt x="28746" y="1717"/>
                    <a:pt x="26496" y="0"/>
                    <a:pt x="24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5349;p117">
              <a:extLst>
                <a:ext uri="{FF2B5EF4-FFF2-40B4-BE49-F238E27FC236}">
                  <a16:creationId xmlns:a16="http://schemas.microsoft.com/office/drawing/2014/main" id="{CCE85543-DB30-3151-2F18-507EDD3B4FC3}"/>
                </a:ext>
              </a:extLst>
            </p:cNvPr>
            <p:cNvSpPr/>
            <p:nvPr/>
          </p:nvSpPr>
          <p:spPr>
            <a:xfrm>
              <a:off x="3860600" y="1062475"/>
              <a:ext cx="169375" cy="224450"/>
            </a:xfrm>
            <a:custGeom>
              <a:avLst/>
              <a:gdLst/>
              <a:ahLst/>
              <a:cxnLst/>
              <a:rect l="l" t="t" r="r" b="b"/>
              <a:pathLst>
                <a:path w="6775" h="8978" extrusionOk="0">
                  <a:moveTo>
                    <a:pt x="0" y="0"/>
                  </a:moveTo>
                  <a:lnTo>
                    <a:pt x="0" y="8977"/>
                  </a:lnTo>
                  <a:lnTo>
                    <a:pt x="6775" y="8977"/>
                  </a:lnTo>
                  <a:lnTo>
                    <a:pt x="6775" y="0"/>
                  </a:lnTo>
                  <a:close/>
                </a:path>
              </a:pathLst>
            </a:custGeom>
            <a:solidFill>
              <a:srgbClr val="FF9E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5350;p117">
              <a:extLst>
                <a:ext uri="{FF2B5EF4-FFF2-40B4-BE49-F238E27FC236}">
                  <a16:creationId xmlns:a16="http://schemas.microsoft.com/office/drawing/2014/main" id="{866C47EE-4716-D720-F286-BDD0BE640EDC}"/>
                </a:ext>
              </a:extLst>
            </p:cNvPr>
            <p:cNvSpPr/>
            <p:nvPr/>
          </p:nvSpPr>
          <p:spPr>
            <a:xfrm>
              <a:off x="3860600" y="1109500"/>
              <a:ext cx="141100" cy="71950"/>
            </a:xfrm>
            <a:custGeom>
              <a:avLst/>
              <a:gdLst/>
              <a:ahLst/>
              <a:cxnLst/>
              <a:rect l="l" t="t" r="r" b="b"/>
              <a:pathLst>
                <a:path w="5644" h="2878" extrusionOk="0">
                  <a:moveTo>
                    <a:pt x="0" y="0"/>
                  </a:moveTo>
                  <a:lnTo>
                    <a:pt x="0" y="2858"/>
                  </a:lnTo>
                  <a:cubicBezTo>
                    <a:pt x="0" y="2858"/>
                    <a:pt x="135" y="2877"/>
                    <a:pt x="376" y="2877"/>
                  </a:cubicBezTo>
                  <a:cubicBezTo>
                    <a:pt x="1243" y="2877"/>
                    <a:pt x="3480" y="2622"/>
                    <a:pt x="5644" y="2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57B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5351;p117">
              <a:extLst>
                <a:ext uri="{FF2B5EF4-FFF2-40B4-BE49-F238E27FC236}">
                  <a16:creationId xmlns:a16="http://schemas.microsoft.com/office/drawing/2014/main" id="{535D6208-583C-1A29-3D64-72678A996663}"/>
                </a:ext>
              </a:extLst>
            </p:cNvPr>
            <p:cNvSpPr/>
            <p:nvPr/>
          </p:nvSpPr>
          <p:spPr>
            <a:xfrm>
              <a:off x="3559650" y="1147475"/>
              <a:ext cx="802525" cy="1134375"/>
            </a:xfrm>
            <a:custGeom>
              <a:avLst/>
              <a:gdLst/>
              <a:ahLst/>
              <a:cxnLst/>
              <a:rect l="l" t="t" r="r" b="b"/>
              <a:pathLst>
                <a:path w="32101" h="45375" extrusionOk="0">
                  <a:moveTo>
                    <a:pt x="15874" y="1"/>
                  </a:moveTo>
                  <a:cubicBezTo>
                    <a:pt x="14188" y="1"/>
                    <a:pt x="12614" y="189"/>
                    <a:pt x="11919" y="291"/>
                  </a:cubicBezTo>
                  <a:cubicBezTo>
                    <a:pt x="11717" y="315"/>
                    <a:pt x="11586" y="505"/>
                    <a:pt x="11621" y="708"/>
                  </a:cubicBezTo>
                  <a:cubicBezTo>
                    <a:pt x="11740" y="1255"/>
                    <a:pt x="11907" y="2291"/>
                    <a:pt x="11621" y="2934"/>
                  </a:cubicBezTo>
                  <a:cubicBezTo>
                    <a:pt x="10716" y="4970"/>
                    <a:pt x="3632" y="6149"/>
                    <a:pt x="1823" y="8423"/>
                  </a:cubicBezTo>
                  <a:cubicBezTo>
                    <a:pt x="1" y="10697"/>
                    <a:pt x="596" y="44284"/>
                    <a:pt x="596" y="44284"/>
                  </a:cubicBezTo>
                  <a:cubicBezTo>
                    <a:pt x="6335" y="45102"/>
                    <a:pt x="11657" y="45375"/>
                    <a:pt x="16203" y="45375"/>
                  </a:cubicBezTo>
                  <a:cubicBezTo>
                    <a:pt x="25294" y="45375"/>
                    <a:pt x="31279" y="44284"/>
                    <a:pt x="31279" y="44284"/>
                  </a:cubicBezTo>
                  <a:cubicBezTo>
                    <a:pt x="32100" y="35212"/>
                    <a:pt x="30779" y="11780"/>
                    <a:pt x="29647" y="8197"/>
                  </a:cubicBezTo>
                  <a:cubicBezTo>
                    <a:pt x="28666" y="5088"/>
                    <a:pt x="26386" y="4882"/>
                    <a:pt x="25799" y="4882"/>
                  </a:cubicBezTo>
                  <a:cubicBezTo>
                    <a:pt x="25709" y="4882"/>
                    <a:pt x="25659" y="4887"/>
                    <a:pt x="25659" y="4887"/>
                  </a:cubicBezTo>
                  <a:cubicBezTo>
                    <a:pt x="23016" y="4744"/>
                    <a:pt x="19158" y="2803"/>
                    <a:pt x="19158" y="2803"/>
                  </a:cubicBezTo>
                  <a:cubicBezTo>
                    <a:pt x="19325" y="2160"/>
                    <a:pt x="19325" y="910"/>
                    <a:pt x="19253" y="565"/>
                  </a:cubicBezTo>
                  <a:cubicBezTo>
                    <a:pt x="19229" y="434"/>
                    <a:pt x="19134" y="327"/>
                    <a:pt x="18991" y="291"/>
                  </a:cubicBezTo>
                  <a:cubicBezTo>
                    <a:pt x="18036" y="75"/>
                    <a:pt x="16933" y="1"/>
                    <a:pt x="158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5352;p117">
              <a:extLst>
                <a:ext uri="{FF2B5EF4-FFF2-40B4-BE49-F238E27FC236}">
                  <a16:creationId xmlns:a16="http://schemas.microsoft.com/office/drawing/2014/main" id="{19253839-BCB1-3CB2-3AA2-624970D4CF4F}"/>
                </a:ext>
              </a:extLst>
            </p:cNvPr>
            <p:cNvSpPr/>
            <p:nvPr/>
          </p:nvSpPr>
          <p:spPr>
            <a:xfrm>
              <a:off x="3315875" y="1399100"/>
              <a:ext cx="328650" cy="497425"/>
            </a:xfrm>
            <a:custGeom>
              <a:avLst/>
              <a:gdLst/>
              <a:ahLst/>
              <a:cxnLst/>
              <a:rect l="l" t="t" r="r" b="b"/>
              <a:pathLst>
                <a:path w="13146" h="19897" extrusionOk="0">
                  <a:moveTo>
                    <a:pt x="7764" y="1"/>
                  </a:moveTo>
                  <a:lnTo>
                    <a:pt x="6823" y="251"/>
                  </a:lnTo>
                  <a:cubicBezTo>
                    <a:pt x="6430" y="346"/>
                    <a:pt x="6097" y="620"/>
                    <a:pt x="5930" y="1001"/>
                  </a:cubicBezTo>
                  <a:lnTo>
                    <a:pt x="4977" y="3108"/>
                  </a:lnTo>
                  <a:cubicBezTo>
                    <a:pt x="4930" y="3239"/>
                    <a:pt x="4977" y="3370"/>
                    <a:pt x="5097" y="3430"/>
                  </a:cubicBezTo>
                  <a:lnTo>
                    <a:pt x="1441" y="11550"/>
                  </a:lnTo>
                  <a:cubicBezTo>
                    <a:pt x="1411" y="11538"/>
                    <a:pt x="1378" y="11532"/>
                    <a:pt x="1346" y="11532"/>
                  </a:cubicBezTo>
                  <a:cubicBezTo>
                    <a:pt x="1254" y="11532"/>
                    <a:pt x="1164" y="11581"/>
                    <a:pt x="1120" y="11669"/>
                  </a:cubicBezTo>
                  <a:lnTo>
                    <a:pt x="167" y="13788"/>
                  </a:lnTo>
                  <a:cubicBezTo>
                    <a:pt x="1" y="14157"/>
                    <a:pt x="13" y="14598"/>
                    <a:pt x="203" y="14955"/>
                  </a:cubicBezTo>
                  <a:lnTo>
                    <a:pt x="1441" y="17384"/>
                  </a:lnTo>
                  <a:lnTo>
                    <a:pt x="763" y="18884"/>
                  </a:lnTo>
                  <a:lnTo>
                    <a:pt x="3001" y="19896"/>
                  </a:lnTo>
                  <a:lnTo>
                    <a:pt x="3680" y="18396"/>
                  </a:lnTo>
                  <a:lnTo>
                    <a:pt x="6323" y="17717"/>
                  </a:lnTo>
                  <a:cubicBezTo>
                    <a:pt x="6716" y="17610"/>
                    <a:pt x="7049" y="17336"/>
                    <a:pt x="7216" y="16955"/>
                  </a:cubicBezTo>
                  <a:lnTo>
                    <a:pt x="8168" y="14848"/>
                  </a:lnTo>
                  <a:cubicBezTo>
                    <a:pt x="8216" y="14729"/>
                    <a:pt x="8168" y="14586"/>
                    <a:pt x="8049" y="14527"/>
                  </a:cubicBezTo>
                  <a:lnTo>
                    <a:pt x="11704" y="6407"/>
                  </a:lnTo>
                  <a:cubicBezTo>
                    <a:pt x="11736" y="6422"/>
                    <a:pt x="11770" y="6430"/>
                    <a:pt x="11803" y="6430"/>
                  </a:cubicBezTo>
                  <a:cubicBezTo>
                    <a:pt x="11894" y="6430"/>
                    <a:pt x="11982" y="6375"/>
                    <a:pt x="12026" y="6287"/>
                  </a:cubicBezTo>
                  <a:lnTo>
                    <a:pt x="12978" y="4168"/>
                  </a:lnTo>
                  <a:cubicBezTo>
                    <a:pt x="13145" y="3799"/>
                    <a:pt x="13133" y="3370"/>
                    <a:pt x="12943" y="3001"/>
                  </a:cubicBezTo>
                  <a:lnTo>
                    <a:pt x="12502" y="2144"/>
                  </a:lnTo>
                  <a:lnTo>
                    <a:pt x="77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5353;p117">
              <a:extLst>
                <a:ext uri="{FF2B5EF4-FFF2-40B4-BE49-F238E27FC236}">
                  <a16:creationId xmlns:a16="http://schemas.microsoft.com/office/drawing/2014/main" id="{A76EE817-F60E-0814-E82A-FECBCD9B7C57}"/>
                </a:ext>
              </a:extLst>
            </p:cNvPr>
            <p:cNvSpPr/>
            <p:nvPr/>
          </p:nvSpPr>
          <p:spPr>
            <a:xfrm>
              <a:off x="3971325" y="1343150"/>
              <a:ext cx="285475" cy="509625"/>
            </a:xfrm>
            <a:custGeom>
              <a:avLst/>
              <a:gdLst/>
              <a:ahLst/>
              <a:cxnLst/>
              <a:rect l="l" t="t" r="r" b="b"/>
              <a:pathLst>
                <a:path w="11419" h="20385" extrusionOk="0">
                  <a:moveTo>
                    <a:pt x="7584" y="1"/>
                  </a:moveTo>
                  <a:lnTo>
                    <a:pt x="7144" y="1584"/>
                  </a:lnTo>
                  <a:lnTo>
                    <a:pt x="4632" y="2656"/>
                  </a:lnTo>
                  <a:cubicBezTo>
                    <a:pt x="4263" y="2810"/>
                    <a:pt x="3977" y="3144"/>
                    <a:pt x="3870" y="3537"/>
                  </a:cubicBezTo>
                  <a:lnTo>
                    <a:pt x="3239" y="5775"/>
                  </a:lnTo>
                  <a:cubicBezTo>
                    <a:pt x="3203" y="5894"/>
                    <a:pt x="3286" y="6025"/>
                    <a:pt x="3405" y="6061"/>
                  </a:cubicBezTo>
                  <a:lnTo>
                    <a:pt x="1024" y="14645"/>
                  </a:lnTo>
                  <a:cubicBezTo>
                    <a:pt x="1003" y="14640"/>
                    <a:pt x="983" y="14637"/>
                    <a:pt x="962" y="14637"/>
                  </a:cubicBezTo>
                  <a:cubicBezTo>
                    <a:pt x="854" y="14637"/>
                    <a:pt x="757" y="14712"/>
                    <a:pt x="726" y="14812"/>
                  </a:cubicBezTo>
                  <a:lnTo>
                    <a:pt x="107" y="17050"/>
                  </a:lnTo>
                  <a:cubicBezTo>
                    <a:pt x="0" y="17443"/>
                    <a:pt x="72" y="17872"/>
                    <a:pt x="310" y="18205"/>
                  </a:cubicBezTo>
                  <a:lnTo>
                    <a:pt x="881" y="18991"/>
                  </a:lnTo>
                  <a:lnTo>
                    <a:pt x="5894" y="20384"/>
                  </a:lnTo>
                  <a:lnTo>
                    <a:pt x="6787" y="20003"/>
                  </a:lnTo>
                  <a:cubicBezTo>
                    <a:pt x="7156" y="19836"/>
                    <a:pt x="7442" y="19515"/>
                    <a:pt x="7549" y="19122"/>
                  </a:cubicBezTo>
                  <a:lnTo>
                    <a:pt x="8168" y="16884"/>
                  </a:lnTo>
                  <a:cubicBezTo>
                    <a:pt x="8204" y="16753"/>
                    <a:pt x="8132" y="16622"/>
                    <a:pt x="8001" y="16586"/>
                  </a:cubicBezTo>
                  <a:lnTo>
                    <a:pt x="10394" y="8002"/>
                  </a:lnTo>
                  <a:cubicBezTo>
                    <a:pt x="10415" y="8008"/>
                    <a:pt x="10436" y="8011"/>
                    <a:pt x="10458" y="8011"/>
                  </a:cubicBezTo>
                  <a:cubicBezTo>
                    <a:pt x="10560" y="8011"/>
                    <a:pt x="10662" y="7943"/>
                    <a:pt x="10692" y="7835"/>
                  </a:cubicBezTo>
                  <a:lnTo>
                    <a:pt x="11311" y="5608"/>
                  </a:lnTo>
                  <a:cubicBezTo>
                    <a:pt x="11418" y="5204"/>
                    <a:pt x="11347" y="4787"/>
                    <a:pt x="11097" y="4454"/>
                  </a:cubicBezTo>
                  <a:lnTo>
                    <a:pt x="9501" y="2239"/>
                  </a:lnTo>
                  <a:lnTo>
                    <a:pt x="9942" y="655"/>
                  </a:lnTo>
                  <a:lnTo>
                    <a:pt x="75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5354;p117">
              <a:extLst>
                <a:ext uri="{FF2B5EF4-FFF2-40B4-BE49-F238E27FC236}">
                  <a16:creationId xmlns:a16="http://schemas.microsoft.com/office/drawing/2014/main" id="{5DC4646C-2046-54E4-F8CA-5598D49F1FC9}"/>
                </a:ext>
              </a:extLst>
            </p:cNvPr>
            <p:cNvSpPr/>
            <p:nvPr/>
          </p:nvSpPr>
          <p:spPr>
            <a:xfrm>
              <a:off x="3633175" y="1307125"/>
              <a:ext cx="193200" cy="502475"/>
            </a:xfrm>
            <a:custGeom>
              <a:avLst/>
              <a:gdLst/>
              <a:ahLst/>
              <a:cxnLst/>
              <a:rect l="l" t="t" r="r" b="b"/>
              <a:pathLst>
                <a:path w="7728" h="20099" extrusionOk="0">
                  <a:moveTo>
                    <a:pt x="2632" y="1"/>
                  </a:moveTo>
                  <a:lnTo>
                    <a:pt x="2632" y="1656"/>
                  </a:lnTo>
                  <a:lnTo>
                    <a:pt x="501" y="3358"/>
                  </a:lnTo>
                  <a:cubicBezTo>
                    <a:pt x="179" y="3609"/>
                    <a:pt x="1" y="4001"/>
                    <a:pt x="1" y="4406"/>
                  </a:cubicBezTo>
                  <a:lnTo>
                    <a:pt x="1" y="6728"/>
                  </a:lnTo>
                  <a:cubicBezTo>
                    <a:pt x="1" y="6859"/>
                    <a:pt x="108" y="6966"/>
                    <a:pt x="239" y="6966"/>
                  </a:cubicBezTo>
                  <a:lnTo>
                    <a:pt x="239" y="15884"/>
                  </a:lnTo>
                  <a:cubicBezTo>
                    <a:pt x="108" y="15884"/>
                    <a:pt x="1" y="15991"/>
                    <a:pt x="1" y="16122"/>
                  </a:cubicBezTo>
                  <a:lnTo>
                    <a:pt x="1" y="18444"/>
                  </a:lnTo>
                  <a:cubicBezTo>
                    <a:pt x="1" y="18848"/>
                    <a:pt x="179" y="19241"/>
                    <a:pt x="501" y="19491"/>
                  </a:cubicBezTo>
                  <a:lnTo>
                    <a:pt x="1263" y="20099"/>
                  </a:lnTo>
                  <a:lnTo>
                    <a:pt x="6466" y="20099"/>
                  </a:lnTo>
                  <a:lnTo>
                    <a:pt x="7216" y="19491"/>
                  </a:lnTo>
                  <a:cubicBezTo>
                    <a:pt x="7537" y="19241"/>
                    <a:pt x="7728" y="18848"/>
                    <a:pt x="7728" y="18444"/>
                  </a:cubicBezTo>
                  <a:lnTo>
                    <a:pt x="7728" y="16122"/>
                  </a:lnTo>
                  <a:cubicBezTo>
                    <a:pt x="7728" y="15991"/>
                    <a:pt x="7621" y="15884"/>
                    <a:pt x="7490" y="15884"/>
                  </a:cubicBezTo>
                  <a:lnTo>
                    <a:pt x="7490" y="6966"/>
                  </a:lnTo>
                  <a:cubicBezTo>
                    <a:pt x="7621" y="6966"/>
                    <a:pt x="7728" y="6859"/>
                    <a:pt x="7728" y="6728"/>
                  </a:cubicBezTo>
                  <a:lnTo>
                    <a:pt x="7728" y="4406"/>
                  </a:lnTo>
                  <a:cubicBezTo>
                    <a:pt x="7728" y="4001"/>
                    <a:pt x="7537" y="3609"/>
                    <a:pt x="7216" y="3358"/>
                  </a:cubicBezTo>
                  <a:lnTo>
                    <a:pt x="5085" y="1656"/>
                  </a:lnTo>
                  <a:lnTo>
                    <a:pt x="508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5355;p117">
              <a:extLst>
                <a:ext uri="{FF2B5EF4-FFF2-40B4-BE49-F238E27FC236}">
                  <a16:creationId xmlns:a16="http://schemas.microsoft.com/office/drawing/2014/main" id="{412DD3DB-468C-A6D9-33CE-33535D07016B}"/>
                </a:ext>
              </a:extLst>
            </p:cNvPr>
            <p:cNvSpPr/>
            <p:nvPr/>
          </p:nvSpPr>
          <p:spPr>
            <a:xfrm>
              <a:off x="2878625" y="1355350"/>
              <a:ext cx="331900" cy="495625"/>
            </a:xfrm>
            <a:custGeom>
              <a:avLst/>
              <a:gdLst/>
              <a:ahLst/>
              <a:cxnLst/>
              <a:rect l="l" t="t" r="r" b="b"/>
              <a:pathLst>
                <a:path w="13276" h="19825" extrusionOk="0">
                  <a:moveTo>
                    <a:pt x="2917" y="1"/>
                  </a:moveTo>
                  <a:lnTo>
                    <a:pt x="691" y="1037"/>
                  </a:lnTo>
                  <a:lnTo>
                    <a:pt x="1393" y="2525"/>
                  </a:lnTo>
                  <a:lnTo>
                    <a:pt x="179" y="4966"/>
                  </a:lnTo>
                  <a:cubicBezTo>
                    <a:pt x="0" y="5335"/>
                    <a:pt x="0" y="5763"/>
                    <a:pt x="167" y="6144"/>
                  </a:cubicBezTo>
                  <a:lnTo>
                    <a:pt x="1155" y="8240"/>
                  </a:lnTo>
                  <a:cubicBezTo>
                    <a:pt x="1190" y="8327"/>
                    <a:pt x="1276" y="8382"/>
                    <a:pt x="1366" y="8382"/>
                  </a:cubicBezTo>
                  <a:cubicBezTo>
                    <a:pt x="1399" y="8382"/>
                    <a:pt x="1433" y="8375"/>
                    <a:pt x="1465" y="8359"/>
                  </a:cubicBezTo>
                  <a:lnTo>
                    <a:pt x="5239" y="16431"/>
                  </a:lnTo>
                  <a:cubicBezTo>
                    <a:pt x="5120" y="16491"/>
                    <a:pt x="5072" y="16634"/>
                    <a:pt x="5120" y="16753"/>
                  </a:cubicBezTo>
                  <a:lnTo>
                    <a:pt x="6108" y="18848"/>
                  </a:lnTo>
                  <a:cubicBezTo>
                    <a:pt x="6275" y="19217"/>
                    <a:pt x="6608" y="19491"/>
                    <a:pt x="7013" y="19586"/>
                  </a:cubicBezTo>
                  <a:lnTo>
                    <a:pt x="7954" y="19825"/>
                  </a:lnTo>
                  <a:lnTo>
                    <a:pt x="12669" y="17622"/>
                  </a:lnTo>
                  <a:lnTo>
                    <a:pt x="13097" y="16753"/>
                  </a:lnTo>
                  <a:cubicBezTo>
                    <a:pt x="13276" y="16384"/>
                    <a:pt x="13276" y="15955"/>
                    <a:pt x="13109" y="15586"/>
                  </a:cubicBezTo>
                  <a:lnTo>
                    <a:pt x="12121" y="13479"/>
                  </a:lnTo>
                  <a:cubicBezTo>
                    <a:pt x="12077" y="13390"/>
                    <a:pt x="11993" y="13341"/>
                    <a:pt x="11905" y="13341"/>
                  </a:cubicBezTo>
                  <a:cubicBezTo>
                    <a:pt x="11874" y="13341"/>
                    <a:pt x="11842" y="13347"/>
                    <a:pt x="11811" y="13360"/>
                  </a:cubicBezTo>
                  <a:lnTo>
                    <a:pt x="8037" y="5287"/>
                  </a:lnTo>
                  <a:cubicBezTo>
                    <a:pt x="8156" y="5239"/>
                    <a:pt x="8204" y="5097"/>
                    <a:pt x="8156" y="4978"/>
                  </a:cubicBezTo>
                  <a:lnTo>
                    <a:pt x="7168" y="2870"/>
                  </a:lnTo>
                  <a:cubicBezTo>
                    <a:pt x="7001" y="2501"/>
                    <a:pt x="6668" y="2227"/>
                    <a:pt x="6263" y="2132"/>
                  </a:cubicBezTo>
                  <a:lnTo>
                    <a:pt x="3608" y="1489"/>
                  </a:lnTo>
                  <a:lnTo>
                    <a:pt x="29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5356;p117">
              <a:extLst>
                <a:ext uri="{FF2B5EF4-FFF2-40B4-BE49-F238E27FC236}">
                  <a16:creationId xmlns:a16="http://schemas.microsoft.com/office/drawing/2014/main" id="{9FB7B9A9-E8DD-1FC7-6AE9-F22D9FFB9134}"/>
                </a:ext>
              </a:extLst>
            </p:cNvPr>
            <p:cNvSpPr/>
            <p:nvPr/>
          </p:nvSpPr>
          <p:spPr>
            <a:xfrm>
              <a:off x="2875050" y="1317250"/>
              <a:ext cx="91700" cy="89325"/>
            </a:xfrm>
            <a:custGeom>
              <a:avLst/>
              <a:gdLst/>
              <a:ahLst/>
              <a:cxnLst/>
              <a:rect l="l" t="t" r="r" b="b"/>
              <a:pathLst>
                <a:path w="3668" h="3573" extrusionOk="0">
                  <a:moveTo>
                    <a:pt x="2548" y="1"/>
                  </a:moveTo>
                  <a:lnTo>
                    <a:pt x="0" y="1191"/>
                  </a:lnTo>
                  <a:lnTo>
                    <a:pt x="1108" y="3573"/>
                  </a:lnTo>
                  <a:lnTo>
                    <a:pt x="3668" y="2382"/>
                  </a:lnTo>
                  <a:lnTo>
                    <a:pt x="25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5357;p117">
              <a:extLst>
                <a:ext uri="{FF2B5EF4-FFF2-40B4-BE49-F238E27FC236}">
                  <a16:creationId xmlns:a16="http://schemas.microsoft.com/office/drawing/2014/main" id="{A074ADF0-B781-421D-9259-C4B460F73DAC}"/>
                </a:ext>
              </a:extLst>
            </p:cNvPr>
            <p:cNvSpPr/>
            <p:nvPr/>
          </p:nvSpPr>
          <p:spPr>
            <a:xfrm>
              <a:off x="3819525" y="1414000"/>
              <a:ext cx="193200" cy="502175"/>
            </a:xfrm>
            <a:custGeom>
              <a:avLst/>
              <a:gdLst/>
              <a:ahLst/>
              <a:cxnLst/>
              <a:rect l="l" t="t" r="r" b="b"/>
              <a:pathLst>
                <a:path w="7728" h="20087" extrusionOk="0">
                  <a:moveTo>
                    <a:pt x="2643" y="0"/>
                  </a:moveTo>
                  <a:lnTo>
                    <a:pt x="2643" y="1643"/>
                  </a:lnTo>
                  <a:lnTo>
                    <a:pt x="512" y="3346"/>
                  </a:lnTo>
                  <a:cubicBezTo>
                    <a:pt x="191" y="3608"/>
                    <a:pt x="0" y="3989"/>
                    <a:pt x="0" y="4406"/>
                  </a:cubicBezTo>
                  <a:lnTo>
                    <a:pt x="0" y="6727"/>
                  </a:lnTo>
                  <a:cubicBezTo>
                    <a:pt x="0" y="6858"/>
                    <a:pt x="107" y="6965"/>
                    <a:pt x="238" y="6965"/>
                  </a:cubicBezTo>
                  <a:lnTo>
                    <a:pt x="238" y="15871"/>
                  </a:lnTo>
                  <a:cubicBezTo>
                    <a:pt x="107" y="15871"/>
                    <a:pt x="0" y="15978"/>
                    <a:pt x="0" y="16109"/>
                  </a:cubicBezTo>
                  <a:lnTo>
                    <a:pt x="0" y="18431"/>
                  </a:lnTo>
                  <a:cubicBezTo>
                    <a:pt x="0" y="18836"/>
                    <a:pt x="191" y="19229"/>
                    <a:pt x="512" y="19479"/>
                  </a:cubicBezTo>
                  <a:lnTo>
                    <a:pt x="1262" y="20086"/>
                  </a:lnTo>
                  <a:lnTo>
                    <a:pt x="6465" y="20086"/>
                  </a:lnTo>
                  <a:lnTo>
                    <a:pt x="7227" y="19479"/>
                  </a:lnTo>
                  <a:cubicBezTo>
                    <a:pt x="7537" y="19229"/>
                    <a:pt x="7727" y="18836"/>
                    <a:pt x="7727" y="18431"/>
                  </a:cubicBezTo>
                  <a:lnTo>
                    <a:pt x="7727" y="16109"/>
                  </a:lnTo>
                  <a:cubicBezTo>
                    <a:pt x="7727" y="15978"/>
                    <a:pt x="7620" y="15871"/>
                    <a:pt x="7489" y="15871"/>
                  </a:cubicBezTo>
                  <a:lnTo>
                    <a:pt x="7489" y="6965"/>
                  </a:lnTo>
                  <a:cubicBezTo>
                    <a:pt x="7620" y="6965"/>
                    <a:pt x="7727" y="6858"/>
                    <a:pt x="7727" y="6727"/>
                  </a:cubicBezTo>
                  <a:lnTo>
                    <a:pt x="7727" y="4406"/>
                  </a:lnTo>
                  <a:cubicBezTo>
                    <a:pt x="7727" y="3989"/>
                    <a:pt x="7537" y="3608"/>
                    <a:pt x="7215" y="3346"/>
                  </a:cubicBezTo>
                  <a:lnTo>
                    <a:pt x="5096" y="1643"/>
                  </a:lnTo>
                  <a:lnTo>
                    <a:pt x="50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5358;p117">
              <a:extLst>
                <a:ext uri="{FF2B5EF4-FFF2-40B4-BE49-F238E27FC236}">
                  <a16:creationId xmlns:a16="http://schemas.microsoft.com/office/drawing/2014/main" id="{7DA364A7-F6C2-0AF1-9F8E-BAA2173FEEE1}"/>
                </a:ext>
              </a:extLst>
            </p:cNvPr>
            <p:cNvSpPr/>
            <p:nvPr/>
          </p:nvSpPr>
          <p:spPr>
            <a:xfrm>
              <a:off x="3881125" y="1373800"/>
              <a:ext cx="70275" cy="66125"/>
            </a:xfrm>
            <a:custGeom>
              <a:avLst/>
              <a:gdLst/>
              <a:ahLst/>
              <a:cxnLst/>
              <a:rect l="l" t="t" r="r" b="b"/>
              <a:pathLst>
                <a:path w="2811" h="2645" extrusionOk="0">
                  <a:moveTo>
                    <a:pt x="1" y="1"/>
                  </a:moveTo>
                  <a:lnTo>
                    <a:pt x="1" y="2644"/>
                  </a:lnTo>
                  <a:lnTo>
                    <a:pt x="2810" y="2644"/>
                  </a:lnTo>
                  <a:lnTo>
                    <a:pt x="28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5359;p117">
              <a:extLst>
                <a:ext uri="{FF2B5EF4-FFF2-40B4-BE49-F238E27FC236}">
                  <a16:creationId xmlns:a16="http://schemas.microsoft.com/office/drawing/2014/main" id="{47B515A4-4561-D84A-0F80-A11CD05234A6}"/>
                </a:ext>
              </a:extLst>
            </p:cNvPr>
            <p:cNvSpPr/>
            <p:nvPr/>
          </p:nvSpPr>
          <p:spPr>
            <a:xfrm>
              <a:off x="3193250" y="1361600"/>
              <a:ext cx="193200" cy="502475"/>
            </a:xfrm>
            <a:custGeom>
              <a:avLst/>
              <a:gdLst/>
              <a:ahLst/>
              <a:cxnLst/>
              <a:rect l="l" t="t" r="r" b="b"/>
              <a:pathLst>
                <a:path w="7728" h="20099" extrusionOk="0">
                  <a:moveTo>
                    <a:pt x="2632" y="1"/>
                  </a:moveTo>
                  <a:lnTo>
                    <a:pt x="2632" y="1656"/>
                  </a:lnTo>
                  <a:lnTo>
                    <a:pt x="500" y="3358"/>
                  </a:lnTo>
                  <a:cubicBezTo>
                    <a:pt x="179" y="3608"/>
                    <a:pt x="0" y="4001"/>
                    <a:pt x="0" y="4406"/>
                  </a:cubicBezTo>
                  <a:lnTo>
                    <a:pt x="0" y="6728"/>
                  </a:lnTo>
                  <a:cubicBezTo>
                    <a:pt x="0" y="6859"/>
                    <a:pt x="107" y="6966"/>
                    <a:pt x="238" y="6966"/>
                  </a:cubicBezTo>
                  <a:lnTo>
                    <a:pt x="238" y="15884"/>
                  </a:lnTo>
                  <a:cubicBezTo>
                    <a:pt x="107" y="15884"/>
                    <a:pt x="0" y="15991"/>
                    <a:pt x="0" y="16122"/>
                  </a:cubicBezTo>
                  <a:lnTo>
                    <a:pt x="0" y="18444"/>
                  </a:lnTo>
                  <a:cubicBezTo>
                    <a:pt x="0" y="18848"/>
                    <a:pt x="179" y="19241"/>
                    <a:pt x="500" y="19491"/>
                  </a:cubicBezTo>
                  <a:lnTo>
                    <a:pt x="1262" y="20098"/>
                  </a:lnTo>
                  <a:lnTo>
                    <a:pt x="6453" y="20098"/>
                  </a:lnTo>
                  <a:lnTo>
                    <a:pt x="7215" y="19491"/>
                  </a:lnTo>
                  <a:cubicBezTo>
                    <a:pt x="7537" y="19241"/>
                    <a:pt x="7716" y="18848"/>
                    <a:pt x="7716" y="18444"/>
                  </a:cubicBezTo>
                  <a:lnTo>
                    <a:pt x="7716" y="16122"/>
                  </a:lnTo>
                  <a:cubicBezTo>
                    <a:pt x="7716" y="15991"/>
                    <a:pt x="7620" y="15884"/>
                    <a:pt x="7477" y="15884"/>
                  </a:cubicBezTo>
                  <a:lnTo>
                    <a:pt x="7477" y="6966"/>
                  </a:lnTo>
                  <a:cubicBezTo>
                    <a:pt x="7620" y="6966"/>
                    <a:pt x="7727" y="6859"/>
                    <a:pt x="7727" y="6728"/>
                  </a:cubicBezTo>
                  <a:lnTo>
                    <a:pt x="7727" y="4406"/>
                  </a:lnTo>
                  <a:cubicBezTo>
                    <a:pt x="7727" y="4001"/>
                    <a:pt x="7537" y="3608"/>
                    <a:pt x="7215" y="3358"/>
                  </a:cubicBezTo>
                  <a:lnTo>
                    <a:pt x="5084" y="1656"/>
                  </a:lnTo>
                  <a:lnTo>
                    <a:pt x="50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5360;p117">
              <a:extLst>
                <a:ext uri="{FF2B5EF4-FFF2-40B4-BE49-F238E27FC236}">
                  <a16:creationId xmlns:a16="http://schemas.microsoft.com/office/drawing/2014/main" id="{DF5F5C3D-050E-93AA-4B10-D7E24F51EF88}"/>
                </a:ext>
              </a:extLst>
            </p:cNvPr>
            <p:cNvSpPr/>
            <p:nvPr/>
          </p:nvSpPr>
          <p:spPr>
            <a:xfrm>
              <a:off x="3254550" y="1321725"/>
              <a:ext cx="70275" cy="65800"/>
            </a:xfrm>
            <a:custGeom>
              <a:avLst/>
              <a:gdLst/>
              <a:ahLst/>
              <a:cxnLst/>
              <a:rect l="l" t="t" r="r" b="b"/>
              <a:pathLst>
                <a:path w="2811" h="2632" extrusionOk="0">
                  <a:moveTo>
                    <a:pt x="1" y="0"/>
                  </a:moveTo>
                  <a:lnTo>
                    <a:pt x="1" y="2632"/>
                  </a:lnTo>
                  <a:lnTo>
                    <a:pt x="2811" y="2632"/>
                  </a:lnTo>
                  <a:lnTo>
                    <a:pt x="28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5361;p117">
              <a:extLst>
                <a:ext uri="{FF2B5EF4-FFF2-40B4-BE49-F238E27FC236}">
                  <a16:creationId xmlns:a16="http://schemas.microsoft.com/office/drawing/2014/main" id="{B4A9A074-C11E-D166-849F-BFAAB00EC635}"/>
                </a:ext>
              </a:extLst>
            </p:cNvPr>
            <p:cNvSpPr/>
            <p:nvPr/>
          </p:nvSpPr>
          <p:spPr>
            <a:xfrm>
              <a:off x="2950950" y="1767600"/>
              <a:ext cx="1246325" cy="730775"/>
            </a:xfrm>
            <a:custGeom>
              <a:avLst/>
              <a:gdLst/>
              <a:ahLst/>
              <a:cxnLst/>
              <a:rect l="l" t="t" r="r" b="b"/>
              <a:pathLst>
                <a:path w="49853" h="29231" extrusionOk="0">
                  <a:moveTo>
                    <a:pt x="1" y="1"/>
                  </a:moveTo>
                  <a:lnTo>
                    <a:pt x="155" y="2323"/>
                  </a:lnTo>
                  <a:lnTo>
                    <a:pt x="608" y="9312"/>
                  </a:lnTo>
                  <a:lnTo>
                    <a:pt x="1203" y="18384"/>
                  </a:lnTo>
                  <a:lnTo>
                    <a:pt x="1656" y="25373"/>
                  </a:lnTo>
                  <a:lnTo>
                    <a:pt x="1846" y="28266"/>
                  </a:lnTo>
                  <a:cubicBezTo>
                    <a:pt x="1882" y="28814"/>
                    <a:pt x="2334" y="29231"/>
                    <a:pt x="2870" y="29231"/>
                  </a:cubicBezTo>
                  <a:lnTo>
                    <a:pt x="46971" y="29231"/>
                  </a:lnTo>
                  <a:cubicBezTo>
                    <a:pt x="47518" y="29231"/>
                    <a:pt x="47971" y="28814"/>
                    <a:pt x="48007" y="28266"/>
                  </a:cubicBezTo>
                  <a:lnTo>
                    <a:pt x="48399" y="22277"/>
                  </a:lnTo>
                  <a:lnTo>
                    <a:pt x="49007" y="12895"/>
                  </a:lnTo>
                  <a:lnTo>
                    <a:pt x="49483" y="5656"/>
                  </a:lnTo>
                  <a:lnTo>
                    <a:pt x="498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5362;p117">
              <a:extLst>
                <a:ext uri="{FF2B5EF4-FFF2-40B4-BE49-F238E27FC236}">
                  <a16:creationId xmlns:a16="http://schemas.microsoft.com/office/drawing/2014/main" id="{26C66E1F-BFFA-A1DD-8DF5-FF3807706BF2}"/>
                </a:ext>
              </a:extLst>
            </p:cNvPr>
            <p:cNvSpPr/>
            <p:nvPr/>
          </p:nvSpPr>
          <p:spPr>
            <a:xfrm>
              <a:off x="3450725" y="1927750"/>
              <a:ext cx="258075" cy="142600"/>
            </a:xfrm>
            <a:custGeom>
              <a:avLst/>
              <a:gdLst/>
              <a:ahLst/>
              <a:cxnLst/>
              <a:rect l="l" t="t" r="r" b="b"/>
              <a:pathLst>
                <a:path w="10323" h="5704" extrusionOk="0">
                  <a:moveTo>
                    <a:pt x="3048" y="0"/>
                  </a:moveTo>
                  <a:cubicBezTo>
                    <a:pt x="2524" y="0"/>
                    <a:pt x="2024" y="274"/>
                    <a:pt x="1762" y="739"/>
                  </a:cubicBezTo>
                  <a:lnTo>
                    <a:pt x="0" y="3787"/>
                  </a:lnTo>
                  <a:lnTo>
                    <a:pt x="3334" y="5703"/>
                  </a:lnTo>
                  <a:lnTo>
                    <a:pt x="5025" y="2751"/>
                  </a:lnTo>
                  <a:lnTo>
                    <a:pt x="5834" y="4144"/>
                  </a:lnTo>
                  <a:lnTo>
                    <a:pt x="4739" y="4822"/>
                  </a:lnTo>
                  <a:lnTo>
                    <a:pt x="8906" y="5632"/>
                  </a:lnTo>
                  <a:lnTo>
                    <a:pt x="10323" y="1560"/>
                  </a:lnTo>
                  <a:lnTo>
                    <a:pt x="9144" y="2263"/>
                  </a:lnTo>
                  <a:lnTo>
                    <a:pt x="8299" y="798"/>
                  </a:lnTo>
                  <a:cubicBezTo>
                    <a:pt x="8049" y="346"/>
                    <a:pt x="7573" y="72"/>
                    <a:pt x="7061" y="60"/>
                  </a:cubicBezTo>
                  <a:lnTo>
                    <a:pt x="30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5363;p117">
              <a:extLst>
                <a:ext uri="{FF2B5EF4-FFF2-40B4-BE49-F238E27FC236}">
                  <a16:creationId xmlns:a16="http://schemas.microsoft.com/office/drawing/2014/main" id="{794FE9F3-DB43-6232-20F9-585C53480EFF}"/>
                </a:ext>
              </a:extLst>
            </p:cNvPr>
            <p:cNvSpPr/>
            <p:nvPr/>
          </p:nvSpPr>
          <p:spPr>
            <a:xfrm>
              <a:off x="3372125" y="2066450"/>
              <a:ext cx="183700" cy="216425"/>
            </a:xfrm>
            <a:custGeom>
              <a:avLst/>
              <a:gdLst/>
              <a:ahLst/>
              <a:cxnLst/>
              <a:rect l="l" t="t" r="r" b="b"/>
              <a:pathLst>
                <a:path w="7348" h="8657" extrusionOk="0">
                  <a:moveTo>
                    <a:pt x="4216" y="1"/>
                  </a:moveTo>
                  <a:lnTo>
                    <a:pt x="1" y="953"/>
                  </a:lnTo>
                  <a:lnTo>
                    <a:pt x="1227" y="1572"/>
                  </a:lnTo>
                  <a:lnTo>
                    <a:pt x="430" y="3073"/>
                  </a:lnTo>
                  <a:cubicBezTo>
                    <a:pt x="180" y="3525"/>
                    <a:pt x="191" y="4073"/>
                    <a:pt x="453" y="4513"/>
                  </a:cubicBezTo>
                  <a:lnTo>
                    <a:pt x="2513" y="7942"/>
                  </a:lnTo>
                  <a:cubicBezTo>
                    <a:pt x="2781" y="8396"/>
                    <a:pt x="3265" y="8657"/>
                    <a:pt x="3788" y="8657"/>
                  </a:cubicBezTo>
                  <a:cubicBezTo>
                    <a:pt x="3799" y="8657"/>
                    <a:pt x="3811" y="8657"/>
                    <a:pt x="3823" y="8657"/>
                  </a:cubicBezTo>
                  <a:lnTo>
                    <a:pt x="7347" y="8537"/>
                  </a:lnTo>
                  <a:lnTo>
                    <a:pt x="7216" y="4704"/>
                  </a:lnTo>
                  <a:lnTo>
                    <a:pt x="3811" y="4823"/>
                  </a:lnTo>
                  <a:lnTo>
                    <a:pt x="4573" y="3394"/>
                  </a:lnTo>
                  <a:lnTo>
                    <a:pt x="5716" y="3977"/>
                  </a:lnTo>
                  <a:lnTo>
                    <a:pt x="5716" y="3977"/>
                  </a:lnTo>
                  <a:lnTo>
                    <a:pt x="42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5364;p117">
              <a:extLst>
                <a:ext uri="{FF2B5EF4-FFF2-40B4-BE49-F238E27FC236}">
                  <a16:creationId xmlns:a16="http://schemas.microsoft.com/office/drawing/2014/main" id="{ED3C9BE6-F91A-5103-81E8-25426530B1C1}"/>
                </a:ext>
              </a:extLst>
            </p:cNvPr>
            <p:cNvSpPr/>
            <p:nvPr/>
          </p:nvSpPr>
          <p:spPr>
            <a:xfrm>
              <a:off x="3576025" y="2065850"/>
              <a:ext cx="201550" cy="251550"/>
            </a:xfrm>
            <a:custGeom>
              <a:avLst/>
              <a:gdLst/>
              <a:ahLst/>
              <a:cxnLst/>
              <a:rect l="l" t="t" r="r" b="b"/>
              <a:pathLst>
                <a:path w="8062" h="10062" extrusionOk="0">
                  <a:moveTo>
                    <a:pt x="6013" y="1"/>
                  </a:moveTo>
                  <a:lnTo>
                    <a:pt x="2715" y="1942"/>
                  </a:lnTo>
                  <a:lnTo>
                    <a:pt x="4418" y="4882"/>
                  </a:lnTo>
                  <a:lnTo>
                    <a:pt x="2811" y="4882"/>
                  </a:lnTo>
                  <a:lnTo>
                    <a:pt x="2775" y="3597"/>
                  </a:lnTo>
                  <a:lnTo>
                    <a:pt x="1" y="6811"/>
                  </a:lnTo>
                  <a:lnTo>
                    <a:pt x="2834" y="10062"/>
                  </a:lnTo>
                  <a:lnTo>
                    <a:pt x="2799" y="8692"/>
                  </a:lnTo>
                  <a:lnTo>
                    <a:pt x="4489" y="8692"/>
                  </a:lnTo>
                  <a:cubicBezTo>
                    <a:pt x="5013" y="8692"/>
                    <a:pt x="5489" y="8419"/>
                    <a:pt x="5751" y="7978"/>
                  </a:cubicBezTo>
                  <a:lnTo>
                    <a:pt x="7787" y="4537"/>
                  </a:lnTo>
                  <a:cubicBezTo>
                    <a:pt x="8061" y="4073"/>
                    <a:pt x="8061" y="3513"/>
                    <a:pt x="7799" y="3049"/>
                  </a:cubicBezTo>
                  <a:lnTo>
                    <a:pt x="60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5365;p117">
              <a:extLst>
                <a:ext uri="{FF2B5EF4-FFF2-40B4-BE49-F238E27FC236}">
                  <a16:creationId xmlns:a16="http://schemas.microsoft.com/office/drawing/2014/main" id="{B3E17CED-CD43-86BC-F001-4C3817B515F2}"/>
                </a:ext>
              </a:extLst>
            </p:cNvPr>
            <p:cNvSpPr/>
            <p:nvPr/>
          </p:nvSpPr>
          <p:spPr>
            <a:xfrm>
              <a:off x="3055425" y="1763150"/>
              <a:ext cx="240825" cy="734925"/>
            </a:xfrm>
            <a:custGeom>
              <a:avLst/>
              <a:gdLst/>
              <a:ahLst/>
              <a:cxnLst/>
              <a:rect l="l" t="t" r="r" b="b"/>
              <a:pathLst>
                <a:path w="9633" h="29397" extrusionOk="0">
                  <a:moveTo>
                    <a:pt x="1834" y="0"/>
                  </a:moveTo>
                  <a:lnTo>
                    <a:pt x="1" y="29397"/>
                  </a:lnTo>
                  <a:lnTo>
                    <a:pt x="9633" y="29397"/>
                  </a:lnTo>
                  <a:lnTo>
                    <a:pt x="77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5366;p117">
              <a:extLst>
                <a:ext uri="{FF2B5EF4-FFF2-40B4-BE49-F238E27FC236}">
                  <a16:creationId xmlns:a16="http://schemas.microsoft.com/office/drawing/2014/main" id="{C5CCEFA5-56D1-4ACD-B7BF-FB9975802467}"/>
                </a:ext>
              </a:extLst>
            </p:cNvPr>
            <p:cNvSpPr/>
            <p:nvPr/>
          </p:nvSpPr>
          <p:spPr>
            <a:xfrm>
              <a:off x="3055425" y="1763150"/>
              <a:ext cx="240825" cy="734625"/>
            </a:xfrm>
            <a:custGeom>
              <a:avLst/>
              <a:gdLst/>
              <a:ahLst/>
              <a:cxnLst/>
              <a:rect l="l" t="t" r="r" b="b"/>
              <a:pathLst>
                <a:path w="9633" h="29385" extrusionOk="0">
                  <a:moveTo>
                    <a:pt x="1834" y="0"/>
                  </a:moveTo>
                  <a:lnTo>
                    <a:pt x="1" y="29385"/>
                  </a:lnTo>
                  <a:lnTo>
                    <a:pt x="679" y="29385"/>
                  </a:lnTo>
                  <a:lnTo>
                    <a:pt x="2060" y="4108"/>
                  </a:lnTo>
                  <a:cubicBezTo>
                    <a:pt x="2132" y="2632"/>
                    <a:pt x="3346" y="1477"/>
                    <a:pt x="4811" y="1477"/>
                  </a:cubicBezTo>
                  <a:cubicBezTo>
                    <a:pt x="6287" y="1477"/>
                    <a:pt x="7502" y="2632"/>
                    <a:pt x="7573" y="4108"/>
                  </a:cubicBezTo>
                  <a:lnTo>
                    <a:pt x="8954" y="29385"/>
                  </a:lnTo>
                  <a:lnTo>
                    <a:pt x="9633" y="29385"/>
                  </a:lnTo>
                  <a:lnTo>
                    <a:pt x="77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5367;p117">
              <a:extLst>
                <a:ext uri="{FF2B5EF4-FFF2-40B4-BE49-F238E27FC236}">
                  <a16:creationId xmlns:a16="http://schemas.microsoft.com/office/drawing/2014/main" id="{C64FC64C-33B0-4D69-9753-CF293C33A1A6}"/>
                </a:ext>
              </a:extLst>
            </p:cNvPr>
            <p:cNvSpPr/>
            <p:nvPr/>
          </p:nvSpPr>
          <p:spPr>
            <a:xfrm>
              <a:off x="3851950" y="1763150"/>
              <a:ext cx="240825" cy="734925"/>
            </a:xfrm>
            <a:custGeom>
              <a:avLst/>
              <a:gdLst/>
              <a:ahLst/>
              <a:cxnLst/>
              <a:rect l="l" t="t" r="r" b="b"/>
              <a:pathLst>
                <a:path w="9633" h="29397" extrusionOk="0">
                  <a:moveTo>
                    <a:pt x="1822" y="0"/>
                  </a:moveTo>
                  <a:lnTo>
                    <a:pt x="1" y="29397"/>
                  </a:lnTo>
                  <a:lnTo>
                    <a:pt x="9633" y="29397"/>
                  </a:lnTo>
                  <a:lnTo>
                    <a:pt x="77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5368;p117">
              <a:extLst>
                <a:ext uri="{FF2B5EF4-FFF2-40B4-BE49-F238E27FC236}">
                  <a16:creationId xmlns:a16="http://schemas.microsoft.com/office/drawing/2014/main" id="{1AED863B-4364-7E33-C424-3B93BF1BD0B4}"/>
                </a:ext>
              </a:extLst>
            </p:cNvPr>
            <p:cNvSpPr/>
            <p:nvPr/>
          </p:nvSpPr>
          <p:spPr>
            <a:xfrm>
              <a:off x="3851950" y="1763150"/>
              <a:ext cx="240825" cy="734625"/>
            </a:xfrm>
            <a:custGeom>
              <a:avLst/>
              <a:gdLst/>
              <a:ahLst/>
              <a:cxnLst/>
              <a:rect l="l" t="t" r="r" b="b"/>
              <a:pathLst>
                <a:path w="9633" h="29385" extrusionOk="0">
                  <a:moveTo>
                    <a:pt x="1822" y="0"/>
                  </a:moveTo>
                  <a:lnTo>
                    <a:pt x="1" y="29385"/>
                  </a:lnTo>
                  <a:lnTo>
                    <a:pt x="668" y="29385"/>
                  </a:lnTo>
                  <a:lnTo>
                    <a:pt x="2049" y="4108"/>
                  </a:lnTo>
                  <a:cubicBezTo>
                    <a:pt x="2132" y="2632"/>
                    <a:pt x="3346" y="1477"/>
                    <a:pt x="4811" y="1477"/>
                  </a:cubicBezTo>
                  <a:cubicBezTo>
                    <a:pt x="6287" y="1477"/>
                    <a:pt x="7490" y="2632"/>
                    <a:pt x="7573" y="4108"/>
                  </a:cubicBezTo>
                  <a:lnTo>
                    <a:pt x="8954" y="29385"/>
                  </a:lnTo>
                  <a:lnTo>
                    <a:pt x="9633" y="29385"/>
                  </a:lnTo>
                  <a:lnTo>
                    <a:pt x="77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5369;p117">
              <a:extLst>
                <a:ext uri="{FF2B5EF4-FFF2-40B4-BE49-F238E27FC236}">
                  <a16:creationId xmlns:a16="http://schemas.microsoft.com/office/drawing/2014/main" id="{CA3044EF-E702-C37D-3E50-7C6047D3194F}"/>
                </a:ext>
              </a:extLst>
            </p:cNvPr>
            <p:cNvSpPr/>
            <p:nvPr/>
          </p:nvSpPr>
          <p:spPr>
            <a:xfrm>
              <a:off x="2914050" y="1709875"/>
              <a:ext cx="1320125" cy="71750"/>
            </a:xfrm>
            <a:custGeom>
              <a:avLst/>
              <a:gdLst/>
              <a:ahLst/>
              <a:cxnLst/>
              <a:rect l="l" t="t" r="r" b="b"/>
              <a:pathLst>
                <a:path w="52805" h="2870" extrusionOk="0">
                  <a:moveTo>
                    <a:pt x="1548" y="0"/>
                  </a:moveTo>
                  <a:cubicBezTo>
                    <a:pt x="691" y="0"/>
                    <a:pt x="0" y="691"/>
                    <a:pt x="0" y="1548"/>
                  </a:cubicBezTo>
                  <a:lnTo>
                    <a:pt x="0" y="2869"/>
                  </a:lnTo>
                  <a:lnTo>
                    <a:pt x="52804" y="2869"/>
                  </a:lnTo>
                  <a:lnTo>
                    <a:pt x="52804" y="1548"/>
                  </a:lnTo>
                  <a:cubicBezTo>
                    <a:pt x="52804" y="691"/>
                    <a:pt x="52102" y="0"/>
                    <a:pt x="512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5370;p117">
              <a:extLst>
                <a:ext uri="{FF2B5EF4-FFF2-40B4-BE49-F238E27FC236}">
                  <a16:creationId xmlns:a16="http://schemas.microsoft.com/office/drawing/2014/main" id="{FFA41983-AD09-0C6D-8AF1-88D9106DB524}"/>
                </a:ext>
              </a:extLst>
            </p:cNvPr>
            <p:cNvSpPr/>
            <p:nvPr/>
          </p:nvSpPr>
          <p:spPr>
            <a:xfrm>
              <a:off x="3581100" y="2362025"/>
              <a:ext cx="367625" cy="175825"/>
            </a:xfrm>
            <a:custGeom>
              <a:avLst/>
              <a:gdLst/>
              <a:ahLst/>
              <a:cxnLst/>
              <a:rect l="l" t="t" r="r" b="b"/>
              <a:pathLst>
                <a:path w="14705" h="7033" extrusionOk="0">
                  <a:moveTo>
                    <a:pt x="11811" y="1"/>
                  </a:moveTo>
                  <a:cubicBezTo>
                    <a:pt x="10216" y="834"/>
                    <a:pt x="8620" y="1667"/>
                    <a:pt x="7025" y="2513"/>
                  </a:cubicBezTo>
                  <a:lnTo>
                    <a:pt x="6989" y="2525"/>
                  </a:lnTo>
                  <a:cubicBezTo>
                    <a:pt x="6799" y="2620"/>
                    <a:pt x="6632" y="2751"/>
                    <a:pt x="6489" y="2906"/>
                  </a:cubicBezTo>
                  <a:cubicBezTo>
                    <a:pt x="6441" y="2894"/>
                    <a:pt x="6394" y="2882"/>
                    <a:pt x="6358" y="2870"/>
                  </a:cubicBezTo>
                  <a:cubicBezTo>
                    <a:pt x="5863" y="2718"/>
                    <a:pt x="4793" y="2523"/>
                    <a:pt x="4017" y="2523"/>
                  </a:cubicBezTo>
                  <a:cubicBezTo>
                    <a:pt x="3637" y="2523"/>
                    <a:pt x="3328" y="2570"/>
                    <a:pt x="3191" y="2691"/>
                  </a:cubicBezTo>
                  <a:cubicBezTo>
                    <a:pt x="2786" y="3072"/>
                    <a:pt x="4477" y="4096"/>
                    <a:pt x="4477" y="4096"/>
                  </a:cubicBezTo>
                  <a:cubicBezTo>
                    <a:pt x="4477" y="4096"/>
                    <a:pt x="0" y="5346"/>
                    <a:pt x="226" y="5656"/>
                  </a:cubicBezTo>
                  <a:cubicBezTo>
                    <a:pt x="453" y="5978"/>
                    <a:pt x="2655" y="6942"/>
                    <a:pt x="3060" y="6990"/>
                  </a:cubicBezTo>
                  <a:cubicBezTo>
                    <a:pt x="3328" y="7019"/>
                    <a:pt x="3635" y="7032"/>
                    <a:pt x="3965" y="7032"/>
                  </a:cubicBezTo>
                  <a:cubicBezTo>
                    <a:pt x="5867" y="7032"/>
                    <a:pt x="8513" y="6609"/>
                    <a:pt x="8513" y="6609"/>
                  </a:cubicBezTo>
                  <a:cubicBezTo>
                    <a:pt x="10597" y="6120"/>
                    <a:pt x="12656" y="5573"/>
                    <a:pt x="14704" y="4989"/>
                  </a:cubicBezTo>
                  <a:cubicBezTo>
                    <a:pt x="13680" y="3370"/>
                    <a:pt x="12704" y="1715"/>
                    <a:pt x="11811" y="1"/>
                  </a:cubicBezTo>
                  <a:close/>
                </a:path>
              </a:pathLst>
            </a:custGeom>
            <a:solidFill>
              <a:srgbClr val="FF9E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5371;p117">
              <a:extLst>
                <a:ext uri="{FF2B5EF4-FFF2-40B4-BE49-F238E27FC236}">
                  <a16:creationId xmlns:a16="http://schemas.microsoft.com/office/drawing/2014/main" id="{D387A697-7A92-AD72-6646-235325425600}"/>
                </a:ext>
              </a:extLst>
            </p:cNvPr>
            <p:cNvSpPr/>
            <p:nvPr/>
          </p:nvSpPr>
          <p:spPr>
            <a:xfrm>
              <a:off x="3807300" y="1258600"/>
              <a:ext cx="922400" cy="1314900"/>
            </a:xfrm>
            <a:custGeom>
              <a:avLst/>
              <a:gdLst/>
              <a:ahLst/>
              <a:cxnLst/>
              <a:rect l="l" t="t" r="r" b="b"/>
              <a:pathLst>
                <a:path w="36896" h="52596" extrusionOk="0">
                  <a:moveTo>
                    <a:pt x="13483" y="0"/>
                  </a:moveTo>
                  <a:cubicBezTo>
                    <a:pt x="13446" y="0"/>
                    <a:pt x="13409" y="1"/>
                    <a:pt x="13372" y="1"/>
                  </a:cubicBezTo>
                  <a:cubicBezTo>
                    <a:pt x="13372" y="1"/>
                    <a:pt x="19860" y="6371"/>
                    <a:pt x="20134" y="8419"/>
                  </a:cubicBezTo>
                  <a:cubicBezTo>
                    <a:pt x="20527" y="11324"/>
                    <a:pt x="19527" y="14205"/>
                    <a:pt x="17634" y="16348"/>
                  </a:cubicBezTo>
                  <a:cubicBezTo>
                    <a:pt x="19860" y="19051"/>
                    <a:pt x="25468" y="26266"/>
                    <a:pt x="24921" y="29445"/>
                  </a:cubicBezTo>
                  <a:cubicBezTo>
                    <a:pt x="24242" y="33398"/>
                    <a:pt x="1" y="45102"/>
                    <a:pt x="1" y="45102"/>
                  </a:cubicBezTo>
                  <a:cubicBezTo>
                    <a:pt x="1" y="45102"/>
                    <a:pt x="537" y="50960"/>
                    <a:pt x="2989" y="52460"/>
                  </a:cubicBezTo>
                  <a:cubicBezTo>
                    <a:pt x="3139" y="52552"/>
                    <a:pt x="3391" y="52596"/>
                    <a:pt x="3731" y="52596"/>
                  </a:cubicBezTo>
                  <a:cubicBezTo>
                    <a:pt x="8973" y="52596"/>
                    <a:pt x="35317" y="42086"/>
                    <a:pt x="36089" y="31219"/>
                  </a:cubicBezTo>
                  <a:cubicBezTo>
                    <a:pt x="36895" y="19676"/>
                    <a:pt x="23825" y="0"/>
                    <a:pt x="134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5372;p117">
              <a:extLst>
                <a:ext uri="{FF2B5EF4-FFF2-40B4-BE49-F238E27FC236}">
                  <a16:creationId xmlns:a16="http://schemas.microsoft.com/office/drawing/2014/main" id="{E9EF0797-E9F1-5CD0-EAA7-E3DC6C40E07F}"/>
                </a:ext>
              </a:extLst>
            </p:cNvPr>
            <p:cNvSpPr/>
            <p:nvPr/>
          </p:nvSpPr>
          <p:spPr>
            <a:xfrm>
              <a:off x="3784400" y="699325"/>
              <a:ext cx="351850" cy="431025"/>
            </a:xfrm>
            <a:custGeom>
              <a:avLst/>
              <a:gdLst/>
              <a:ahLst/>
              <a:cxnLst/>
              <a:rect l="l" t="t" r="r" b="b"/>
              <a:pathLst>
                <a:path w="14074" h="17241" extrusionOk="0">
                  <a:moveTo>
                    <a:pt x="6132" y="0"/>
                  </a:moveTo>
                  <a:cubicBezTo>
                    <a:pt x="4429" y="0"/>
                    <a:pt x="2905" y="679"/>
                    <a:pt x="1798" y="1798"/>
                  </a:cubicBezTo>
                  <a:cubicBezTo>
                    <a:pt x="679" y="2906"/>
                    <a:pt x="0" y="4441"/>
                    <a:pt x="0" y="6132"/>
                  </a:cubicBezTo>
                  <a:lnTo>
                    <a:pt x="0" y="11109"/>
                  </a:lnTo>
                  <a:cubicBezTo>
                    <a:pt x="0" y="11883"/>
                    <a:pt x="143" y="12621"/>
                    <a:pt x="405" y="13300"/>
                  </a:cubicBezTo>
                  <a:cubicBezTo>
                    <a:pt x="1286" y="15609"/>
                    <a:pt x="3512" y="17241"/>
                    <a:pt x="6132" y="17241"/>
                  </a:cubicBezTo>
                  <a:cubicBezTo>
                    <a:pt x="9192" y="17241"/>
                    <a:pt x="11728" y="15002"/>
                    <a:pt x="12180" y="12061"/>
                  </a:cubicBezTo>
                  <a:cubicBezTo>
                    <a:pt x="12978" y="11680"/>
                    <a:pt x="13704" y="10609"/>
                    <a:pt x="13859" y="9811"/>
                  </a:cubicBezTo>
                  <a:cubicBezTo>
                    <a:pt x="14073" y="8775"/>
                    <a:pt x="13407" y="7763"/>
                    <a:pt x="12371" y="7561"/>
                  </a:cubicBezTo>
                  <a:cubicBezTo>
                    <a:pt x="12335" y="7549"/>
                    <a:pt x="12299" y="7549"/>
                    <a:pt x="12264" y="7549"/>
                  </a:cubicBezTo>
                  <a:lnTo>
                    <a:pt x="12264" y="6132"/>
                  </a:lnTo>
                  <a:cubicBezTo>
                    <a:pt x="12264" y="2739"/>
                    <a:pt x="9513" y="0"/>
                    <a:pt x="6132" y="0"/>
                  </a:cubicBezTo>
                  <a:close/>
                </a:path>
              </a:pathLst>
            </a:custGeom>
            <a:solidFill>
              <a:srgbClr val="FF9E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5373;p117">
              <a:extLst>
                <a:ext uri="{FF2B5EF4-FFF2-40B4-BE49-F238E27FC236}">
                  <a16:creationId xmlns:a16="http://schemas.microsoft.com/office/drawing/2014/main" id="{C1BD7D63-506B-C107-FC78-5C310793EB8F}"/>
                </a:ext>
              </a:extLst>
            </p:cNvPr>
            <p:cNvSpPr/>
            <p:nvPr/>
          </p:nvSpPr>
          <p:spPr>
            <a:xfrm>
              <a:off x="3727250" y="666550"/>
              <a:ext cx="422100" cy="373325"/>
            </a:xfrm>
            <a:custGeom>
              <a:avLst/>
              <a:gdLst/>
              <a:ahLst/>
              <a:cxnLst/>
              <a:rect l="l" t="t" r="r" b="b"/>
              <a:pathLst>
                <a:path w="16884" h="14933" extrusionOk="0">
                  <a:moveTo>
                    <a:pt x="8258" y="0"/>
                  </a:moveTo>
                  <a:cubicBezTo>
                    <a:pt x="7368" y="0"/>
                    <a:pt x="6408" y="207"/>
                    <a:pt x="5406" y="728"/>
                  </a:cubicBezTo>
                  <a:cubicBezTo>
                    <a:pt x="572" y="3252"/>
                    <a:pt x="0" y="7598"/>
                    <a:pt x="2274" y="10705"/>
                  </a:cubicBezTo>
                  <a:lnTo>
                    <a:pt x="2310" y="7134"/>
                  </a:lnTo>
                  <a:lnTo>
                    <a:pt x="11061" y="6002"/>
                  </a:lnTo>
                  <a:lnTo>
                    <a:pt x="11061" y="6002"/>
                  </a:lnTo>
                  <a:cubicBezTo>
                    <a:pt x="11061" y="6003"/>
                    <a:pt x="10990" y="9860"/>
                    <a:pt x="12085" y="11420"/>
                  </a:cubicBezTo>
                  <a:cubicBezTo>
                    <a:pt x="12085" y="11420"/>
                    <a:pt x="13002" y="10015"/>
                    <a:pt x="13930" y="9277"/>
                  </a:cubicBezTo>
                  <a:cubicBezTo>
                    <a:pt x="14160" y="9093"/>
                    <a:pt x="14437" y="8996"/>
                    <a:pt x="14713" y="8996"/>
                  </a:cubicBezTo>
                  <a:cubicBezTo>
                    <a:pt x="14938" y="8996"/>
                    <a:pt x="15162" y="9060"/>
                    <a:pt x="15359" y="9193"/>
                  </a:cubicBezTo>
                  <a:cubicBezTo>
                    <a:pt x="15728" y="9431"/>
                    <a:pt x="16097" y="9836"/>
                    <a:pt x="16133" y="10467"/>
                  </a:cubicBezTo>
                  <a:cubicBezTo>
                    <a:pt x="16204" y="11729"/>
                    <a:pt x="15526" y="12575"/>
                    <a:pt x="14430" y="13361"/>
                  </a:cubicBezTo>
                  <a:cubicBezTo>
                    <a:pt x="14430" y="13361"/>
                    <a:pt x="14299" y="14587"/>
                    <a:pt x="13990" y="14932"/>
                  </a:cubicBezTo>
                  <a:cubicBezTo>
                    <a:pt x="13990" y="14932"/>
                    <a:pt x="16883" y="13872"/>
                    <a:pt x="16812" y="10027"/>
                  </a:cubicBezTo>
                  <a:cubicBezTo>
                    <a:pt x="16752" y="6181"/>
                    <a:pt x="15859" y="4002"/>
                    <a:pt x="14061" y="3014"/>
                  </a:cubicBezTo>
                  <a:cubicBezTo>
                    <a:pt x="14061" y="3014"/>
                    <a:pt x="11661" y="0"/>
                    <a:pt x="82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500"/>
                            </p:stCondLst>
                            <p:childTnLst>
                              <p:par>
                                <p:cTn id="2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500"/>
                            </p:stCondLst>
                            <p:childTnLst>
                              <p:par>
                                <p:cTn id="3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987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361;p65">
            <a:extLst>
              <a:ext uri="{FF2B5EF4-FFF2-40B4-BE49-F238E27FC236}">
                <a16:creationId xmlns:a16="http://schemas.microsoft.com/office/drawing/2014/main" id="{9FC742B4-EC24-695B-B188-7698564665B4}"/>
              </a:ext>
            </a:extLst>
          </p:cNvPr>
          <p:cNvSpPr/>
          <p:nvPr/>
        </p:nvSpPr>
        <p:spPr>
          <a:xfrm>
            <a:off x="2902641" y="1695786"/>
            <a:ext cx="2555000" cy="3447714"/>
          </a:xfrm>
          <a:prstGeom prst="round2SameRect">
            <a:avLst>
              <a:gd name="adj1" fmla="val 7284"/>
              <a:gd name="adj2" fmla="val 0"/>
            </a:avLst>
          </a:prstGeom>
          <a:solidFill>
            <a:schemeClr val="lt2">
              <a:alpha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361;p65">
            <a:extLst>
              <a:ext uri="{FF2B5EF4-FFF2-40B4-BE49-F238E27FC236}">
                <a16:creationId xmlns:a16="http://schemas.microsoft.com/office/drawing/2014/main" id="{2AEAAAE3-040B-E81B-EE7D-97618835F84A}"/>
              </a:ext>
            </a:extLst>
          </p:cNvPr>
          <p:cNvSpPr/>
          <p:nvPr/>
        </p:nvSpPr>
        <p:spPr>
          <a:xfrm>
            <a:off x="6331320" y="1239872"/>
            <a:ext cx="2555000" cy="3903628"/>
          </a:xfrm>
          <a:prstGeom prst="round2SameRect">
            <a:avLst>
              <a:gd name="adj1" fmla="val 7284"/>
              <a:gd name="adj2" fmla="val 0"/>
            </a:avLst>
          </a:prstGeom>
          <a:solidFill>
            <a:schemeClr val="lt2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361;p65">
            <a:extLst>
              <a:ext uri="{FF2B5EF4-FFF2-40B4-BE49-F238E27FC236}">
                <a16:creationId xmlns:a16="http://schemas.microsoft.com/office/drawing/2014/main" id="{91FD3B81-BAC2-BC23-23E6-EFD8E22FC64D}"/>
              </a:ext>
            </a:extLst>
          </p:cNvPr>
          <p:cNvSpPr/>
          <p:nvPr/>
        </p:nvSpPr>
        <p:spPr>
          <a:xfrm>
            <a:off x="4680320" y="3327568"/>
            <a:ext cx="2555000" cy="1815932"/>
          </a:xfrm>
          <a:prstGeom prst="round2SameRect">
            <a:avLst>
              <a:gd name="adj1" fmla="val 7284"/>
              <a:gd name="adj2" fmla="val 0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515;p71">
            <a:extLst>
              <a:ext uri="{FF2B5EF4-FFF2-40B4-BE49-F238E27FC236}">
                <a16:creationId xmlns:a16="http://schemas.microsoft.com/office/drawing/2014/main" id="{AB22AA9F-A804-07BE-F18B-A335138D2ED8}"/>
              </a:ext>
            </a:extLst>
          </p:cNvPr>
          <p:cNvSpPr txBox="1">
            <a:spLocks/>
          </p:cNvSpPr>
          <p:nvPr/>
        </p:nvSpPr>
        <p:spPr>
          <a:xfrm>
            <a:off x="717600" y="258445"/>
            <a:ext cx="770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s-E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ECONOMÍA CIRCULAR EN LA ERA DIGITAL</a:t>
            </a:r>
          </a:p>
        </p:txBody>
      </p:sp>
      <p:sp>
        <p:nvSpPr>
          <p:cNvPr id="5" name="Google Shape;859;p53">
            <a:extLst>
              <a:ext uri="{FF2B5EF4-FFF2-40B4-BE49-F238E27FC236}">
                <a16:creationId xmlns:a16="http://schemas.microsoft.com/office/drawing/2014/main" id="{29477FA9-679F-3E0B-32D6-1752FF54F38E}"/>
              </a:ext>
            </a:extLst>
          </p:cNvPr>
          <p:cNvSpPr txBox="1">
            <a:spLocks/>
          </p:cNvSpPr>
          <p:nvPr/>
        </p:nvSpPr>
        <p:spPr>
          <a:xfrm>
            <a:off x="359604" y="1102083"/>
            <a:ext cx="3864018" cy="527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l"/>
            <a:r>
              <a:rPr lang="es-ES" sz="1800" dirty="0"/>
              <a:t>Barreras para su implementación</a:t>
            </a:r>
          </a:p>
        </p:txBody>
      </p:sp>
      <p:sp>
        <p:nvSpPr>
          <p:cNvPr id="20" name="Google Shape;850;p52">
            <a:extLst>
              <a:ext uri="{FF2B5EF4-FFF2-40B4-BE49-F238E27FC236}">
                <a16:creationId xmlns:a16="http://schemas.microsoft.com/office/drawing/2014/main" id="{D37572FB-26C5-6A74-360E-2D97784689A3}"/>
              </a:ext>
            </a:extLst>
          </p:cNvPr>
          <p:cNvSpPr txBox="1">
            <a:spLocks/>
          </p:cNvSpPr>
          <p:nvPr/>
        </p:nvSpPr>
        <p:spPr>
          <a:xfrm>
            <a:off x="359604" y="1634122"/>
            <a:ext cx="2468263" cy="130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l">
              <a:buClr>
                <a:srgbClr val="000000"/>
              </a:buClr>
              <a:buSzPts val="1100"/>
              <a:buFont typeface="Arial"/>
              <a:buNone/>
            </a:pPr>
            <a:r>
              <a:rPr lang="es-ES" sz="1200" dirty="0"/>
              <a:t>Adoptar un modelo Económico Circular basado en la digitalización sostenible presenta una serie de desafíos a nivel </a:t>
            </a:r>
            <a:r>
              <a:rPr lang="es-ES" sz="1200" b="1" dirty="0"/>
              <a:t>tecnológico</a:t>
            </a:r>
            <a:r>
              <a:rPr lang="es-ES" sz="1200" dirty="0"/>
              <a:t>, </a:t>
            </a:r>
            <a:r>
              <a:rPr lang="es-ES" sz="1200" b="1" dirty="0"/>
              <a:t>político</a:t>
            </a:r>
            <a:r>
              <a:rPr lang="es-ES" sz="1200" dirty="0"/>
              <a:t>, </a:t>
            </a:r>
            <a:r>
              <a:rPr lang="es-ES" sz="1200" b="1" dirty="0"/>
              <a:t>económico</a:t>
            </a:r>
            <a:r>
              <a:rPr lang="es-ES" sz="1200" dirty="0"/>
              <a:t> y </a:t>
            </a:r>
            <a:r>
              <a:rPr lang="es-ES" sz="1200" b="1" dirty="0"/>
              <a:t>social.</a:t>
            </a:r>
          </a:p>
          <a:p>
            <a:pPr marL="0" indent="0" algn="l">
              <a:buClr>
                <a:srgbClr val="000000"/>
              </a:buClr>
              <a:buSzPts val="1100"/>
              <a:buFont typeface="Arial"/>
              <a:buNone/>
            </a:pPr>
            <a:endParaRPr lang="es-ES" sz="1200" dirty="0"/>
          </a:p>
          <a:p>
            <a:pPr marL="0" indent="0" algn="l">
              <a:buClr>
                <a:srgbClr val="000000"/>
              </a:buClr>
              <a:buSzPts val="1100"/>
              <a:buFont typeface="Arial"/>
              <a:buNone/>
            </a:pPr>
            <a:endParaRPr lang="es-ES" sz="1200" dirty="0"/>
          </a:p>
          <a:p>
            <a:pPr marL="0" indent="0" algn="l">
              <a:buClr>
                <a:srgbClr val="000000"/>
              </a:buClr>
              <a:buSzPts val="1100"/>
              <a:buFont typeface="Arial"/>
              <a:buNone/>
            </a:pPr>
            <a:endParaRPr lang="es-ES" sz="1200" dirty="0"/>
          </a:p>
          <a:p>
            <a:pPr marL="0" indent="0" algn="l"/>
            <a:endParaRPr lang="es-ES" dirty="0"/>
          </a:p>
        </p:txBody>
      </p:sp>
      <p:sp>
        <p:nvSpPr>
          <p:cNvPr id="21" name="Google Shape;1361;p65">
            <a:extLst>
              <a:ext uri="{FF2B5EF4-FFF2-40B4-BE49-F238E27FC236}">
                <a16:creationId xmlns:a16="http://schemas.microsoft.com/office/drawing/2014/main" id="{52291903-D01D-7402-90F1-2DBC51F69F50}"/>
              </a:ext>
            </a:extLst>
          </p:cNvPr>
          <p:cNvSpPr/>
          <p:nvPr/>
        </p:nvSpPr>
        <p:spPr>
          <a:xfrm>
            <a:off x="539081" y="3136209"/>
            <a:ext cx="2555000" cy="2021995"/>
          </a:xfrm>
          <a:prstGeom prst="round2SameRect">
            <a:avLst>
              <a:gd name="adj1" fmla="val 7284"/>
              <a:gd name="adj2" fmla="val 0"/>
            </a:avLst>
          </a:prstGeom>
          <a:solidFill>
            <a:schemeClr val="accent2">
              <a:alpha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50;p52">
            <a:extLst>
              <a:ext uri="{FF2B5EF4-FFF2-40B4-BE49-F238E27FC236}">
                <a16:creationId xmlns:a16="http://schemas.microsoft.com/office/drawing/2014/main" id="{86668E1A-BD48-F72C-AD44-ACEDEFA61835}"/>
              </a:ext>
            </a:extLst>
          </p:cNvPr>
          <p:cNvSpPr txBox="1">
            <a:spLocks/>
          </p:cNvSpPr>
          <p:nvPr/>
        </p:nvSpPr>
        <p:spPr>
          <a:xfrm>
            <a:off x="582450" y="3383775"/>
            <a:ext cx="2468263" cy="130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Clr>
                <a:srgbClr val="000000"/>
              </a:buClr>
              <a:buSzPts val="1100"/>
              <a:buFont typeface="Arial"/>
              <a:buNone/>
            </a:pPr>
            <a:r>
              <a:rPr lang="es-ES" sz="1200" b="1" dirty="0"/>
              <a:t>Costes iniciales elevados</a:t>
            </a:r>
          </a:p>
          <a:p>
            <a:pPr marL="0" indent="0">
              <a:buClr>
                <a:srgbClr val="000000"/>
              </a:buClr>
              <a:buSzPts val="1100"/>
              <a:buFont typeface="Arial"/>
              <a:buNone/>
            </a:pPr>
            <a:r>
              <a:rPr lang="es-ES" sz="1200" dirty="0"/>
              <a:t>La reestructuración de los procesos para adaptarlos a tecnologías sostenibles puede requerir grandes inversiones.</a:t>
            </a:r>
          </a:p>
          <a:p>
            <a:pPr marL="0" indent="0" algn="l">
              <a:buClr>
                <a:srgbClr val="000000"/>
              </a:buClr>
              <a:buSzPts val="1100"/>
              <a:buFont typeface="Arial"/>
              <a:buNone/>
            </a:pPr>
            <a:endParaRPr lang="es-ES" sz="1200" dirty="0"/>
          </a:p>
          <a:p>
            <a:pPr marL="0" indent="0" algn="l">
              <a:buClr>
                <a:srgbClr val="000000"/>
              </a:buClr>
              <a:buSzPts val="1100"/>
              <a:buFont typeface="Arial"/>
              <a:buNone/>
            </a:pPr>
            <a:endParaRPr lang="es-ES" sz="1200" dirty="0"/>
          </a:p>
          <a:p>
            <a:pPr marL="0" indent="0" algn="l">
              <a:buClr>
                <a:srgbClr val="000000"/>
              </a:buClr>
              <a:buSzPts val="1100"/>
              <a:buFont typeface="Arial"/>
              <a:buNone/>
            </a:pPr>
            <a:endParaRPr lang="es-ES" sz="1200" dirty="0"/>
          </a:p>
          <a:p>
            <a:pPr marL="0" indent="0" algn="l"/>
            <a:endParaRPr lang="es-ES" dirty="0"/>
          </a:p>
        </p:txBody>
      </p:sp>
      <p:sp>
        <p:nvSpPr>
          <p:cNvPr id="23" name="Google Shape;850;p52">
            <a:extLst>
              <a:ext uri="{FF2B5EF4-FFF2-40B4-BE49-F238E27FC236}">
                <a16:creationId xmlns:a16="http://schemas.microsoft.com/office/drawing/2014/main" id="{20A44B8C-38D7-8CEB-1C86-4376C97C3906}"/>
              </a:ext>
            </a:extLst>
          </p:cNvPr>
          <p:cNvSpPr txBox="1">
            <a:spLocks/>
          </p:cNvSpPr>
          <p:nvPr/>
        </p:nvSpPr>
        <p:spPr>
          <a:xfrm>
            <a:off x="2946010" y="2023757"/>
            <a:ext cx="2468263" cy="130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Clr>
                <a:srgbClr val="000000"/>
              </a:buClr>
              <a:buSzPts val="1100"/>
              <a:buFont typeface="Arial"/>
              <a:buNone/>
            </a:pPr>
            <a:r>
              <a:rPr lang="es-ES" sz="1200" b="1" dirty="0"/>
              <a:t>Falta de infraestructura</a:t>
            </a:r>
          </a:p>
          <a:p>
            <a:pPr marL="0" indent="0">
              <a:buClr>
                <a:srgbClr val="000000"/>
              </a:buClr>
              <a:buSzPts val="1100"/>
              <a:buFont typeface="Arial"/>
              <a:buNone/>
            </a:pPr>
            <a:r>
              <a:rPr lang="es-ES" sz="1200" dirty="0"/>
              <a:t>La inexistencia de una infraestructura digital adecuada (acceso a internet, redes eléctricas estables) puede limitar a muchas regiones.</a:t>
            </a:r>
          </a:p>
          <a:p>
            <a:pPr marL="0" indent="0" algn="l">
              <a:buClr>
                <a:srgbClr val="000000"/>
              </a:buClr>
              <a:buSzPts val="1100"/>
              <a:buFont typeface="Arial"/>
              <a:buNone/>
            </a:pPr>
            <a:endParaRPr lang="es-ES" sz="1200" dirty="0"/>
          </a:p>
          <a:p>
            <a:pPr marL="0" indent="0" algn="l">
              <a:buClr>
                <a:srgbClr val="000000"/>
              </a:buClr>
              <a:buSzPts val="1100"/>
              <a:buFont typeface="Arial"/>
              <a:buNone/>
            </a:pPr>
            <a:endParaRPr lang="es-ES" sz="1200" dirty="0"/>
          </a:p>
          <a:p>
            <a:pPr marL="0" indent="0" algn="l">
              <a:buClr>
                <a:srgbClr val="000000"/>
              </a:buClr>
              <a:buSzPts val="1100"/>
              <a:buFont typeface="Arial"/>
              <a:buNone/>
            </a:pPr>
            <a:endParaRPr lang="es-ES" sz="1200" dirty="0"/>
          </a:p>
          <a:p>
            <a:pPr marL="0" indent="0"/>
            <a:endParaRPr lang="es-ES" dirty="0"/>
          </a:p>
        </p:txBody>
      </p:sp>
      <p:sp>
        <p:nvSpPr>
          <p:cNvPr id="24" name="Google Shape;850;p52">
            <a:extLst>
              <a:ext uri="{FF2B5EF4-FFF2-40B4-BE49-F238E27FC236}">
                <a16:creationId xmlns:a16="http://schemas.microsoft.com/office/drawing/2014/main" id="{B85732C1-8576-E6C7-4981-1264D7D51E1D}"/>
              </a:ext>
            </a:extLst>
          </p:cNvPr>
          <p:cNvSpPr txBox="1">
            <a:spLocks/>
          </p:cNvSpPr>
          <p:nvPr/>
        </p:nvSpPr>
        <p:spPr>
          <a:xfrm>
            <a:off x="4723689" y="3441089"/>
            <a:ext cx="2468263" cy="130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Clr>
                <a:srgbClr val="000000"/>
              </a:buClr>
              <a:buSzPts val="1100"/>
              <a:buFont typeface="Arial"/>
              <a:buNone/>
            </a:pPr>
            <a:r>
              <a:rPr lang="es-ES" sz="1200" b="1" dirty="0"/>
              <a:t>Brechas digitales</a:t>
            </a:r>
          </a:p>
          <a:p>
            <a:pPr marL="0" indent="0">
              <a:buClr>
                <a:srgbClr val="000000"/>
              </a:buClr>
              <a:buSzPts val="1100"/>
              <a:buFont typeface="Arial"/>
              <a:buNone/>
            </a:pPr>
            <a:r>
              <a:rPr lang="es-ES" sz="1200" dirty="0"/>
              <a:t>La disparidad en el acceso a la tecnología y educación digital puede incrementar las desigualdades sociales y económicas.</a:t>
            </a:r>
          </a:p>
          <a:p>
            <a:pPr marL="0" indent="0" algn="l">
              <a:buClr>
                <a:srgbClr val="000000"/>
              </a:buClr>
              <a:buSzPts val="1100"/>
              <a:buFont typeface="Arial"/>
              <a:buNone/>
            </a:pPr>
            <a:endParaRPr lang="es-ES" sz="1200" dirty="0"/>
          </a:p>
          <a:p>
            <a:pPr marL="0" indent="0" algn="l">
              <a:buClr>
                <a:srgbClr val="000000"/>
              </a:buClr>
              <a:buSzPts val="1100"/>
              <a:buFont typeface="Arial"/>
              <a:buNone/>
            </a:pPr>
            <a:endParaRPr lang="es-ES" sz="1200" dirty="0"/>
          </a:p>
          <a:p>
            <a:pPr marL="0" indent="0" algn="l">
              <a:buClr>
                <a:srgbClr val="000000"/>
              </a:buClr>
              <a:buSzPts val="1100"/>
              <a:buFont typeface="Arial"/>
              <a:buNone/>
            </a:pPr>
            <a:endParaRPr lang="es-ES" sz="1200" dirty="0"/>
          </a:p>
          <a:p>
            <a:pPr marL="0" indent="0" algn="l"/>
            <a:endParaRPr lang="es-ES" dirty="0"/>
          </a:p>
        </p:txBody>
      </p:sp>
      <p:sp>
        <p:nvSpPr>
          <p:cNvPr id="25" name="Google Shape;850;p52">
            <a:extLst>
              <a:ext uri="{FF2B5EF4-FFF2-40B4-BE49-F238E27FC236}">
                <a16:creationId xmlns:a16="http://schemas.microsoft.com/office/drawing/2014/main" id="{993C91C3-5C23-C51E-F22F-92A45E3A907A}"/>
              </a:ext>
            </a:extLst>
          </p:cNvPr>
          <p:cNvSpPr txBox="1">
            <a:spLocks/>
          </p:cNvSpPr>
          <p:nvPr/>
        </p:nvSpPr>
        <p:spPr>
          <a:xfrm>
            <a:off x="6381486" y="1542646"/>
            <a:ext cx="2468263" cy="130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Clr>
                <a:srgbClr val="000000"/>
              </a:buClr>
              <a:buSzPts val="1100"/>
              <a:buFont typeface="Arial"/>
              <a:buNone/>
            </a:pPr>
            <a:r>
              <a:rPr lang="es-ES" sz="1200" b="1" dirty="0"/>
              <a:t>Resistencia al cambio</a:t>
            </a:r>
          </a:p>
          <a:p>
            <a:pPr marL="0" indent="0">
              <a:buClr>
                <a:srgbClr val="000000"/>
              </a:buClr>
              <a:buSzPts val="1100"/>
              <a:buFont typeface="Arial"/>
              <a:buNone/>
            </a:pPr>
            <a:r>
              <a:rPr lang="es-ES" sz="1200" dirty="0"/>
              <a:t>Algunos sectores e industrias tradicionales pueden presentar una resistencia cultural y organizativa para incorporar nuevas prácticas tecnológicas. </a:t>
            </a:r>
          </a:p>
          <a:p>
            <a:pPr marL="0" indent="0" algn="l">
              <a:buClr>
                <a:srgbClr val="000000"/>
              </a:buClr>
              <a:buSzPts val="1100"/>
              <a:buFont typeface="Arial"/>
              <a:buNone/>
            </a:pPr>
            <a:endParaRPr lang="es-ES" sz="1200" dirty="0"/>
          </a:p>
          <a:p>
            <a:pPr marL="0" indent="0" algn="l">
              <a:buClr>
                <a:srgbClr val="000000"/>
              </a:buClr>
              <a:buSzPts val="1100"/>
              <a:buFont typeface="Arial"/>
              <a:buNone/>
            </a:pPr>
            <a:endParaRPr lang="es-ES" sz="1200" dirty="0"/>
          </a:p>
          <a:p>
            <a:pPr marL="0" indent="0" algn="l">
              <a:buClr>
                <a:srgbClr val="000000"/>
              </a:buClr>
              <a:buSzPts val="1100"/>
              <a:buFont typeface="Arial"/>
              <a:buNone/>
            </a:pPr>
            <a:endParaRPr lang="es-ES" sz="1200" dirty="0"/>
          </a:p>
          <a:p>
            <a:pPr marL="0" indent="0" algn="l"/>
            <a:endParaRPr lang="es-ES" dirty="0"/>
          </a:p>
        </p:txBody>
      </p:sp>
      <p:grpSp>
        <p:nvGrpSpPr>
          <p:cNvPr id="29" name="Google Shape;4587;p115">
            <a:extLst>
              <a:ext uri="{FF2B5EF4-FFF2-40B4-BE49-F238E27FC236}">
                <a16:creationId xmlns:a16="http://schemas.microsoft.com/office/drawing/2014/main" id="{FFEFB7D0-30CF-AE96-C8B1-6DD8540A333E}"/>
              </a:ext>
            </a:extLst>
          </p:cNvPr>
          <p:cNvGrpSpPr/>
          <p:nvPr/>
        </p:nvGrpSpPr>
        <p:grpSpPr>
          <a:xfrm rot="16798896">
            <a:off x="6873627" y="3273147"/>
            <a:ext cx="1055535" cy="754445"/>
            <a:chOff x="4822675" y="1581700"/>
            <a:chExt cx="631150" cy="451250"/>
          </a:xfrm>
        </p:grpSpPr>
        <p:sp>
          <p:nvSpPr>
            <p:cNvPr id="30" name="Google Shape;4588;p115">
              <a:extLst>
                <a:ext uri="{FF2B5EF4-FFF2-40B4-BE49-F238E27FC236}">
                  <a16:creationId xmlns:a16="http://schemas.microsoft.com/office/drawing/2014/main" id="{BC644460-D2FB-C30A-533B-D727BA97CAA3}"/>
                </a:ext>
              </a:extLst>
            </p:cNvPr>
            <p:cNvSpPr/>
            <p:nvPr/>
          </p:nvSpPr>
          <p:spPr>
            <a:xfrm>
              <a:off x="5213300" y="1707775"/>
              <a:ext cx="30075" cy="127150"/>
            </a:xfrm>
            <a:custGeom>
              <a:avLst/>
              <a:gdLst/>
              <a:ahLst/>
              <a:cxnLst/>
              <a:rect l="l" t="t" r="r" b="b"/>
              <a:pathLst>
                <a:path w="1203" h="5086" extrusionOk="0">
                  <a:moveTo>
                    <a:pt x="0" y="1"/>
                  </a:moveTo>
                  <a:lnTo>
                    <a:pt x="0" y="1"/>
                  </a:lnTo>
                  <a:cubicBezTo>
                    <a:pt x="704" y="2330"/>
                    <a:pt x="1176" y="5086"/>
                    <a:pt x="1176" y="5086"/>
                  </a:cubicBezTo>
                  <a:cubicBezTo>
                    <a:pt x="1176" y="5086"/>
                    <a:pt x="1203" y="1628"/>
                    <a:pt x="0" y="1"/>
                  </a:cubicBezTo>
                  <a:close/>
                </a:path>
              </a:pathLst>
            </a:custGeom>
            <a:solidFill>
              <a:srgbClr val="3656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589;p115">
              <a:extLst>
                <a:ext uri="{FF2B5EF4-FFF2-40B4-BE49-F238E27FC236}">
                  <a16:creationId xmlns:a16="http://schemas.microsoft.com/office/drawing/2014/main" id="{AED04597-A61C-C670-C790-077A736DFCBF}"/>
                </a:ext>
              </a:extLst>
            </p:cNvPr>
            <p:cNvSpPr/>
            <p:nvPr/>
          </p:nvSpPr>
          <p:spPr>
            <a:xfrm>
              <a:off x="5226950" y="1715850"/>
              <a:ext cx="35775" cy="10425"/>
            </a:xfrm>
            <a:custGeom>
              <a:avLst/>
              <a:gdLst/>
              <a:ahLst/>
              <a:cxnLst/>
              <a:rect l="l" t="t" r="r" b="b"/>
              <a:pathLst>
                <a:path w="1431" h="417" extrusionOk="0">
                  <a:moveTo>
                    <a:pt x="380" y="0"/>
                  </a:moveTo>
                  <a:cubicBezTo>
                    <a:pt x="198" y="0"/>
                    <a:pt x="64" y="65"/>
                    <a:pt x="1" y="201"/>
                  </a:cubicBezTo>
                  <a:cubicBezTo>
                    <a:pt x="1" y="201"/>
                    <a:pt x="81" y="198"/>
                    <a:pt x="205" y="198"/>
                  </a:cubicBezTo>
                  <a:cubicBezTo>
                    <a:pt x="521" y="198"/>
                    <a:pt x="1123" y="223"/>
                    <a:pt x="1406" y="400"/>
                  </a:cubicBezTo>
                  <a:lnTo>
                    <a:pt x="1406" y="400"/>
                  </a:lnTo>
                  <a:cubicBezTo>
                    <a:pt x="1013" y="140"/>
                    <a:pt x="645" y="0"/>
                    <a:pt x="380" y="0"/>
                  </a:cubicBezTo>
                  <a:close/>
                  <a:moveTo>
                    <a:pt x="1406" y="400"/>
                  </a:moveTo>
                  <a:cubicBezTo>
                    <a:pt x="1415" y="406"/>
                    <a:pt x="1423" y="411"/>
                    <a:pt x="1431" y="417"/>
                  </a:cubicBezTo>
                  <a:cubicBezTo>
                    <a:pt x="1423" y="411"/>
                    <a:pt x="1415" y="406"/>
                    <a:pt x="1406" y="400"/>
                  </a:cubicBezTo>
                  <a:close/>
                </a:path>
              </a:pathLst>
            </a:custGeom>
            <a:solidFill>
              <a:srgbClr val="3656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590;p115">
              <a:extLst>
                <a:ext uri="{FF2B5EF4-FFF2-40B4-BE49-F238E27FC236}">
                  <a16:creationId xmlns:a16="http://schemas.microsoft.com/office/drawing/2014/main" id="{F9FEB55F-1037-3813-9228-6B8C55D1452B}"/>
                </a:ext>
              </a:extLst>
            </p:cNvPr>
            <p:cNvSpPr/>
            <p:nvPr/>
          </p:nvSpPr>
          <p:spPr>
            <a:xfrm>
              <a:off x="5237550" y="1746950"/>
              <a:ext cx="33650" cy="14275"/>
            </a:xfrm>
            <a:custGeom>
              <a:avLst/>
              <a:gdLst/>
              <a:ahLst/>
              <a:cxnLst/>
              <a:rect l="l" t="t" r="r" b="b"/>
              <a:pathLst>
                <a:path w="1346" h="571" extrusionOk="0">
                  <a:moveTo>
                    <a:pt x="283" y="1"/>
                  </a:moveTo>
                  <a:cubicBezTo>
                    <a:pt x="157" y="1"/>
                    <a:pt x="63" y="41"/>
                    <a:pt x="1" y="102"/>
                  </a:cubicBezTo>
                  <a:cubicBezTo>
                    <a:pt x="1" y="102"/>
                    <a:pt x="878" y="152"/>
                    <a:pt x="1338" y="564"/>
                  </a:cubicBezTo>
                  <a:lnTo>
                    <a:pt x="1338" y="564"/>
                  </a:lnTo>
                  <a:cubicBezTo>
                    <a:pt x="873" y="145"/>
                    <a:pt x="521" y="1"/>
                    <a:pt x="283" y="1"/>
                  </a:cubicBezTo>
                  <a:close/>
                  <a:moveTo>
                    <a:pt x="1338" y="564"/>
                  </a:moveTo>
                  <a:cubicBezTo>
                    <a:pt x="1340" y="567"/>
                    <a:pt x="1343" y="569"/>
                    <a:pt x="1345" y="571"/>
                  </a:cubicBezTo>
                  <a:cubicBezTo>
                    <a:pt x="1343" y="569"/>
                    <a:pt x="1340" y="567"/>
                    <a:pt x="1338" y="564"/>
                  </a:cubicBezTo>
                  <a:close/>
                </a:path>
              </a:pathLst>
            </a:custGeom>
            <a:solidFill>
              <a:srgbClr val="3656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591;p115">
              <a:extLst>
                <a:ext uri="{FF2B5EF4-FFF2-40B4-BE49-F238E27FC236}">
                  <a16:creationId xmlns:a16="http://schemas.microsoft.com/office/drawing/2014/main" id="{A861EAA0-D1F9-B452-0BAC-A0C9512FC9EA}"/>
                </a:ext>
              </a:extLst>
            </p:cNvPr>
            <p:cNvSpPr/>
            <p:nvPr/>
          </p:nvSpPr>
          <p:spPr>
            <a:xfrm>
              <a:off x="5243575" y="1769625"/>
              <a:ext cx="27625" cy="18925"/>
            </a:xfrm>
            <a:custGeom>
              <a:avLst/>
              <a:gdLst/>
              <a:ahLst/>
              <a:cxnLst/>
              <a:rect l="l" t="t" r="r" b="b"/>
              <a:pathLst>
                <a:path w="1105" h="757" extrusionOk="0">
                  <a:moveTo>
                    <a:pt x="75" y="0"/>
                  </a:moveTo>
                  <a:cubicBezTo>
                    <a:pt x="1" y="138"/>
                    <a:pt x="286" y="258"/>
                    <a:pt x="1104" y="757"/>
                  </a:cubicBezTo>
                  <a:cubicBezTo>
                    <a:pt x="771" y="190"/>
                    <a:pt x="75" y="0"/>
                    <a:pt x="75" y="0"/>
                  </a:cubicBezTo>
                  <a:close/>
                </a:path>
              </a:pathLst>
            </a:custGeom>
            <a:solidFill>
              <a:srgbClr val="3656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592;p115">
              <a:extLst>
                <a:ext uri="{FF2B5EF4-FFF2-40B4-BE49-F238E27FC236}">
                  <a16:creationId xmlns:a16="http://schemas.microsoft.com/office/drawing/2014/main" id="{F3E83263-CCA0-15A1-8E0D-C1FB00345236}"/>
                </a:ext>
              </a:extLst>
            </p:cNvPr>
            <p:cNvSpPr/>
            <p:nvPr/>
          </p:nvSpPr>
          <p:spPr>
            <a:xfrm>
              <a:off x="5247625" y="1807325"/>
              <a:ext cx="16200" cy="16325"/>
            </a:xfrm>
            <a:custGeom>
              <a:avLst/>
              <a:gdLst/>
              <a:ahLst/>
              <a:cxnLst/>
              <a:rect l="l" t="t" r="r" b="b"/>
              <a:pathLst>
                <a:path w="648" h="653" extrusionOk="0">
                  <a:moveTo>
                    <a:pt x="128" y="0"/>
                  </a:moveTo>
                  <a:cubicBezTo>
                    <a:pt x="0" y="417"/>
                    <a:pt x="645" y="650"/>
                    <a:pt x="647" y="652"/>
                  </a:cubicBezTo>
                  <a:lnTo>
                    <a:pt x="647" y="652"/>
                  </a:lnTo>
                  <a:lnTo>
                    <a:pt x="128" y="0"/>
                  </a:lnTo>
                  <a:close/>
                  <a:moveTo>
                    <a:pt x="647" y="652"/>
                  </a:moveTo>
                  <a:lnTo>
                    <a:pt x="647" y="652"/>
                  </a:lnTo>
                  <a:cubicBezTo>
                    <a:pt x="647" y="652"/>
                    <a:pt x="647" y="652"/>
                    <a:pt x="647" y="652"/>
                  </a:cubicBezTo>
                  <a:close/>
                </a:path>
              </a:pathLst>
            </a:custGeom>
            <a:solidFill>
              <a:srgbClr val="3656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4593;p115">
              <a:extLst>
                <a:ext uri="{FF2B5EF4-FFF2-40B4-BE49-F238E27FC236}">
                  <a16:creationId xmlns:a16="http://schemas.microsoft.com/office/drawing/2014/main" id="{1584C842-5384-E9D4-01FE-7CD1EB76CF86}"/>
                </a:ext>
              </a:extLst>
            </p:cNvPr>
            <p:cNvSpPr/>
            <p:nvPr/>
          </p:nvSpPr>
          <p:spPr>
            <a:xfrm>
              <a:off x="5125425" y="1581700"/>
              <a:ext cx="157500" cy="390350"/>
            </a:xfrm>
            <a:custGeom>
              <a:avLst/>
              <a:gdLst/>
              <a:ahLst/>
              <a:cxnLst/>
              <a:rect l="l" t="t" r="r" b="b"/>
              <a:pathLst>
                <a:path w="6300" h="15614" fill="none" extrusionOk="0">
                  <a:moveTo>
                    <a:pt x="2351" y="1"/>
                  </a:moveTo>
                  <a:cubicBezTo>
                    <a:pt x="2351" y="1"/>
                    <a:pt x="1" y="3346"/>
                    <a:pt x="6299" y="15614"/>
                  </a:cubicBezTo>
                </a:path>
              </a:pathLst>
            </a:custGeom>
            <a:noFill/>
            <a:ln w="8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4594;p115">
              <a:extLst>
                <a:ext uri="{FF2B5EF4-FFF2-40B4-BE49-F238E27FC236}">
                  <a16:creationId xmlns:a16="http://schemas.microsoft.com/office/drawing/2014/main" id="{7B17D58F-9CCD-D92B-57E5-331BA30F5A3F}"/>
                </a:ext>
              </a:extLst>
            </p:cNvPr>
            <p:cNvSpPr/>
            <p:nvPr/>
          </p:nvSpPr>
          <p:spPr>
            <a:xfrm>
              <a:off x="5223625" y="1905675"/>
              <a:ext cx="42000" cy="72325"/>
            </a:xfrm>
            <a:custGeom>
              <a:avLst/>
              <a:gdLst/>
              <a:ahLst/>
              <a:cxnLst/>
              <a:rect l="l" t="t" r="r" b="b"/>
              <a:pathLst>
                <a:path w="1680" h="2893" extrusionOk="0">
                  <a:moveTo>
                    <a:pt x="1156" y="1"/>
                  </a:moveTo>
                  <a:cubicBezTo>
                    <a:pt x="1156" y="1"/>
                    <a:pt x="1" y="824"/>
                    <a:pt x="76" y="2583"/>
                  </a:cubicBezTo>
                  <a:cubicBezTo>
                    <a:pt x="85" y="2775"/>
                    <a:pt x="240" y="2892"/>
                    <a:pt x="399" y="2892"/>
                  </a:cubicBezTo>
                  <a:cubicBezTo>
                    <a:pt x="495" y="2892"/>
                    <a:pt x="592" y="2850"/>
                    <a:pt x="660" y="2755"/>
                  </a:cubicBezTo>
                  <a:cubicBezTo>
                    <a:pt x="1679" y="1320"/>
                    <a:pt x="1156" y="1"/>
                    <a:pt x="11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4595;p115">
              <a:extLst>
                <a:ext uri="{FF2B5EF4-FFF2-40B4-BE49-F238E27FC236}">
                  <a16:creationId xmlns:a16="http://schemas.microsoft.com/office/drawing/2014/main" id="{73533681-AF97-F916-EB9A-A3AE445F14DF}"/>
                </a:ext>
              </a:extLst>
            </p:cNvPr>
            <p:cNvSpPr/>
            <p:nvPr/>
          </p:nvSpPr>
          <p:spPr>
            <a:xfrm>
              <a:off x="5252525" y="1903550"/>
              <a:ext cx="73900" cy="33175"/>
            </a:xfrm>
            <a:custGeom>
              <a:avLst/>
              <a:gdLst/>
              <a:ahLst/>
              <a:cxnLst/>
              <a:rect l="l" t="t" r="r" b="b"/>
              <a:pathLst>
                <a:path w="2956" h="1327" extrusionOk="0">
                  <a:moveTo>
                    <a:pt x="677" y="0"/>
                  </a:moveTo>
                  <a:cubicBezTo>
                    <a:pt x="264" y="0"/>
                    <a:pt x="1" y="86"/>
                    <a:pt x="1" y="86"/>
                  </a:cubicBezTo>
                  <a:cubicBezTo>
                    <a:pt x="1" y="86"/>
                    <a:pt x="748" y="1291"/>
                    <a:pt x="2509" y="1326"/>
                  </a:cubicBezTo>
                  <a:cubicBezTo>
                    <a:pt x="2512" y="1326"/>
                    <a:pt x="2514" y="1326"/>
                    <a:pt x="2517" y="1326"/>
                  </a:cubicBezTo>
                  <a:cubicBezTo>
                    <a:pt x="2820" y="1326"/>
                    <a:pt x="2956" y="946"/>
                    <a:pt x="2717" y="755"/>
                  </a:cubicBezTo>
                  <a:cubicBezTo>
                    <a:pt x="1954" y="137"/>
                    <a:pt x="119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596;p115">
              <a:extLst>
                <a:ext uri="{FF2B5EF4-FFF2-40B4-BE49-F238E27FC236}">
                  <a16:creationId xmlns:a16="http://schemas.microsoft.com/office/drawing/2014/main" id="{1A35A6F8-B29E-9898-C94A-7128E7112DFA}"/>
                </a:ext>
              </a:extLst>
            </p:cNvPr>
            <p:cNvSpPr/>
            <p:nvPr/>
          </p:nvSpPr>
          <p:spPr>
            <a:xfrm>
              <a:off x="5185725" y="1829000"/>
              <a:ext cx="43350" cy="70075"/>
            </a:xfrm>
            <a:custGeom>
              <a:avLst/>
              <a:gdLst/>
              <a:ahLst/>
              <a:cxnLst/>
              <a:rect l="l" t="t" r="r" b="b"/>
              <a:pathLst>
                <a:path w="1734" h="2803" extrusionOk="0">
                  <a:moveTo>
                    <a:pt x="1346" y="1"/>
                  </a:moveTo>
                  <a:cubicBezTo>
                    <a:pt x="1346" y="1"/>
                    <a:pt x="114" y="703"/>
                    <a:pt x="12" y="2461"/>
                  </a:cubicBezTo>
                  <a:cubicBezTo>
                    <a:pt x="1" y="2665"/>
                    <a:pt x="164" y="2802"/>
                    <a:pt x="335" y="2802"/>
                  </a:cubicBezTo>
                  <a:cubicBezTo>
                    <a:pt x="420" y="2802"/>
                    <a:pt x="507" y="2768"/>
                    <a:pt x="575" y="2691"/>
                  </a:cubicBezTo>
                  <a:cubicBezTo>
                    <a:pt x="1733" y="1365"/>
                    <a:pt x="1346" y="1"/>
                    <a:pt x="13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4597;p115">
              <a:extLst>
                <a:ext uri="{FF2B5EF4-FFF2-40B4-BE49-F238E27FC236}">
                  <a16:creationId xmlns:a16="http://schemas.microsoft.com/office/drawing/2014/main" id="{062445AF-EB90-3B09-8041-2F9F2A41F340}"/>
                </a:ext>
              </a:extLst>
            </p:cNvPr>
            <p:cNvSpPr/>
            <p:nvPr/>
          </p:nvSpPr>
          <p:spPr>
            <a:xfrm>
              <a:off x="5219350" y="1828175"/>
              <a:ext cx="71175" cy="38025"/>
            </a:xfrm>
            <a:custGeom>
              <a:avLst/>
              <a:gdLst/>
              <a:ahLst/>
              <a:cxnLst/>
              <a:rect l="l" t="t" r="r" b="b"/>
              <a:pathLst>
                <a:path w="2847" h="1521" extrusionOk="0">
                  <a:moveTo>
                    <a:pt x="393" y="0"/>
                  </a:moveTo>
                  <a:cubicBezTo>
                    <a:pt x="149" y="0"/>
                    <a:pt x="1" y="33"/>
                    <a:pt x="1" y="33"/>
                  </a:cubicBezTo>
                  <a:cubicBezTo>
                    <a:pt x="1" y="33"/>
                    <a:pt x="625" y="1307"/>
                    <a:pt x="2372" y="1518"/>
                  </a:cubicBezTo>
                  <a:cubicBezTo>
                    <a:pt x="2387" y="1520"/>
                    <a:pt x="2401" y="1521"/>
                    <a:pt x="2415" y="1521"/>
                  </a:cubicBezTo>
                  <a:cubicBezTo>
                    <a:pt x="2694" y="1521"/>
                    <a:pt x="2846" y="1178"/>
                    <a:pt x="2637" y="971"/>
                  </a:cubicBezTo>
                  <a:cubicBezTo>
                    <a:pt x="1796" y="137"/>
                    <a:pt x="894" y="0"/>
                    <a:pt x="3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598;p115">
              <a:extLst>
                <a:ext uri="{FF2B5EF4-FFF2-40B4-BE49-F238E27FC236}">
                  <a16:creationId xmlns:a16="http://schemas.microsoft.com/office/drawing/2014/main" id="{E0F0803A-0787-0F3C-6D0F-40A83644525F}"/>
                </a:ext>
              </a:extLst>
            </p:cNvPr>
            <p:cNvSpPr/>
            <p:nvPr/>
          </p:nvSpPr>
          <p:spPr>
            <a:xfrm>
              <a:off x="5156000" y="1760775"/>
              <a:ext cx="45650" cy="68025"/>
            </a:xfrm>
            <a:custGeom>
              <a:avLst/>
              <a:gdLst/>
              <a:ahLst/>
              <a:cxnLst/>
              <a:rect l="l" t="t" r="r" b="b"/>
              <a:pathLst>
                <a:path w="1826" h="2721" extrusionOk="0">
                  <a:moveTo>
                    <a:pt x="1541" y="0"/>
                  </a:moveTo>
                  <a:lnTo>
                    <a:pt x="1541" y="0"/>
                  </a:lnTo>
                  <a:cubicBezTo>
                    <a:pt x="1541" y="1"/>
                    <a:pt x="260" y="610"/>
                    <a:pt x="29" y="2354"/>
                  </a:cubicBezTo>
                  <a:cubicBezTo>
                    <a:pt x="1" y="2568"/>
                    <a:pt x="169" y="2720"/>
                    <a:pt x="348" y="2720"/>
                  </a:cubicBezTo>
                  <a:cubicBezTo>
                    <a:pt x="426" y="2720"/>
                    <a:pt x="506" y="2691"/>
                    <a:pt x="573" y="2625"/>
                  </a:cubicBezTo>
                  <a:cubicBezTo>
                    <a:pt x="1825" y="1389"/>
                    <a:pt x="1541" y="1"/>
                    <a:pt x="15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599;p115">
              <a:extLst>
                <a:ext uri="{FF2B5EF4-FFF2-40B4-BE49-F238E27FC236}">
                  <a16:creationId xmlns:a16="http://schemas.microsoft.com/office/drawing/2014/main" id="{C1138BD7-6E1D-664D-8D4B-9D6BF4EBA263}"/>
                </a:ext>
              </a:extLst>
            </p:cNvPr>
            <p:cNvSpPr/>
            <p:nvPr/>
          </p:nvSpPr>
          <p:spPr>
            <a:xfrm>
              <a:off x="5194475" y="1760500"/>
              <a:ext cx="68725" cy="41900"/>
            </a:xfrm>
            <a:custGeom>
              <a:avLst/>
              <a:gdLst/>
              <a:ahLst/>
              <a:cxnLst/>
              <a:rect l="l" t="t" r="r" b="b"/>
              <a:pathLst>
                <a:path w="2749" h="1676" extrusionOk="0">
                  <a:moveTo>
                    <a:pt x="201" y="0"/>
                  </a:moveTo>
                  <a:cubicBezTo>
                    <a:pt x="74" y="0"/>
                    <a:pt x="1" y="10"/>
                    <a:pt x="1" y="10"/>
                  </a:cubicBezTo>
                  <a:cubicBezTo>
                    <a:pt x="1" y="10"/>
                    <a:pt x="529" y="1328"/>
                    <a:pt x="2256" y="1668"/>
                  </a:cubicBezTo>
                  <a:cubicBezTo>
                    <a:pt x="2279" y="1673"/>
                    <a:pt x="2301" y="1675"/>
                    <a:pt x="2323" y="1675"/>
                  </a:cubicBezTo>
                  <a:cubicBezTo>
                    <a:pt x="2588" y="1675"/>
                    <a:pt x="2748" y="1357"/>
                    <a:pt x="2560" y="1141"/>
                  </a:cubicBezTo>
                  <a:cubicBezTo>
                    <a:pt x="1669" y="117"/>
                    <a:pt x="630" y="0"/>
                    <a:pt x="2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600;p115">
              <a:extLst>
                <a:ext uri="{FF2B5EF4-FFF2-40B4-BE49-F238E27FC236}">
                  <a16:creationId xmlns:a16="http://schemas.microsoft.com/office/drawing/2014/main" id="{800E149F-72C4-43AA-6BD2-53228521B77B}"/>
                </a:ext>
              </a:extLst>
            </p:cNvPr>
            <p:cNvSpPr/>
            <p:nvPr/>
          </p:nvSpPr>
          <p:spPr>
            <a:xfrm>
              <a:off x="5275725" y="1967050"/>
              <a:ext cx="47625" cy="65900"/>
            </a:xfrm>
            <a:custGeom>
              <a:avLst/>
              <a:gdLst/>
              <a:ahLst/>
              <a:cxnLst/>
              <a:rect l="l" t="t" r="r" b="b"/>
              <a:pathLst>
                <a:path w="1905" h="2636" extrusionOk="0">
                  <a:moveTo>
                    <a:pt x="193" y="1"/>
                  </a:moveTo>
                  <a:cubicBezTo>
                    <a:pt x="193" y="1"/>
                    <a:pt x="1" y="1406"/>
                    <a:pt x="1335" y="2556"/>
                  </a:cubicBezTo>
                  <a:cubicBezTo>
                    <a:pt x="1399" y="2611"/>
                    <a:pt x="1473" y="2636"/>
                    <a:pt x="1544" y="2636"/>
                  </a:cubicBezTo>
                  <a:cubicBezTo>
                    <a:pt x="1732" y="2636"/>
                    <a:pt x="1904" y="2468"/>
                    <a:pt x="1860" y="2248"/>
                  </a:cubicBezTo>
                  <a:cubicBezTo>
                    <a:pt x="1511" y="524"/>
                    <a:pt x="194" y="1"/>
                    <a:pt x="1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601;p115">
              <a:extLst>
                <a:ext uri="{FF2B5EF4-FFF2-40B4-BE49-F238E27FC236}">
                  <a16:creationId xmlns:a16="http://schemas.microsoft.com/office/drawing/2014/main" id="{5E8AB919-0A54-041E-1993-73996C09AB1E}"/>
                </a:ext>
              </a:extLst>
            </p:cNvPr>
            <p:cNvSpPr/>
            <p:nvPr/>
          </p:nvSpPr>
          <p:spPr>
            <a:xfrm>
              <a:off x="5200575" y="1668275"/>
              <a:ext cx="198725" cy="315000"/>
            </a:xfrm>
            <a:custGeom>
              <a:avLst/>
              <a:gdLst/>
              <a:ahLst/>
              <a:cxnLst/>
              <a:rect l="l" t="t" r="r" b="b"/>
              <a:pathLst>
                <a:path w="7949" h="12600" extrusionOk="0">
                  <a:moveTo>
                    <a:pt x="0" y="0"/>
                  </a:moveTo>
                  <a:lnTo>
                    <a:pt x="7948" y="12599"/>
                  </a:lnTo>
                  <a:cubicBezTo>
                    <a:pt x="7349" y="2627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602;p115">
              <a:extLst>
                <a:ext uri="{FF2B5EF4-FFF2-40B4-BE49-F238E27FC236}">
                  <a16:creationId xmlns:a16="http://schemas.microsoft.com/office/drawing/2014/main" id="{7D4CE8A1-F507-FA2C-0070-078A8574FA7F}"/>
                </a:ext>
              </a:extLst>
            </p:cNvPr>
            <p:cNvSpPr/>
            <p:nvPr/>
          </p:nvSpPr>
          <p:spPr>
            <a:xfrm>
              <a:off x="5180725" y="1668275"/>
              <a:ext cx="218575" cy="315000"/>
            </a:xfrm>
            <a:custGeom>
              <a:avLst/>
              <a:gdLst/>
              <a:ahLst/>
              <a:cxnLst/>
              <a:rect l="l" t="t" r="r" b="b"/>
              <a:pathLst>
                <a:path w="8743" h="12600" extrusionOk="0">
                  <a:moveTo>
                    <a:pt x="794" y="0"/>
                  </a:moveTo>
                  <a:cubicBezTo>
                    <a:pt x="794" y="1"/>
                    <a:pt x="1" y="7764"/>
                    <a:pt x="8742" y="12599"/>
                  </a:cubicBezTo>
                  <a:lnTo>
                    <a:pt x="79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603;p115">
              <a:extLst>
                <a:ext uri="{FF2B5EF4-FFF2-40B4-BE49-F238E27FC236}">
                  <a16:creationId xmlns:a16="http://schemas.microsoft.com/office/drawing/2014/main" id="{38114F59-A446-0C01-41AB-A4BCC6EE6BC6}"/>
                </a:ext>
              </a:extLst>
            </p:cNvPr>
            <p:cNvSpPr/>
            <p:nvPr/>
          </p:nvSpPr>
          <p:spPr>
            <a:xfrm>
              <a:off x="5135200" y="1620975"/>
              <a:ext cx="276200" cy="163350"/>
            </a:xfrm>
            <a:custGeom>
              <a:avLst/>
              <a:gdLst/>
              <a:ahLst/>
              <a:cxnLst/>
              <a:rect l="l" t="t" r="r" b="b"/>
              <a:pathLst>
                <a:path w="11048" h="6534" fill="none" extrusionOk="0">
                  <a:moveTo>
                    <a:pt x="0" y="1250"/>
                  </a:moveTo>
                  <a:cubicBezTo>
                    <a:pt x="0" y="1250"/>
                    <a:pt x="2846" y="0"/>
                    <a:pt x="11048" y="6534"/>
                  </a:cubicBezTo>
                </a:path>
              </a:pathLst>
            </a:custGeom>
            <a:noFill/>
            <a:ln w="10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04;p115">
              <a:extLst>
                <a:ext uri="{FF2B5EF4-FFF2-40B4-BE49-F238E27FC236}">
                  <a16:creationId xmlns:a16="http://schemas.microsoft.com/office/drawing/2014/main" id="{049834A6-8ACB-7C07-61BB-7572E0C57DBC}"/>
                </a:ext>
              </a:extLst>
            </p:cNvPr>
            <p:cNvSpPr/>
            <p:nvPr/>
          </p:nvSpPr>
          <p:spPr>
            <a:xfrm>
              <a:off x="5366450" y="1739275"/>
              <a:ext cx="58600" cy="19350"/>
            </a:xfrm>
            <a:custGeom>
              <a:avLst/>
              <a:gdLst/>
              <a:ahLst/>
              <a:cxnLst/>
              <a:rect l="l" t="t" r="r" b="b"/>
              <a:pathLst>
                <a:path w="2344" h="774" extrusionOk="0">
                  <a:moveTo>
                    <a:pt x="1441" y="1"/>
                  </a:moveTo>
                  <a:cubicBezTo>
                    <a:pt x="532" y="1"/>
                    <a:pt x="1" y="500"/>
                    <a:pt x="1" y="500"/>
                  </a:cubicBezTo>
                  <a:cubicBezTo>
                    <a:pt x="1" y="500"/>
                    <a:pt x="423" y="774"/>
                    <a:pt x="1081" y="774"/>
                  </a:cubicBezTo>
                  <a:cubicBezTo>
                    <a:pt x="1386" y="774"/>
                    <a:pt x="1741" y="715"/>
                    <a:pt x="2129" y="542"/>
                  </a:cubicBezTo>
                  <a:cubicBezTo>
                    <a:pt x="2343" y="446"/>
                    <a:pt x="2316" y="137"/>
                    <a:pt x="2088" y="82"/>
                  </a:cubicBezTo>
                  <a:cubicBezTo>
                    <a:pt x="1855" y="25"/>
                    <a:pt x="1639" y="1"/>
                    <a:pt x="14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605;p115">
              <a:extLst>
                <a:ext uri="{FF2B5EF4-FFF2-40B4-BE49-F238E27FC236}">
                  <a16:creationId xmlns:a16="http://schemas.microsoft.com/office/drawing/2014/main" id="{5E8F82B9-03B1-C873-1DC8-0AEB4E4A522A}"/>
                </a:ext>
              </a:extLst>
            </p:cNvPr>
            <p:cNvSpPr/>
            <p:nvPr/>
          </p:nvSpPr>
          <p:spPr>
            <a:xfrm>
              <a:off x="5353225" y="1751750"/>
              <a:ext cx="32925" cy="56475"/>
            </a:xfrm>
            <a:custGeom>
              <a:avLst/>
              <a:gdLst/>
              <a:ahLst/>
              <a:cxnLst/>
              <a:rect l="l" t="t" r="r" b="b"/>
              <a:pathLst>
                <a:path w="1317" h="2259" extrusionOk="0">
                  <a:moveTo>
                    <a:pt x="530" y="1"/>
                  </a:moveTo>
                  <a:cubicBezTo>
                    <a:pt x="530" y="1"/>
                    <a:pt x="1" y="940"/>
                    <a:pt x="621" y="2127"/>
                  </a:cubicBezTo>
                  <a:cubicBezTo>
                    <a:pt x="668" y="2216"/>
                    <a:pt x="753" y="2259"/>
                    <a:pt x="837" y="2259"/>
                  </a:cubicBezTo>
                  <a:cubicBezTo>
                    <a:pt x="946" y="2259"/>
                    <a:pt x="1055" y="2187"/>
                    <a:pt x="1078" y="2055"/>
                  </a:cubicBezTo>
                  <a:cubicBezTo>
                    <a:pt x="1317" y="739"/>
                    <a:pt x="530" y="1"/>
                    <a:pt x="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606;p115">
              <a:extLst>
                <a:ext uri="{FF2B5EF4-FFF2-40B4-BE49-F238E27FC236}">
                  <a16:creationId xmlns:a16="http://schemas.microsoft.com/office/drawing/2014/main" id="{4B5902D6-A3C1-58D7-118E-2D59DCF1B3AB}"/>
                </a:ext>
              </a:extLst>
            </p:cNvPr>
            <p:cNvSpPr/>
            <p:nvPr/>
          </p:nvSpPr>
          <p:spPr>
            <a:xfrm>
              <a:off x="5314250" y="1699200"/>
              <a:ext cx="58125" cy="20750"/>
            </a:xfrm>
            <a:custGeom>
              <a:avLst/>
              <a:gdLst/>
              <a:ahLst/>
              <a:cxnLst/>
              <a:rect l="l" t="t" r="r" b="b"/>
              <a:pathLst>
                <a:path w="2325" h="830" extrusionOk="0">
                  <a:moveTo>
                    <a:pt x="1643" y="0"/>
                  </a:moveTo>
                  <a:cubicBezTo>
                    <a:pt x="570" y="0"/>
                    <a:pt x="0" y="654"/>
                    <a:pt x="0" y="654"/>
                  </a:cubicBezTo>
                  <a:cubicBezTo>
                    <a:pt x="0" y="654"/>
                    <a:pt x="342" y="830"/>
                    <a:pt x="865" y="830"/>
                  </a:cubicBezTo>
                  <a:cubicBezTo>
                    <a:pt x="1218" y="830"/>
                    <a:pt x="1653" y="750"/>
                    <a:pt x="2122" y="482"/>
                  </a:cubicBezTo>
                  <a:cubicBezTo>
                    <a:pt x="2325" y="366"/>
                    <a:pt x="2267" y="60"/>
                    <a:pt x="2034" y="28"/>
                  </a:cubicBezTo>
                  <a:cubicBezTo>
                    <a:pt x="1897" y="9"/>
                    <a:pt x="1767" y="0"/>
                    <a:pt x="16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607;p115">
              <a:extLst>
                <a:ext uri="{FF2B5EF4-FFF2-40B4-BE49-F238E27FC236}">
                  <a16:creationId xmlns:a16="http://schemas.microsoft.com/office/drawing/2014/main" id="{C430C8D0-80B3-6829-10C2-3247A8E8C7F7}"/>
                </a:ext>
              </a:extLst>
            </p:cNvPr>
            <p:cNvSpPr/>
            <p:nvPr/>
          </p:nvSpPr>
          <p:spPr>
            <a:xfrm>
              <a:off x="5303500" y="1715500"/>
              <a:ext cx="32175" cy="55475"/>
            </a:xfrm>
            <a:custGeom>
              <a:avLst/>
              <a:gdLst/>
              <a:ahLst/>
              <a:cxnLst/>
              <a:rect l="l" t="t" r="r" b="b"/>
              <a:pathLst>
                <a:path w="1287" h="2219" extrusionOk="0">
                  <a:moveTo>
                    <a:pt x="431" y="1"/>
                  </a:moveTo>
                  <a:cubicBezTo>
                    <a:pt x="431" y="1"/>
                    <a:pt x="0" y="990"/>
                    <a:pt x="735" y="2107"/>
                  </a:cubicBezTo>
                  <a:cubicBezTo>
                    <a:pt x="785" y="2184"/>
                    <a:pt x="862" y="2219"/>
                    <a:pt x="937" y="2219"/>
                  </a:cubicBezTo>
                  <a:cubicBezTo>
                    <a:pt x="1055" y="2219"/>
                    <a:pt x="1171" y="2135"/>
                    <a:pt x="1183" y="1993"/>
                  </a:cubicBezTo>
                  <a:cubicBezTo>
                    <a:pt x="1287" y="658"/>
                    <a:pt x="431" y="1"/>
                    <a:pt x="4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4608;p115">
              <a:extLst>
                <a:ext uri="{FF2B5EF4-FFF2-40B4-BE49-F238E27FC236}">
                  <a16:creationId xmlns:a16="http://schemas.microsoft.com/office/drawing/2014/main" id="{12BA4664-2CBB-F066-A4A9-60D25C5E8682}"/>
                </a:ext>
              </a:extLst>
            </p:cNvPr>
            <p:cNvSpPr/>
            <p:nvPr/>
          </p:nvSpPr>
          <p:spPr>
            <a:xfrm>
              <a:off x="5267150" y="1667225"/>
              <a:ext cx="57425" cy="22500"/>
            </a:xfrm>
            <a:custGeom>
              <a:avLst/>
              <a:gdLst/>
              <a:ahLst/>
              <a:cxnLst/>
              <a:rect l="l" t="t" r="r" b="b"/>
              <a:pathLst>
                <a:path w="2297" h="900" extrusionOk="0">
                  <a:moveTo>
                    <a:pt x="1791" y="1"/>
                  </a:moveTo>
                  <a:cubicBezTo>
                    <a:pt x="585" y="1"/>
                    <a:pt x="0" y="781"/>
                    <a:pt x="0" y="781"/>
                  </a:cubicBezTo>
                  <a:cubicBezTo>
                    <a:pt x="0" y="781"/>
                    <a:pt x="279" y="900"/>
                    <a:pt x="705" y="900"/>
                  </a:cubicBezTo>
                  <a:cubicBezTo>
                    <a:pt x="1084" y="900"/>
                    <a:pt x="1580" y="806"/>
                    <a:pt x="2102" y="454"/>
                  </a:cubicBezTo>
                  <a:cubicBezTo>
                    <a:pt x="2296" y="322"/>
                    <a:pt x="2215" y="23"/>
                    <a:pt x="1982" y="7"/>
                  </a:cubicBezTo>
                  <a:cubicBezTo>
                    <a:pt x="1917" y="3"/>
                    <a:pt x="1853" y="1"/>
                    <a:pt x="17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4609;p115">
              <a:extLst>
                <a:ext uri="{FF2B5EF4-FFF2-40B4-BE49-F238E27FC236}">
                  <a16:creationId xmlns:a16="http://schemas.microsoft.com/office/drawing/2014/main" id="{1259F153-7887-4276-C7EB-7A9044B18CE1}"/>
                </a:ext>
              </a:extLst>
            </p:cNvPr>
            <p:cNvSpPr/>
            <p:nvPr/>
          </p:nvSpPr>
          <p:spPr>
            <a:xfrm>
              <a:off x="5258150" y="1686750"/>
              <a:ext cx="31525" cy="54400"/>
            </a:xfrm>
            <a:custGeom>
              <a:avLst/>
              <a:gdLst/>
              <a:ahLst/>
              <a:cxnLst/>
              <a:rect l="l" t="t" r="r" b="b"/>
              <a:pathLst>
                <a:path w="1261" h="2176" extrusionOk="0">
                  <a:moveTo>
                    <a:pt x="358" y="0"/>
                  </a:moveTo>
                  <a:cubicBezTo>
                    <a:pt x="358" y="0"/>
                    <a:pt x="1" y="1018"/>
                    <a:pt x="817" y="2078"/>
                  </a:cubicBezTo>
                  <a:cubicBezTo>
                    <a:pt x="869" y="2145"/>
                    <a:pt x="940" y="2176"/>
                    <a:pt x="1010" y="2176"/>
                  </a:cubicBezTo>
                  <a:cubicBezTo>
                    <a:pt x="1135" y="2176"/>
                    <a:pt x="1255" y="2080"/>
                    <a:pt x="1255" y="1930"/>
                  </a:cubicBezTo>
                  <a:cubicBezTo>
                    <a:pt x="1260" y="591"/>
                    <a:pt x="358" y="0"/>
                    <a:pt x="3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610;p115">
              <a:extLst>
                <a:ext uri="{FF2B5EF4-FFF2-40B4-BE49-F238E27FC236}">
                  <a16:creationId xmlns:a16="http://schemas.microsoft.com/office/drawing/2014/main" id="{18F7BD6F-609C-C7C3-B6B8-B79538FC5A62}"/>
                </a:ext>
              </a:extLst>
            </p:cNvPr>
            <p:cNvSpPr/>
            <p:nvPr/>
          </p:nvSpPr>
          <p:spPr>
            <a:xfrm>
              <a:off x="5408025" y="1781825"/>
              <a:ext cx="45800" cy="40050"/>
            </a:xfrm>
            <a:custGeom>
              <a:avLst/>
              <a:gdLst/>
              <a:ahLst/>
              <a:cxnLst/>
              <a:rect l="l" t="t" r="r" b="b"/>
              <a:pathLst>
                <a:path w="1832" h="1602" extrusionOk="0">
                  <a:moveTo>
                    <a:pt x="1" y="1"/>
                  </a:moveTo>
                  <a:cubicBezTo>
                    <a:pt x="1" y="1"/>
                    <a:pt x="192" y="1063"/>
                    <a:pt x="1426" y="1581"/>
                  </a:cubicBezTo>
                  <a:cubicBezTo>
                    <a:pt x="1459" y="1595"/>
                    <a:pt x="1492" y="1601"/>
                    <a:pt x="1523" y="1601"/>
                  </a:cubicBezTo>
                  <a:cubicBezTo>
                    <a:pt x="1698" y="1601"/>
                    <a:pt x="1831" y="1409"/>
                    <a:pt x="1734" y="1236"/>
                  </a:cubicBezTo>
                  <a:cubicBezTo>
                    <a:pt x="1077" y="69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611;p115">
              <a:extLst>
                <a:ext uri="{FF2B5EF4-FFF2-40B4-BE49-F238E27FC236}">
                  <a16:creationId xmlns:a16="http://schemas.microsoft.com/office/drawing/2014/main" id="{3F640A05-20C4-D9E3-E0B4-91BB0D0C9D56}"/>
                </a:ext>
              </a:extLst>
            </p:cNvPr>
            <p:cNvSpPr/>
            <p:nvPr/>
          </p:nvSpPr>
          <p:spPr>
            <a:xfrm>
              <a:off x="5214225" y="1689925"/>
              <a:ext cx="181575" cy="287800"/>
            </a:xfrm>
            <a:custGeom>
              <a:avLst/>
              <a:gdLst/>
              <a:ahLst/>
              <a:cxnLst/>
              <a:rect l="l" t="t" r="r" b="b"/>
              <a:pathLst>
                <a:path w="7263" h="11512" fill="none" extrusionOk="0">
                  <a:moveTo>
                    <a:pt x="1" y="0"/>
                  </a:moveTo>
                  <a:lnTo>
                    <a:pt x="7262" y="11512"/>
                  </a:lnTo>
                </a:path>
              </a:pathLst>
            </a:custGeom>
            <a:noFill/>
            <a:ln w="8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612;p115">
              <a:extLst>
                <a:ext uri="{FF2B5EF4-FFF2-40B4-BE49-F238E27FC236}">
                  <a16:creationId xmlns:a16="http://schemas.microsoft.com/office/drawing/2014/main" id="{2540E558-2A06-5EEF-2118-D12140F27B6E}"/>
                </a:ext>
              </a:extLst>
            </p:cNvPr>
            <p:cNvSpPr/>
            <p:nvPr/>
          </p:nvSpPr>
          <p:spPr>
            <a:xfrm>
              <a:off x="5308175" y="1838875"/>
              <a:ext cx="50200" cy="26850"/>
            </a:xfrm>
            <a:custGeom>
              <a:avLst/>
              <a:gdLst/>
              <a:ahLst/>
              <a:cxnLst/>
              <a:rect l="l" t="t" r="r" b="b"/>
              <a:pathLst>
                <a:path w="2008" h="1074" fill="none" extrusionOk="0">
                  <a:moveTo>
                    <a:pt x="2007" y="1074"/>
                  </a:moveTo>
                  <a:lnTo>
                    <a:pt x="1" y="0"/>
                  </a:lnTo>
                </a:path>
              </a:pathLst>
            </a:custGeom>
            <a:noFill/>
            <a:ln w="8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613;p115">
              <a:extLst>
                <a:ext uri="{FF2B5EF4-FFF2-40B4-BE49-F238E27FC236}">
                  <a16:creationId xmlns:a16="http://schemas.microsoft.com/office/drawing/2014/main" id="{A176A3A4-4D12-D8AA-4020-49AEADEDC839}"/>
                </a:ext>
              </a:extLst>
            </p:cNvPr>
            <p:cNvSpPr/>
            <p:nvPr/>
          </p:nvSpPr>
          <p:spPr>
            <a:xfrm>
              <a:off x="5264200" y="1774225"/>
              <a:ext cx="3250" cy="59150"/>
            </a:xfrm>
            <a:custGeom>
              <a:avLst/>
              <a:gdLst/>
              <a:ahLst/>
              <a:cxnLst/>
              <a:rect l="l" t="t" r="r" b="b"/>
              <a:pathLst>
                <a:path w="130" h="2366" fill="none" extrusionOk="0">
                  <a:moveTo>
                    <a:pt x="130" y="1"/>
                  </a:moveTo>
                  <a:lnTo>
                    <a:pt x="1" y="2366"/>
                  </a:lnTo>
                </a:path>
              </a:pathLst>
            </a:custGeom>
            <a:noFill/>
            <a:ln w="8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614;p115">
              <a:extLst>
                <a:ext uri="{FF2B5EF4-FFF2-40B4-BE49-F238E27FC236}">
                  <a16:creationId xmlns:a16="http://schemas.microsoft.com/office/drawing/2014/main" id="{40F97E4F-4F64-12FD-B4D3-F531B6CEC3CB}"/>
                </a:ext>
              </a:extLst>
            </p:cNvPr>
            <p:cNvSpPr/>
            <p:nvPr/>
          </p:nvSpPr>
          <p:spPr>
            <a:xfrm>
              <a:off x="4905025" y="1725400"/>
              <a:ext cx="258400" cy="285450"/>
            </a:xfrm>
            <a:custGeom>
              <a:avLst/>
              <a:gdLst/>
              <a:ahLst/>
              <a:cxnLst/>
              <a:rect l="l" t="t" r="r" b="b"/>
              <a:pathLst>
                <a:path w="10336" h="11418" extrusionOk="0">
                  <a:moveTo>
                    <a:pt x="9298" y="1"/>
                  </a:moveTo>
                  <a:cubicBezTo>
                    <a:pt x="9234" y="1"/>
                    <a:pt x="7095" y="36"/>
                    <a:pt x="3203" y="4641"/>
                  </a:cubicBezTo>
                  <a:cubicBezTo>
                    <a:pt x="1" y="8430"/>
                    <a:pt x="2508" y="11418"/>
                    <a:pt x="3693" y="11418"/>
                  </a:cubicBezTo>
                  <a:cubicBezTo>
                    <a:pt x="3970" y="11418"/>
                    <a:pt x="4175" y="11254"/>
                    <a:pt x="4217" y="10899"/>
                  </a:cubicBezTo>
                  <a:cubicBezTo>
                    <a:pt x="4440" y="9027"/>
                    <a:pt x="5776" y="7376"/>
                    <a:pt x="8057" y="5597"/>
                  </a:cubicBezTo>
                  <a:cubicBezTo>
                    <a:pt x="10335" y="3819"/>
                    <a:pt x="10079" y="1390"/>
                    <a:pt x="10079" y="1390"/>
                  </a:cubicBezTo>
                  <a:lnTo>
                    <a:pt x="9299" y="1"/>
                  </a:lnTo>
                  <a:cubicBezTo>
                    <a:pt x="9299" y="1"/>
                    <a:pt x="9299" y="1"/>
                    <a:pt x="9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615;p115">
              <a:extLst>
                <a:ext uri="{FF2B5EF4-FFF2-40B4-BE49-F238E27FC236}">
                  <a16:creationId xmlns:a16="http://schemas.microsoft.com/office/drawing/2014/main" id="{031BBF21-AB3A-FCC0-CC7A-E2E7C046C164}"/>
                </a:ext>
              </a:extLst>
            </p:cNvPr>
            <p:cNvSpPr/>
            <p:nvPr/>
          </p:nvSpPr>
          <p:spPr>
            <a:xfrm>
              <a:off x="4962525" y="1757575"/>
              <a:ext cx="173400" cy="218200"/>
            </a:xfrm>
            <a:custGeom>
              <a:avLst/>
              <a:gdLst/>
              <a:ahLst/>
              <a:cxnLst/>
              <a:rect l="l" t="t" r="r" b="b"/>
              <a:pathLst>
                <a:path w="6936" h="8728" fill="none" extrusionOk="0">
                  <a:moveTo>
                    <a:pt x="514" y="8727"/>
                  </a:moveTo>
                  <a:cubicBezTo>
                    <a:pt x="514" y="8727"/>
                    <a:pt x="1" y="4146"/>
                    <a:pt x="6935" y="1"/>
                  </a:cubicBezTo>
                </a:path>
              </a:pathLst>
            </a:custGeom>
            <a:noFill/>
            <a:ln w="60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616;p115">
              <a:extLst>
                <a:ext uri="{FF2B5EF4-FFF2-40B4-BE49-F238E27FC236}">
                  <a16:creationId xmlns:a16="http://schemas.microsoft.com/office/drawing/2014/main" id="{432187F5-8117-BB6D-3936-003F91A90785}"/>
                </a:ext>
              </a:extLst>
            </p:cNvPr>
            <p:cNvSpPr/>
            <p:nvPr/>
          </p:nvSpPr>
          <p:spPr>
            <a:xfrm>
              <a:off x="4985375" y="1887150"/>
              <a:ext cx="30050" cy="70775"/>
            </a:xfrm>
            <a:custGeom>
              <a:avLst/>
              <a:gdLst/>
              <a:ahLst/>
              <a:cxnLst/>
              <a:rect l="l" t="t" r="r" b="b"/>
              <a:pathLst>
                <a:path w="1202" h="2831" fill="none" extrusionOk="0">
                  <a:moveTo>
                    <a:pt x="1201" y="2831"/>
                  </a:moveTo>
                  <a:cubicBezTo>
                    <a:pt x="1201" y="2831"/>
                    <a:pt x="0" y="2083"/>
                    <a:pt x="554" y="1"/>
                  </a:cubicBezTo>
                </a:path>
              </a:pathLst>
            </a:custGeom>
            <a:noFill/>
            <a:ln w="60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617;p115">
              <a:extLst>
                <a:ext uri="{FF2B5EF4-FFF2-40B4-BE49-F238E27FC236}">
                  <a16:creationId xmlns:a16="http://schemas.microsoft.com/office/drawing/2014/main" id="{06E7AAFA-DF25-3D24-D1AB-3E28E410D31F}"/>
                </a:ext>
              </a:extLst>
            </p:cNvPr>
            <p:cNvSpPr/>
            <p:nvPr/>
          </p:nvSpPr>
          <p:spPr>
            <a:xfrm>
              <a:off x="4972525" y="1844675"/>
              <a:ext cx="57000" cy="23500"/>
            </a:xfrm>
            <a:custGeom>
              <a:avLst/>
              <a:gdLst/>
              <a:ahLst/>
              <a:cxnLst/>
              <a:rect l="l" t="t" r="r" b="b"/>
              <a:pathLst>
                <a:path w="2280" h="940" fill="none" extrusionOk="0">
                  <a:moveTo>
                    <a:pt x="2279" y="0"/>
                  </a:moveTo>
                  <a:cubicBezTo>
                    <a:pt x="2279" y="0"/>
                    <a:pt x="1039" y="430"/>
                    <a:pt x="1" y="940"/>
                  </a:cubicBezTo>
                </a:path>
              </a:pathLst>
            </a:custGeom>
            <a:noFill/>
            <a:ln w="60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618;p115">
              <a:extLst>
                <a:ext uri="{FF2B5EF4-FFF2-40B4-BE49-F238E27FC236}">
                  <a16:creationId xmlns:a16="http://schemas.microsoft.com/office/drawing/2014/main" id="{5CF57D90-8E96-3331-4C07-8882D7AC8489}"/>
                </a:ext>
              </a:extLst>
            </p:cNvPr>
            <p:cNvSpPr/>
            <p:nvPr/>
          </p:nvSpPr>
          <p:spPr>
            <a:xfrm>
              <a:off x="5045550" y="1806725"/>
              <a:ext cx="19825" cy="87950"/>
            </a:xfrm>
            <a:custGeom>
              <a:avLst/>
              <a:gdLst/>
              <a:ahLst/>
              <a:cxnLst/>
              <a:rect l="l" t="t" r="r" b="b"/>
              <a:pathLst>
                <a:path w="793" h="3518" fill="none" extrusionOk="0">
                  <a:moveTo>
                    <a:pt x="792" y="1"/>
                  </a:moveTo>
                  <a:cubicBezTo>
                    <a:pt x="792" y="1"/>
                    <a:pt x="1" y="1679"/>
                    <a:pt x="521" y="3518"/>
                  </a:cubicBezTo>
                </a:path>
              </a:pathLst>
            </a:custGeom>
            <a:noFill/>
            <a:ln w="60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619;p115">
              <a:extLst>
                <a:ext uri="{FF2B5EF4-FFF2-40B4-BE49-F238E27FC236}">
                  <a16:creationId xmlns:a16="http://schemas.microsoft.com/office/drawing/2014/main" id="{D874BA42-101A-79B4-2C96-0484F277B185}"/>
                </a:ext>
              </a:extLst>
            </p:cNvPr>
            <p:cNvSpPr/>
            <p:nvPr/>
          </p:nvSpPr>
          <p:spPr>
            <a:xfrm>
              <a:off x="5042375" y="1775975"/>
              <a:ext cx="58275" cy="12925"/>
            </a:xfrm>
            <a:custGeom>
              <a:avLst/>
              <a:gdLst/>
              <a:ahLst/>
              <a:cxnLst/>
              <a:rect l="l" t="t" r="r" b="b"/>
              <a:pathLst>
                <a:path w="2331" h="517" fill="none" extrusionOk="0">
                  <a:moveTo>
                    <a:pt x="2331" y="178"/>
                  </a:moveTo>
                  <a:cubicBezTo>
                    <a:pt x="2331" y="178"/>
                    <a:pt x="1121" y="1"/>
                    <a:pt x="1" y="516"/>
                  </a:cubicBezTo>
                </a:path>
              </a:pathLst>
            </a:custGeom>
            <a:noFill/>
            <a:ln w="60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620;p115">
              <a:extLst>
                <a:ext uri="{FF2B5EF4-FFF2-40B4-BE49-F238E27FC236}">
                  <a16:creationId xmlns:a16="http://schemas.microsoft.com/office/drawing/2014/main" id="{D8DEC687-A817-86A2-2C05-92889729834D}"/>
                </a:ext>
              </a:extLst>
            </p:cNvPr>
            <p:cNvSpPr/>
            <p:nvPr/>
          </p:nvSpPr>
          <p:spPr>
            <a:xfrm>
              <a:off x="4822675" y="1693950"/>
              <a:ext cx="306850" cy="215825"/>
            </a:xfrm>
            <a:custGeom>
              <a:avLst/>
              <a:gdLst/>
              <a:ahLst/>
              <a:cxnLst/>
              <a:rect l="l" t="t" r="r" b="b"/>
              <a:pathLst>
                <a:path w="12274" h="8633" extrusionOk="0">
                  <a:moveTo>
                    <a:pt x="11184" y="0"/>
                  </a:moveTo>
                  <a:cubicBezTo>
                    <a:pt x="10136" y="0"/>
                    <a:pt x="8089" y="332"/>
                    <a:pt x="4678" y="2124"/>
                  </a:cubicBezTo>
                  <a:cubicBezTo>
                    <a:pt x="0" y="4583"/>
                    <a:pt x="1668" y="8632"/>
                    <a:pt x="2797" y="8632"/>
                  </a:cubicBezTo>
                  <a:cubicBezTo>
                    <a:pt x="2976" y="8632"/>
                    <a:pt x="3141" y="8531"/>
                    <a:pt x="3265" y="8305"/>
                  </a:cubicBezTo>
                  <a:cubicBezTo>
                    <a:pt x="4176" y="6654"/>
                    <a:pt x="6036" y="5627"/>
                    <a:pt x="8817" y="4836"/>
                  </a:cubicBezTo>
                  <a:cubicBezTo>
                    <a:pt x="11598" y="4045"/>
                    <a:pt x="12274" y="1696"/>
                    <a:pt x="12274" y="1696"/>
                  </a:cubicBezTo>
                  <a:lnTo>
                    <a:pt x="12073" y="115"/>
                  </a:lnTo>
                  <a:cubicBezTo>
                    <a:pt x="12073" y="115"/>
                    <a:pt x="11801" y="0"/>
                    <a:pt x="111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621;p115">
              <a:extLst>
                <a:ext uri="{FF2B5EF4-FFF2-40B4-BE49-F238E27FC236}">
                  <a16:creationId xmlns:a16="http://schemas.microsoft.com/office/drawing/2014/main" id="{0265E247-F7A7-AE13-E9A6-1A949AC1327D}"/>
                </a:ext>
              </a:extLst>
            </p:cNvPr>
            <p:cNvSpPr/>
            <p:nvPr/>
          </p:nvSpPr>
          <p:spPr>
            <a:xfrm>
              <a:off x="4880125" y="1726025"/>
              <a:ext cx="230800" cy="141875"/>
            </a:xfrm>
            <a:custGeom>
              <a:avLst/>
              <a:gdLst/>
              <a:ahLst/>
              <a:cxnLst/>
              <a:rect l="l" t="t" r="r" b="b"/>
              <a:pathLst>
                <a:path w="9232" h="5675" fill="none" extrusionOk="0">
                  <a:moveTo>
                    <a:pt x="0" y="5674"/>
                  </a:moveTo>
                  <a:cubicBezTo>
                    <a:pt x="0" y="5674"/>
                    <a:pt x="1246" y="1237"/>
                    <a:pt x="9231" y="1"/>
                  </a:cubicBezTo>
                </a:path>
              </a:pathLst>
            </a:custGeom>
            <a:noFill/>
            <a:ln w="60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4622;p115">
              <a:extLst>
                <a:ext uri="{FF2B5EF4-FFF2-40B4-BE49-F238E27FC236}">
                  <a16:creationId xmlns:a16="http://schemas.microsoft.com/office/drawing/2014/main" id="{08E65115-FDFB-28E3-E2F3-C21059DE9F4E}"/>
                </a:ext>
              </a:extLst>
            </p:cNvPr>
            <p:cNvSpPr/>
            <p:nvPr/>
          </p:nvSpPr>
          <p:spPr>
            <a:xfrm>
              <a:off x="4903125" y="1794750"/>
              <a:ext cx="32450" cy="71675"/>
            </a:xfrm>
            <a:custGeom>
              <a:avLst/>
              <a:gdLst/>
              <a:ahLst/>
              <a:cxnLst/>
              <a:rect l="l" t="t" r="r" b="b"/>
              <a:pathLst>
                <a:path w="1298" h="2867" fill="none" extrusionOk="0">
                  <a:moveTo>
                    <a:pt x="833" y="2867"/>
                  </a:moveTo>
                  <a:cubicBezTo>
                    <a:pt x="833" y="2867"/>
                    <a:pt x="0" y="1722"/>
                    <a:pt x="1297" y="0"/>
                  </a:cubicBezTo>
                </a:path>
              </a:pathLst>
            </a:custGeom>
            <a:noFill/>
            <a:ln w="60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4623;p115">
              <a:extLst>
                <a:ext uri="{FF2B5EF4-FFF2-40B4-BE49-F238E27FC236}">
                  <a16:creationId xmlns:a16="http://schemas.microsoft.com/office/drawing/2014/main" id="{50391CDB-DA1E-1B8E-14BC-CEFF0F56342D}"/>
                </a:ext>
              </a:extLst>
            </p:cNvPr>
            <p:cNvSpPr/>
            <p:nvPr/>
          </p:nvSpPr>
          <p:spPr>
            <a:xfrm>
              <a:off x="4917925" y="1765075"/>
              <a:ext cx="61650" cy="2075"/>
            </a:xfrm>
            <a:custGeom>
              <a:avLst/>
              <a:gdLst/>
              <a:ahLst/>
              <a:cxnLst/>
              <a:rect l="l" t="t" r="r" b="b"/>
              <a:pathLst>
                <a:path w="2466" h="83" fill="none" extrusionOk="0">
                  <a:moveTo>
                    <a:pt x="2465" y="68"/>
                  </a:moveTo>
                  <a:cubicBezTo>
                    <a:pt x="2465" y="68"/>
                    <a:pt x="1155" y="1"/>
                    <a:pt x="1" y="82"/>
                  </a:cubicBezTo>
                </a:path>
              </a:pathLst>
            </a:custGeom>
            <a:noFill/>
            <a:ln w="60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4624;p115">
              <a:extLst>
                <a:ext uri="{FF2B5EF4-FFF2-40B4-BE49-F238E27FC236}">
                  <a16:creationId xmlns:a16="http://schemas.microsoft.com/office/drawing/2014/main" id="{2A23FF17-CEC4-85CC-5C1B-2C56B3856AF0}"/>
                </a:ext>
              </a:extLst>
            </p:cNvPr>
            <p:cNvSpPr/>
            <p:nvPr/>
          </p:nvSpPr>
          <p:spPr>
            <a:xfrm>
              <a:off x="4987675" y="1745075"/>
              <a:ext cx="39400" cy="78950"/>
            </a:xfrm>
            <a:custGeom>
              <a:avLst/>
              <a:gdLst/>
              <a:ahLst/>
              <a:cxnLst/>
              <a:rect l="l" t="t" r="r" b="b"/>
              <a:pathLst>
                <a:path w="1576" h="3158" fill="none" extrusionOk="0">
                  <a:moveTo>
                    <a:pt x="1575" y="1"/>
                  </a:moveTo>
                  <a:cubicBezTo>
                    <a:pt x="1575" y="1"/>
                    <a:pt x="210" y="1257"/>
                    <a:pt x="1" y="3158"/>
                  </a:cubicBezTo>
                </a:path>
              </a:pathLst>
            </a:custGeom>
            <a:noFill/>
            <a:ln w="60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4625;p115">
              <a:extLst>
                <a:ext uri="{FF2B5EF4-FFF2-40B4-BE49-F238E27FC236}">
                  <a16:creationId xmlns:a16="http://schemas.microsoft.com/office/drawing/2014/main" id="{45A0F09E-3AE1-198B-0CDD-C4B8C2C0CB36}"/>
                </a:ext>
              </a:extLst>
            </p:cNvPr>
            <p:cNvSpPr/>
            <p:nvPr/>
          </p:nvSpPr>
          <p:spPr>
            <a:xfrm>
              <a:off x="5012475" y="1718450"/>
              <a:ext cx="57175" cy="15550"/>
            </a:xfrm>
            <a:custGeom>
              <a:avLst/>
              <a:gdLst/>
              <a:ahLst/>
              <a:cxnLst/>
              <a:rect l="l" t="t" r="r" b="b"/>
              <a:pathLst>
                <a:path w="2287" h="622" fill="none" extrusionOk="0">
                  <a:moveTo>
                    <a:pt x="2287" y="621"/>
                  </a:moveTo>
                  <a:cubicBezTo>
                    <a:pt x="2287" y="621"/>
                    <a:pt x="1234" y="0"/>
                    <a:pt x="1" y="57"/>
                  </a:cubicBezTo>
                </a:path>
              </a:pathLst>
            </a:custGeom>
            <a:noFill/>
            <a:ln w="60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0" name="Google Shape;4626;p115">
            <a:extLst>
              <a:ext uri="{FF2B5EF4-FFF2-40B4-BE49-F238E27FC236}">
                <a16:creationId xmlns:a16="http://schemas.microsoft.com/office/drawing/2014/main" id="{FCB8B3AB-9504-CDBD-1BD9-42879969D49B}"/>
              </a:ext>
            </a:extLst>
          </p:cNvPr>
          <p:cNvGrpSpPr/>
          <p:nvPr/>
        </p:nvGrpSpPr>
        <p:grpSpPr>
          <a:xfrm flipH="1">
            <a:off x="-43669" y="2878596"/>
            <a:ext cx="806545" cy="749095"/>
            <a:chOff x="4142250" y="1570025"/>
            <a:chExt cx="482350" cy="448050"/>
          </a:xfrm>
        </p:grpSpPr>
        <p:sp>
          <p:nvSpPr>
            <p:cNvPr id="1221" name="Google Shape;4627;p115">
              <a:extLst>
                <a:ext uri="{FF2B5EF4-FFF2-40B4-BE49-F238E27FC236}">
                  <a16:creationId xmlns:a16="http://schemas.microsoft.com/office/drawing/2014/main" id="{6CFD8095-372E-8D55-9B4F-B61804F633DF}"/>
                </a:ext>
              </a:extLst>
            </p:cNvPr>
            <p:cNvSpPr/>
            <p:nvPr/>
          </p:nvSpPr>
          <p:spPr>
            <a:xfrm>
              <a:off x="4351500" y="1780525"/>
              <a:ext cx="261875" cy="137400"/>
            </a:xfrm>
            <a:custGeom>
              <a:avLst/>
              <a:gdLst/>
              <a:ahLst/>
              <a:cxnLst/>
              <a:rect l="l" t="t" r="r" b="b"/>
              <a:pathLst>
                <a:path w="10475" h="5496" fill="none" extrusionOk="0">
                  <a:moveTo>
                    <a:pt x="10474" y="0"/>
                  </a:moveTo>
                  <a:lnTo>
                    <a:pt x="0" y="5496"/>
                  </a:lnTo>
                </a:path>
              </a:pathLst>
            </a:custGeom>
            <a:noFill/>
            <a:ln w="52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4628;p115">
              <a:extLst>
                <a:ext uri="{FF2B5EF4-FFF2-40B4-BE49-F238E27FC236}">
                  <a16:creationId xmlns:a16="http://schemas.microsoft.com/office/drawing/2014/main" id="{9CD3B55F-704E-A27F-0989-42EA855F5ECD}"/>
                </a:ext>
              </a:extLst>
            </p:cNvPr>
            <p:cNvSpPr/>
            <p:nvPr/>
          </p:nvSpPr>
          <p:spPr>
            <a:xfrm>
              <a:off x="4525350" y="1730900"/>
              <a:ext cx="55025" cy="83800"/>
            </a:xfrm>
            <a:custGeom>
              <a:avLst/>
              <a:gdLst/>
              <a:ahLst/>
              <a:cxnLst/>
              <a:rect l="l" t="t" r="r" b="b"/>
              <a:pathLst>
                <a:path w="2201" h="3352" extrusionOk="0">
                  <a:moveTo>
                    <a:pt x="1045" y="1"/>
                  </a:moveTo>
                  <a:lnTo>
                    <a:pt x="1045" y="1"/>
                  </a:lnTo>
                  <a:cubicBezTo>
                    <a:pt x="1045" y="1"/>
                    <a:pt x="1045" y="1"/>
                    <a:pt x="1045" y="1"/>
                  </a:cubicBezTo>
                  <a:lnTo>
                    <a:pt x="1045" y="1"/>
                  </a:lnTo>
                  <a:lnTo>
                    <a:pt x="1045" y="1"/>
                  </a:lnTo>
                  <a:close/>
                  <a:moveTo>
                    <a:pt x="1045" y="1"/>
                  </a:moveTo>
                  <a:lnTo>
                    <a:pt x="0" y="3351"/>
                  </a:lnTo>
                  <a:cubicBezTo>
                    <a:pt x="2201" y="488"/>
                    <a:pt x="1046" y="1"/>
                    <a:pt x="10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4629;p115">
              <a:extLst>
                <a:ext uri="{FF2B5EF4-FFF2-40B4-BE49-F238E27FC236}">
                  <a16:creationId xmlns:a16="http://schemas.microsoft.com/office/drawing/2014/main" id="{FC11999A-EB4F-D197-663D-86A957C9E1F2}"/>
                </a:ext>
              </a:extLst>
            </p:cNvPr>
            <p:cNvSpPr/>
            <p:nvPr/>
          </p:nvSpPr>
          <p:spPr>
            <a:xfrm>
              <a:off x="4521300" y="1730800"/>
              <a:ext cx="30175" cy="83900"/>
            </a:xfrm>
            <a:custGeom>
              <a:avLst/>
              <a:gdLst/>
              <a:ahLst/>
              <a:cxnLst/>
              <a:rect l="l" t="t" r="r" b="b"/>
              <a:pathLst>
                <a:path w="1207" h="3356" extrusionOk="0">
                  <a:moveTo>
                    <a:pt x="1154" y="0"/>
                  </a:moveTo>
                  <a:cubicBezTo>
                    <a:pt x="921" y="0"/>
                    <a:pt x="1" y="198"/>
                    <a:pt x="162" y="3355"/>
                  </a:cubicBezTo>
                  <a:lnTo>
                    <a:pt x="1207" y="5"/>
                  </a:lnTo>
                  <a:cubicBezTo>
                    <a:pt x="1207" y="5"/>
                    <a:pt x="1187" y="0"/>
                    <a:pt x="11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4630;p115">
              <a:extLst>
                <a:ext uri="{FF2B5EF4-FFF2-40B4-BE49-F238E27FC236}">
                  <a16:creationId xmlns:a16="http://schemas.microsoft.com/office/drawing/2014/main" id="{18CCFBF6-6E49-0F37-9D6F-097E199BBD02}"/>
                </a:ext>
              </a:extLst>
            </p:cNvPr>
            <p:cNvSpPr/>
            <p:nvPr/>
          </p:nvSpPr>
          <p:spPr>
            <a:xfrm>
              <a:off x="4519350" y="1753625"/>
              <a:ext cx="25025" cy="76200"/>
            </a:xfrm>
            <a:custGeom>
              <a:avLst/>
              <a:gdLst/>
              <a:ahLst/>
              <a:cxnLst/>
              <a:rect l="l" t="t" r="r" b="b"/>
              <a:pathLst>
                <a:path w="1001" h="3048" fill="none" extrusionOk="0">
                  <a:moveTo>
                    <a:pt x="1000" y="1"/>
                  </a:moveTo>
                  <a:lnTo>
                    <a:pt x="0" y="3048"/>
                  </a:lnTo>
                </a:path>
              </a:pathLst>
            </a:custGeom>
            <a:noFill/>
            <a:ln w="52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4631;p115">
              <a:extLst>
                <a:ext uri="{FF2B5EF4-FFF2-40B4-BE49-F238E27FC236}">
                  <a16:creationId xmlns:a16="http://schemas.microsoft.com/office/drawing/2014/main" id="{1AB58CD6-0FF7-2C50-6986-5380C9C7BD2C}"/>
                </a:ext>
              </a:extLst>
            </p:cNvPr>
            <p:cNvSpPr/>
            <p:nvPr/>
          </p:nvSpPr>
          <p:spPr>
            <a:xfrm>
              <a:off x="4535225" y="1833050"/>
              <a:ext cx="89375" cy="26625"/>
            </a:xfrm>
            <a:custGeom>
              <a:avLst/>
              <a:gdLst/>
              <a:ahLst/>
              <a:cxnLst/>
              <a:rect l="l" t="t" r="r" b="b"/>
              <a:pathLst>
                <a:path w="3575" h="1065" extrusionOk="0">
                  <a:moveTo>
                    <a:pt x="701" y="0"/>
                  </a:moveTo>
                  <a:cubicBezTo>
                    <a:pt x="485" y="0"/>
                    <a:pt x="252" y="6"/>
                    <a:pt x="0" y="19"/>
                  </a:cubicBezTo>
                  <a:lnTo>
                    <a:pt x="3351" y="1065"/>
                  </a:lnTo>
                  <a:cubicBezTo>
                    <a:pt x="3351" y="1065"/>
                    <a:pt x="3574" y="0"/>
                    <a:pt x="7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4632;p115">
              <a:extLst>
                <a:ext uri="{FF2B5EF4-FFF2-40B4-BE49-F238E27FC236}">
                  <a16:creationId xmlns:a16="http://schemas.microsoft.com/office/drawing/2014/main" id="{57759C05-CACB-4547-ED40-51F943AAC47C}"/>
                </a:ext>
              </a:extLst>
            </p:cNvPr>
            <p:cNvSpPr/>
            <p:nvPr/>
          </p:nvSpPr>
          <p:spPr>
            <a:xfrm>
              <a:off x="4535225" y="1833525"/>
              <a:ext cx="83800" cy="33750"/>
            </a:xfrm>
            <a:custGeom>
              <a:avLst/>
              <a:gdLst/>
              <a:ahLst/>
              <a:cxnLst/>
              <a:rect l="l" t="t" r="r" b="b"/>
              <a:pathLst>
                <a:path w="3352" h="1350" extrusionOk="0">
                  <a:moveTo>
                    <a:pt x="0" y="0"/>
                  </a:moveTo>
                  <a:lnTo>
                    <a:pt x="0" y="0"/>
                  </a:lnTo>
                  <a:cubicBezTo>
                    <a:pt x="1397" y="1074"/>
                    <a:pt x="2229" y="1349"/>
                    <a:pt x="2714" y="1349"/>
                  </a:cubicBezTo>
                  <a:cubicBezTo>
                    <a:pt x="3223" y="1349"/>
                    <a:pt x="3351" y="1046"/>
                    <a:pt x="3351" y="104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4633;p115">
              <a:extLst>
                <a:ext uri="{FF2B5EF4-FFF2-40B4-BE49-F238E27FC236}">
                  <a16:creationId xmlns:a16="http://schemas.microsoft.com/office/drawing/2014/main" id="{77328886-0E20-AB66-E679-1752005B0D67}"/>
                </a:ext>
              </a:extLst>
            </p:cNvPr>
            <p:cNvSpPr/>
            <p:nvPr/>
          </p:nvSpPr>
          <p:spPr>
            <a:xfrm>
              <a:off x="4519350" y="1829800"/>
              <a:ext cx="76875" cy="22725"/>
            </a:xfrm>
            <a:custGeom>
              <a:avLst/>
              <a:gdLst/>
              <a:ahLst/>
              <a:cxnLst/>
              <a:rect l="l" t="t" r="r" b="b"/>
              <a:pathLst>
                <a:path w="3075" h="909" fill="none" extrusionOk="0">
                  <a:moveTo>
                    <a:pt x="3075" y="909"/>
                  </a:moveTo>
                  <a:lnTo>
                    <a:pt x="0" y="1"/>
                  </a:lnTo>
                </a:path>
              </a:pathLst>
            </a:custGeom>
            <a:noFill/>
            <a:ln w="52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4634;p115">
              <a:extLst>
                <a:ext uri="{FF2B5EF4-FFF2-40B4-BE49-F238E27FC236}">
                  <a16:creationId xmlns:a16="http://schemas.microsoft.com/office/drawing/2014/main" id="{DBD7A73C-1D5C-E79D-27BC-F8937796AC86}"/>
                </a:ext>
              </a:extLst>
            </p:cNvPr>
            <p:cNvSpPr/>
            <p:nvPr/>
          </p:nvSpPr>
          <p:spPr>
            <a:xfrm>
              <a:off x="4469050" y="1760450"/>
              <a:ext cx="55025" cy="83775"/>
            </a:xfrm>
            <a:custGeom>
              <a:avLst/>
              <a:gdLst/>
              <a:ahLst/>
              <a:cxnLst/>
              <a:rect l="l" t="t" r="r" b="b"/>
              <a:pathLst>
                <a:path w="2201" h="3351" extrusionOk="0">
                  <a:moveTo>
                    <a:pt x="1046" y="0"/>
                  </a:moveTo>
                  <a:lnTo>
                    <a:pt x="1046" y="0"/>
                  </a:lnTo>
                  <a:cubicBezTo>
                    <a:pt x="1046" y="0"/>
                    <a:pt x="1046" y="0"/>
                    <a:pt x="1046" y="0"/>
                  </a:cubicBezTo>
                  <a:lnTo>
                    <a:pt x="1" y="3351"/>
                  </a:lnTo>
                  <a:cubicBezTo>
                    <a:pt x="2201" y="489"/>
                    <a:pt x="1047" y="0"/>
                    <a:pt x="10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4635;p115">
              <a:extLst>
                <a:ext uri="{FF2B5EF4-FFF2-40B4-BE49-F238E27FC236}">
                  <a16:creationId xmlns:a16="http://schemas.microsoft.com/office/drawing/2014/main" id="{AA608ACC-9215-CE94-936A-6DA641007B88}"/>
                </a:ext>
              </a:extLst>
            </p:cNvPr>
            <p:cNvSpPr/>
            <p:nvPr/>
          </p:nvSpPr>
          <p:spPr>
            <a:xfrm>
              <a:off x="4465000" y="1760325"/>
              <a:ext cx="30225" cy="83900"/>
            </a:xfrm>
            <a:custGeom>
              <a:avLst/>
              <a:gdLst/>
              <a:ahLst/>
              <a:cxnLst/>
              <a:rect l="l" t="t" r="r" b="b"/>
              <a:pathLst>
                <a:path w="1209" h="3356" extrusionOk="0">
                  <a:moveTo>
                    <a:pt x="1154" y="1"/>
                  </a:moveTo>
                  <a:cubicBezTo>
                    <a:pt x="919" y="1"/>
                    <a:pt x="1" y="202"/>
                    <a:pt x="163" y="3356"/>
                  </a:cubicBezTo>
                  <a:lnTo>
                    <a:pt x="1208" y="5"/>
                  </a:lnTo>
                  <a:cubicBezTo>
                    <a:pt x="1208" y="5"/>
                    <a:pt x="1188" y="1"/>
                    <a:pt x="11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4636;p115">
              <a:extLst>
                <a:ext uri="{FF2B5EF4-FFF2-40B4-BE49-F238E27FC236}">
                  <a16:creationId xmlns:a16="http://schemas.microsoft.com/office/drawing/2014/main" id="{1583B6F4-CC11-833B-5851-E38E60DF64FF}"/>
                </a:ext>
              </a:extLst>
            </p:cNvPr>
            <p:cNvSpPr/>
            <p:nvPr/>
          </p:nvSpPr>
          <p:spPr>
            <a:xfrm>
              <a:off x="4463050" y="1783175"/>
              <a:ext cx="25025" cy="76225"/>
            </a:xfrm>
            <a:custGeom>
              <a:avLst/>
              <a:gdLst/>
              <a:ahLst/>
              <a:cxnLst/>
              <a:rect l="l" t="t" r="r" b="b"/>
              <a:pathLst>
                <a:path w="1001" h="3049" fill="none" extrusionOk="0">
                  <a:moveTo>
                    <a:pt x="1001" y="0"/>
                  </a:moveTo>
                  <a:lnTo>
                    <a:pt x="0" y="3048"/>
                  </a:lnTo>
                </a:path>
              </a:pathLst>
            </a:custGeom>
            <a:noFill/>
            <a:ln w="52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4637;p115">
              <a:extLst>
                <a:ext uri="{FF2B5EF4-FFF2-40B4-BE49-F238E27FC236}">
                  <a16:creationId xmlns:a16="http://schemas.microsoft.com/office/drawing/2014/main" id="{40706EF5-F81B-6726-107C-6ABD6CA0A07E}"/>
                </a:ext>
              </a:extLst>
            </p:cNvPr>
            <p:cNvSpPr/>
            <p:nvPr/>
          </p:nvSpPr>
          <p:spPr>
            <a:xfrm>
              <a:off x="4478950" y="1862575"/>
              <a:ext cx="89375" cy="26650"/>
            </a:xfrm>
            <a:custGeom>
              <a:avLst/>
              <a:gdLst/>
              <a:ahLst/>
              <a:cxnLst/>
              <a:rect l="l" t="t" r="r" b="b"/>
              <a:pathLst>
                <a:path w="3575" h="1066" extrusionOk="0">
                  <a:moveTo>
                    <a:pt x="699" y="1"/>
                  </a:moveTo>
                  <a:cubicBezTo>
                    <a:pt x="484" y="1"/>
                    <a:pt x="252" y="7"/>
                    <a:pt x="1" y="20"/>
                  </a:cubicBezTo>
                  <a:lnTo>
                    <a:pt x="3351" y="1065"/>
                  </a:lnTo>
                  <a:cubicBezTo>
                    <a:pt x="3351" y="1064"/>
                    <a:pt x="3575" y="1"/>
                    <a:pt x="6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4638;p115">
              <a:extLst>
                <a:ext uri="{FF2B5EF4-FFF2-40B4-BE49-F238E27FC236}">
                  <a16:creationId xmlns:a16="http://schemas.microsoft.com/office/drawing/2014/main" id="{D7A3F19B-64DA-FED0-FA15-EEBFB7967A37}"/>
                </a:ext>
              </a:extLst>
            </p:cNvPr>
            <p:cNvSpPr/>
            <p:nvPr/>
          </p:nvSpPr>
          <p:spPr>
            <a:xfrm>
              <a:off x="4478950" y="1863050"/>
              <a:ext cx="83800" cy="33750"/>
            </a:xfrm>
            <a:custGeom>
              <a:avLst/>
              <a:gdLst/>
              <a:ahLst/>
              <a:cxnLst/>
              <a:rect l="l" t="t" r="r" b="b"/>
              <a:pathLst>
                <a:path w="3352" h="1350" extrusionOk="0">
                  <a:moveTo>
                    <a:pt x="1" y="1"/>
                  </a:moveTo>
                  <a:cubicBezTo>
                    <a:pt x="1396" y="1075"/>
                    <a:pt x="2227" y="1350"/>
                    <a:pt x="2713" y="1350"/>
                  </a:cubicBezTo>
                  <a:cubicBezTo>
                    <a:pt x="3223" y="1350"/>
                    <a:pt x="3351" y="1047"/>
                    <a:pt x="3351" y="1046"/>
                  </a:cubicBezTo>
                  <a:lnTo>
                    <a:pt x="3351" y="1046"/>
                  </a:lnTo>
                  <a:lnTo>
                    <a:pt x="3351" y="1046"/>
                  </a:lnTo>
                  <a:cubicBezTo>
                    <a:pt x="3351" y="1046"/>
                    <a:pt x="3351" y="1046"/>
                    <a:pt x="3351" y="1046"/>
                  </a:cubicBezTo>
                  <a:cubicBezTo>
                    <a:pt x="3351" y="1046"/>
                    <a:pt x="3351" y="1046"/>
                    <a:pt x="3351" y="1046"/>
                  </a:cubicBezTo>
                  <a:lnTo>
                    <a:pt x="3351" y="104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4639;p115">
              <a:extLst>
                <a:ext uri="{FF2B5EF4-FFF2-40B4-BE49-F238E27FC236}">
                  <a16:creationId xmlns:a16="http://schemas.microsoft.com/office/drawing/2014/main" id="{746AA38C-9162-0624-BD9F-977E9E18DAED}"/>
                </a:ext>
              </a:extLst>
            </p:cNvPr>
            <p:cNvSpPr/>
            <p:nvPr/>
          </p:nvSpPr>
          <p:spPr>
            <a:xfrm>
              <a:off x="4463050" y="1859375"/>
              <a:ext cx="76925" cy="22725"/>
            </a:xfrm>
            <a:custGeom>
              <a:avLst/>
              <a:gdLst/>
              <a:ahLst/>
              <a:cxnLst/>
              <a:rect l="l" t="t" r="r" b="b"/>
              <a:pathLst>
                <a:path w="3077" h="909" fill="none" extrusionOk="0">
                  <a:moveTo>
                    <a:pt x="3076" y="909"/>
                  </a:moveTo>
                  <a:lnTo>
                    <a:pt x="0" y="0"/>
                  </a:lnTo>
                </a:path>
              </a:pathLst>
            </a:custGeom>
            <a:noFill/>
            <a:ln w="52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4640;p115">
              <a:extLst>
                <a:ext uri="{FF2B5EF4-FFF2-40B4-BE49-F238E27FC236}">
                  <a16:creationId xmlns:a16="http://schemas.microsoft.com/office/drawing/2014/main" id="{1D7E95E6-B8CF-B756-7787-92FECA5E8AA8}"/>
                </a:ext>
              </a:extLst>
            </p:cNvPr>
            <p:cNvSpPr/>
            <p:nvPr/>
          </p:nvSpPr>
          <p:spPr>
            <a:xfrm>
              <a:off x="4412750" y="1789950"/>
              <a:ext cx="55050" cy="83800"/>
            </a:xfrm>
            <a:custGeom>
              <a:avLst/>
              <a:gdLst/>
              <a:ahLst/>
              <a:cxnLst/>
              <a:rect l="l" t="t" r="r" b="b"/>
              <a:pathLst>
                <a:path w="2202" h="3352" extrusionOk="0">
                  <a:moveTo>
                    <a:pt x="1046" y="1"/>
                  </a:moveTo>
                  <a:cubicBezTo>
                    <a:pt x="1046" y="1"/>
                    <a:pt x="1046" y="1"/>
                    <a:pt x="1046" y="1"/>
                  </a:cubicBezTo>
                  <a:lnTo>
                    <a:pt x="1046" y="1"/>
                  </a:lnTo>
                  <a:lnTo>
                    <a:pt x="1046" y="1"/>
                  </a:lnTo>
                  <a:close/>
                  <a:moveTo>
                    <a:pt x="1046" y="1"/>
                  </a:moveTo>
                  <a:lnTo>
                    <a:pt x="1" y="3351"/>
                  </a:lnTo>
                  <a:cubicBezTo>
                    <a:pt x="2201" y="491"/>
                    <a:pt x="1047" y="1"/>
                    <a:pt x="10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4641;p115">
              <a:extLst>
                <a:ext uri="{FF2B5EF4-FFF2-40B4-BE49-F238E27FC236}">
                  <a16:creationId xmlns:a16="http://schemas.microsoft.com/office/drawing/2014/main" id="{0D37ECA6-AA93-9BC2-338D-CB11FE4015D5}"/>
                </a:ext>
              </a:extLst>
            </p:cNvPr>
            <p:cNvSpPr/>
            <p:nvPr/>
          </p:nvSpPr>
          <p:spPr>
            <a:xfrm>
              <a:off x="4408700" y="1789850"/>
              <a:ext cx="30225" cy="83900"/>
            </a:xfrm>
            <a:custGeom>
              <a:avLst/>
              <a:gdLst/>
              <a:ahLst/>
              <a:cxnLst/>
              <a:rect l="l" t="t" r="r" b="b"/>
              <a:pathLst>
                <a:path w="1209" h="3356" extrusionOk="0">
                  <a:moveTo>
                    <a:pt x="1156" y="1"/>
                  </a:moveTo>
                  <a:cubicBezTo>
                    <a:pt x="922" y="1"/>
                    <a:pt x="1" y="198"/>
                    <a:pt x="163" y="3355"/>
                  </a:cubicBezTo>
                  <a:lnTo>
                    <a:pt x="1208" y="5"/>
                  </a:lnTo>
                  <a:cubicBezTo>
                    <a:pt x="1208" y="5"/>
                    <a:pt x="1189" y="1"/>
                    <a:pt x="11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4642;p115">
              <a:extLst>
                <a:ext uri="{FF2B5EF4-FFF2-40B4-BE49-F238E27FC236}">
                  <a16:creationId xmlns:a16="http://schemas.microsoft.com/office/drawing/2014/main" id="{AE87AA43-E710-3FB9-3CD9-B7AD9CB59F78}"/>
                </a:ext>
              </a:extLst>
            </p:cNvPr>
            <p:cNvSpPr/>
            <p:nvPr/>
          </p:nvSpPr>
          <p:spPr>
            <a:xfrm>
              <a:off x="4406750" y="1812750"/>
              <a:ext cx="25050" cy="76175"/>
            </a:xfrm>
            <a:custGeom>
              <a:avLst/>
              <a:gdLst/>
              <a:ahLst/>
              <a:cxnLst/>
              <a:rect l="l" t="t" r="r" b="b"/>
              <a:pathLst>
                <a:path w="1002" h="3047" fill="none" extrusionOk="0">
                  <a:moveTo>
                    <a:pt x="1002" y="0"/>
                  </a:moveTo>
                  <a:lnTo>
                    <a:pt x="1" y="3047"/>
                  </a:lnTo>
                </a:path>
              </a:pathLst>
            </a:custGeom>
            <a:noFill/>
            <a:ln w="52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4643;p115">
              <a:extLst>
                <a:ext uri="{FF2B5EF4-FFF2-40B4-BE49-F238E27FC236}">
                  <a16:creationId xmlns:a16="http://schemas.microsoft.com/office/drawing/2014/main" id="{DE765CF4-E5A1-5371-935A-70843CA4F2E1}"/>
                </a:ext>
              </a:extLst>
            </p:cNvPr>
            <p:cNvSpPr/>
            <p:nvPr/>
          </p:nvSpPr>
          <p:spPr>
            <a:xfrm>
              <a:off x="4422650" y="1892125"/>
              <a:ext cx="89375" cy="26625"/>
            </a:xfrm>
            <a:custGeom>
              <a:avLst/>
              <a:gdLst/>
              <a:ahLst/>
              <a:cxnLst/>
              <a:rect l="l" t="t" r="r" b="b"/>
              <a:pathLst>
                <a:path w="3575" h="1065" extrusionOk="0">
                  <a:moveTo>
                    <a:pt x="708" y="1"/>
                  </a:moveTo>
                  <a:cubicBezTo>
                    <a:pt x="490" y="1"/>
                    <a:pt x="255" y="7"/>
                    <a:pt x="1" y="20"/>
                  </a:cubicBezTo>
                  <a:lnTo>
                    <a:pt x="3352" y="1065"/>
                  </a:lnTo>
                  <a:cubicBezTo>
                    <a:pt x="3352" y="1064"/>
                    <a:pt x="3574" y="1"/>
                    <a:pt x="7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4644;p115">
              <a:extLst>
                <a:ext uri="{FF2B5EF4-FFF2-40B4-BE49-F238E27FC236}">
                  <a16:creationId xmlns:a16="http://schemas.microsoft.com/office/drawing/2014/main" id="{BE72B4A7-0C7E-255F-97F3-60627FF0EDB9}"/>
                </a:ext>
              </a:extLst>
            </p:cNvPr>
            <p:cNvSpPr/>
            <p:nvPr/>
          </p:nvSpPr>
          <p:spPr>
            <a:xfrm>
              <a:off x="4422650" y="1892625"/>
              <a:ext cx="83800" cy="33725"/>
            </a:xfrm>
            <a:custGeom>
              <a:avLst/>
              <a:gdLst/>
              <a:ahLst/>
              <a:cxnLst/>
              <a:rect l="l" t="t" r="r" b="b"/>
              <a:pathLst>
                <a:path w="3352" h="1349" extrusionOk="0">
                  <a:moveTo>
                    <a:pt x="1" y="0"/>
                  </a:moveTo>
                  <a:lnTo>
                    <a:pt x="1" y="0"/>
                  </a:lnTo>
                  <a:cubicBezTo>
                    <a:pt x="1396" y="1073"/>
                    <a:pt x="2228" y="1348"/>
                    <a:pt x="2713" y="1348"/>
                  </a:cubicBezTo>
                  <a:cubicBezTo>
                    <a:pt x="3223" y="1348"/>
                    <a:pt x="3351" y="1045"/>
                    <a:pt x="3352" y="1045"/>
                  </a:cubicBezTo>
                  <a:lnTo>
                    <a:pt x="3352" y="1045"/>
                  </a:lnTo>
                  <a:lnTo>
                    <a:pt x="3352" y="1045"/>
                  </a:lnTo>
                  <a:cubicBezTo>
                    <a:pt x="3352" y="1045"/>
                    <a:pt x="3352" y="1045"/>
                    <a:pt x="3352" y="1045"/>
                  </a:cubicBezTo>
                  <a:cubicBezTo>
                    <a:pt x="3352" y="1045"/>
                    <a:pt x="3352" y="1045"/>
                    <a:pt x="3352" y="1045"/>
                  </a:cubicBezTo>
                  <a:lnTo>
                    <a:pt x="3352" y="10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4645;p115">
              <a:extLst>
                <a:ext uri="{FF2B5EF4-FFF2-40B4-BE49-F238E27FC236}">
                  <a16:creationId xmlns:a16="http://schemas.microsoft.com/office/drawing/2014/main" id="{D8BC741F-7429-ED89-799E-4B282D512C9D}"/>
                </a:ext>
              </a:extLst>
            </p:cNvPr>
            <p:cNvSpPr/>
            <p:nvPr/>
          </p:nvSpPr>
          <p:spPr>
            <a:xfrm>
              <a:off x="4406750" y="1888900"/>
              <a:ext cx="76925" cy="22750"/>
            </a:xfrm>
            <a:custGeom>
              <a:avLst/>
              <a:gdLst/>
              <a:ahLst/>
              <a:cxnLst/>
              <a:rect l="l" t="t" r="r" b="b"/>
              <a:pathLst>
                <a:path w="3077" h="910" fill="none" extrusionOk="0">
                  <a:moveTo>
                    <a:pt x="3076" y="909"/>
                  </a:moveTo>
                  <a:lnTo>
                    <a:pt x="1" y="1"/>
                  </a:lnTo>
                </a:path>
              </a:pathLst>
            </a:custGeom>
            <a:noFill/>
            <a:ln w="52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4646;p115">
              <a:extLst>
                <a:ext uri="{FF2B5EF4-FFF2-40B4-BE49-F238E27FC236}">
                  <a16:creationId xmlns:a16="http://schemas.microsoft.com/office/drawing/2014/main" id="{2156455E-6144-B49E-2E35-C011D5948FE6}"/>
                </a:ext>
              </a:extLst>
            </p:cNvPr>
            <p:cNvSpPr/>
            <p:nvPr/>
          </p:nvSpPr>
          <p:spPr>
            <a:xfrm>
              <a:off x="4356475" y="1819500"/>
              <a:ext cx="55050" cy="83800"/>
            </a:xfrm>
            <a:custGeom>
              <a:avLst/>
              <a:gdLst/>
              <a:ahLst/>
              <a:cxnLst/>
              <a:rect l="l" t="t" r="r" b="b"/>
              <a:pathLst>
                <a:path w="2202" h="3352" extrusionOk="0">
                  <a:moveTo>
                    <a:pt x="1046" y="0"/>
                  </a:moveTo>
                  <a:lnTo>
                    <a:pt x="1046" y="0"/>
                  </a:lnTo>
                  <a:cubicBezTo>
                    <a:pt x="1046" y="0"/>
                    <a:pt x="1046" y="0"/>
                    <a:pt x="1046" y="0"/>
                  </a:cubicBezTo>
                  <a:lnTo>
                    <a:pt x="1046" y="0"/>
                  </a:lnTo>
                  <a:lnTo>
                    <a:pt x="1046" y="0"/>
                  </a:lnTo>
                  <a:close/>
                  <a:moveTo>
                    <a:pt x="1046" y="0"/>
                  </a:moveTo>
                  <a:lnTo>
                    <a:pt x="0" y="3351"/>
                  </a:lnTo>
                  <a:cubicBezTo>
                    <a:pt x="2202" y="490"/>
                    <a:pt x="1046" y="1"/>
                    <a:pt x="10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4647;p115">
              <a:extLst>
                <a:ext uri="{FF2B5EF4-FFF2-40B4-BE49-F238E27FC236}">
                  <a16:creationId xmlns:a16="http://schemas.microsoft.com/office/drawing/2014/main" id="{7876500B-FCD8-6AA8-CF63-FF55E024D9BF}"/>
                </a:ext>
              </a:extLst>
            </p:cNvPr>
            <p:cNvSpPr/>
            <p:nvPr/>
          </p:nvSpPr>
          <p:spPr>
            <a:xfrm>
              <a:off x="4352400" y="1819400"/>
              <a:ext cx="30225" cy="83900"/>
            </a:xfrm>
            <a:custGeom>
              <a:avLst/>
              <a:gdLst/>
              <a:ahLst/>
              <a:cxnLst/>
              <a:rect l="l" t="t" r="r" b="b"/>
              <a:pathLst>
                <a:path w="1209" h="3356" extrusionOk="0">
                  <a:moveTo>
                    <a:pt x="1156" y="0"/>
                  </a:moveTo>
                  <a:cubicBezTo>
                    <a:pt x="922" y="0"/>
                    <a:pt x="1" y="197"/>
                    <a:pt x="163" y="3355"/>
                  </a:cubicBezTo>
                  <a:lnTo>
                    <a:pt x="1209" y="4"/>
                  </a:lnTo>
                  <a:cubicBezTo>
                    <a:pt x="1208" y="4"/>
                    <a:pt x="1189" y="0"/>
                    <a:pt x="11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4648;p115">
              <a:extLst>
                <a:ext uri="{FF2B5EF4-FFF2-40B4-BE49-F238E27FC236}">
                  <a16:creationId xmlns:a16="http://schemas.microsoft.com/office/drawing/2014/main" id="{37DE73E4-B578-65E6-3534-624A0BC8888A}"/>
                </a:ext>
              </a:extLst>
            </p:cNvPr>
            <p:cNvSpPr/>
            <p:nvPr/>
          </p:nvSpPr>
          <p:spPr>
            <a:xfrm>
              <a:off x="4350475" y="1842275"/>
              <a:ext cx="25050" cy="76200"/>
            </a:xfrm>
            <a:custGeom>
              <a:avLst/>
              <a:gdLst/>
              <a:ahLst/>
              <a:cxnLst/>
              <a:rect l="l" t="t" r="r" b="b"/>
              <a:pathLst>
                <a:path w="1002" h="3048" fill="none" extrusionOk="0">
                  <a:moveTo>
                    <a:pt x="1001" y="1"/>
                  </a:moveTo>
                  <a:lnTo>
                    <a:pt x="1" y="3047"/>
                  </a:lnTo>
                </a:path>
              </a:pathLst>
            </a:custGeom>
            <a:noFill/>
            <a:ln w="52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4649;p115">
              <a:extLst>
                <a:ext uri="{FF2B5EF4-FFF2-40B4-BE49-F238E27FC236}">
                  <a16:creationId xmlns:a16="http://schemas.microsoft.com/office/drawing/2014/main" id="{8279E277-4092-3E95-9596-2EAC4D16C616}"/>
                </a:ext>
              </a:extLst>
            </p:cNvPr>
            <p:cNvSpPr/>
            <p:nvPr/>
          </p:nvSpPr>
          <p:spPr>
            <a:xfrm>
              <a:off x="4366375" y="1921650"/>
              <a:ext cx="89375" cy="26625"/>
            </a:xfrm>
            <a:custGeom>
              <a:avLst/>
              <a:gdLst/>
              <a:ahLst/>
              <a:cxnLst/>
              <a:rect l="l" t="t" r="r" b="b"/>
              <a:pathLst>
                <a:path w="3575" h="1065" extrusionOk="0">
                  <a:moveTo>
                    <a:pt x="698" y="0"/>
                  </a:moveTo>
                  <a:cubicBezTo>
                    <a:pt x="483" y="0"/>
                    <a:pt x="251" y="6"/>
                    <a:pt x="0" y="19"/>
                  </a:cubicBezTo>
                  <a:lnTo>
                    <a:pt x="3351" y="1064"/>
                  </a:lnTo>
                  <a:cubicBezTo>
                    <a:pt x="3351" y="1064"/>
                    <a:pt x="3574" y="0"/>
                    <a:pt x="6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4650;p115">
              <a:extLst>
                <a:ext uri="{FF2B5EF4-FFF2-40B4-BE49-F238E27FC236}">
                  <a16:creationId xmlns:a16="http://schemas.microsoft.com/office/drawing/2014/main" id="{05513AE4-A8E2-EA26-7C27-53FAF52E33B4}"/>
                </a:ext>
              </a:extLst>
            </p:cNvPr>
            <p:cNvSpPr/>
            <p:nvPr/>
          </p:nvSpPr>
          <p:spPr>
            <a:xfrm>
              <a:off x="4366375" y="1922100"/>
              <a:ext cx="83775" cy="33775"/>
            </a:xfrm>
            <a:custGeom>
              <a:avLst/>
              <a:gdLst/>
              <a:ahLst/>
              <a:cxnLst/>
              <a:rect l="l" t="t" r="r" b="b"/>
              <a:pathLst>
                <a:path w="3351" h="1351" extrusionOk="0">
                  <a:moveTo>
                    <a:pt x="0" y="1"/>
                  </a:moveTo>
                  <a:cubicBezTo>
                    <a:pt x="1397" y="1075"/>
                    <a:pt x="2228" y="1350"/>
                    <a:pt x="2713" y="1350"/>
                  </a:cubicBezTo>
                  <a:cubicBezTo>
                    <a:pt x="3223" y="1350"/>
                    <a:pt x="3351" y="1046"/>
                    <a:pt x="3351" y="104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4651;p115">
              <a:extLst>
                <a:ext uri="{FF2B5EF4-FFF2-40B4-BE49-F238E27FC236}">
                  <a16:creationId xmlns:a16="http://schemas.microsoft.com/office/drawing/2014/main" id="{C2F1A430-731F-A408-BCD0-D09C0A101692}"/>
                </a:ext>
              </a:extLst>
            </p:cNvPr>
            <p:cNvSpPr/>
            <p:nvPr/>
          </p:nvSpPr>
          <p:spPr>
            <a:xfrm>
              <a:off x="4350475" y="1918450"/>
              <a:ext cx="76900" cy="22725"/>
            </a:xfrm>
            <a:custGeom>
              <a:avLst/>
              <a:gdLst/>
              <a:ahLst/>
              <a:cxnLst/>
              <a:rect l="l" t="t" r="r" b="b"/>
              <a:pathLst>
                <a:path w="3076" h="909" fill="none" extrusionOk="0">
                  <a:moveTo>
                    <a:pt x="3075" y="909"/>
                  </a:moveTo>
                  <a:lnTo>
                    <a:pt x="1" y="0"/>
                  </a:lnTo>
                </a:path>
              </a:pathLst>
            </a:custGeom>
            <a:noFill/>
            <a:ln w="52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4652;p115">
              <a:extLst>
                <a:ext uri="{FF2B5EF4-FFF2-40B4-BE49-F238E27FC236}">
                  <a16:creationId xmlns:a16="http://schemas.microsoft.com/office/drawing/2014/main" id="{A491CA6B-18FD-71E9-08C0-E526541FCADC}"/>
                </a:ext>
              </a:extLst>
            </p:cNvPr>
            <p:cNvSpPr/>
            <p:nvPr/>
          </p:nvSpPr>
          <p:spPr>
            <a:xfrm>
              <a:off x="4252800" y="1570025"/>
              <a:ext cx="181050" cy="308850"/>
            </a:xfrm>
            <a:custGeom>
              <a:avLst/>
              <a:gdLst/>
              <a:ahLst/>
              <a:cxnLst/>
              <a:rect l="l" t="t" r="r" b="b"/>
              <a:pathLst>
                <a:path w="7242" h="12354" extrusionOk="0">
                  <a:moveTo>
                    <a:pt x="6950" y="1"/>
                  </a:moveTo>
                  <a:cubicBezTo>
                    <a:pt x="5803" y="1"/>
                    <a:pt x="1384" y="7885"/>
                    <a:pt x="0" y="12354"/>
                  </a:cubicBezTo>
                  <a:cubicBezTo>
                    <a:pt x="2882" y="9739"/>
                    <a:pt x="3795" y="9221"/>
                    <a:pt x="3795" y="9221"/>
                  </a:cubicBezTo>
                  <a:cubicBezTo>
                    <a:pt x="3795" y="9221"/>
                    <a:pt x="7084" y="4134"/>
                    <a:pt x="7222" y="708"/>
                  </a:cubicBezTo>
                  <a:cubicBezTo>
                    <a:pt x="7241" y="219"/>
                    <a:pt x="7141" y="1"/>
                    <a:pt x="69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4653;p115">
              <a:extLst>
                <a:ext uri="{FF2B5EF4-FFF2-40B4-BE49-F238E27FC236}">
                  <a16:creationId xmlns:a16="http://schemas.microsoft.com/office/drawing/2014/main" id="{022C893F-393E-2067-2633-B7C24A246115}"/>
                </a:ext>
              </a:extLst>
            </p:cNvPr>
            <p:cNvSpPr/>
            <p:nvPr/>
          </p:nvSpPr>
          <p:spPr>
            <a:xfrm>
              <a:off x="4231375" y="1713975"/>
              <a:ext cx="325825" cy="304100"/>
            </a:xfrm>
            <a:custGeom>
              <a:avLst/>
              <a:gdLst/>
              <a:ahLst/>
              <a:cxnLst/>
              <a:rect l="l" t="t" r="r" b="b"/>
              <a:pathLst>
                <a:path w="13033" h="12164" extrusionOk="0">
                  <a:moveTo>
                    <a:pt x="8078" y="1"/>
                  </a:moveTo>
                  <a:cubicBezTo>
                    <a:pt x="6376" y="1"/>
                    <a:pt x="2181" y="2628"/>
                    <a:pt x="1" y="8792"/>
                  </a:cubicBezTo>
                  <a:cubicBezTo>
                    <a:pt x="1" y="8792"/>
                    <a:pt x="5910" y="12164"/>
                    <a:pt x="8996" y="12164"/>
                  </a:cubicBezTo>
                  <a:cubicBezTo>
                    <a:pt x="9888" y="12164"/>
                    <a:pt x="10544" y="11881"/>
                    <a:pt x="10752" y="11154"/>
                  </a:cubicBezTo>
                  <a:cubicBezTo>
                    <a:pt x="11680" y="7910"/>
                    <a:pt x="5638" y="7883"/>
                    <a:pt x="5638" y="7883"/>
                  </a:cubicBezTo>
                  <a:cubicBezTo>
                    <a:pt x="5638" y="7883"/>
                    <a:pt x="10524" y="7686"/>
                    <a:pt x="12446" y="5034"/>
                  </a:cubicBezTo>
                  <a:cubicBezTo>
                    <a:pt x="13033" y="4223"/>
                    <a:pt x="12416" y="3942"/>
                    <a:pt x="11275" y="3942"/>
                  </a:cubicBezTo>
                  <a:cubicBezTo>
                    <a:pt x="8678" y="3942"/>
                    <a:pt x="3370" y="5400"/>
                    <a:pt x="3370" y="5400"/>
                  </a:cubicBezTo>
                  <a:cubicBezTo>
                    <a:pt x="3370" y="5400"/>
                    <a:pt x="6813" y="4288"/>
                    <a:pt x="8554" y="1349"/>
                  </a:cubicBezTo>
                  <a:cubicBezTo>
                    <a:pt x="9073" y="473"/>
                    <a:pt x="8799" y="1"/>
                    <a:pt x="80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4654;p115">
              <a:extLst>
                <a:ext uri="{FF2B5EF4-FFF2-40B4-BE49-F238E27FC236}">
                  <a16:creationId xmlns:a16="http://schemas.microsoft.com/office/drawing/2014/main" id="{B07124E5-9AEE-AC91-9A78-5FFD3F71A157}"/>
                </a:ext>
              </a:extLst>
            </p:cNvPr>
            <p:cNvSpPr/>
            <p:nvPr/>
          </p:nvSpPr>
          <p:spPr>
            <a:xfrm>
              <a:off x="4267325" y="1828600"/>
              <a:ext cx="237650" cy="76625"/>
            </a:xfrm>
            <a:custGeom>
              <a:avLst/>
              <a:gdLst/>
              <a:ahLst/>
              <a:cxnLst/>
              <a:rect l="l" t="t" r="r" b="b"/>
              <a:pathLst>
                <a:path w="9506" h="3065" extrusionOk="0">
                  <a:moveTo>
                    <a:pt x="9215" y="1"/>
                  </a:moveTo>
                  <a:cubicBezTo>
                    <a:pt x="7942" y="1"/>
                    <a:pt x="1" y="3021"/>
                    <a:pt x="1" y="3021"/>
                  </a:cubicBezTo>
                  <a:cubicBezTo>
                    <a:pt x="21" y="3050"/>
                    <a:pt x="127" y="3065"/>
                    <a:pt x="302" y="3065"/>
                  </a:cubicBezTo>
                  <a:cubicBezTo>
                    <a:pt x="1533" y="3065"/>
                    <a:pt x="6206" y="2328"/>
                    <a:pt x="8873" y="543"/>
                  </a:cubicBezTo>
                  <a:cubicBezTo>
                    <a:pt x="9449" y="158"/>
                    <a:pt x="9505" y="1"/>
                    <a:pt x="9215" y="1"/>
                  </a:cubicBezTo>
                  <a:close/>
                </a:path>
              </a:pathLst>
            </a:custGeom>
            <a:solidFill>
              <a:srgbClr val="000000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4655;p115">
              <a:extLst>
                <a:ext uri="{FF2B5EF4-FFF2-40B4-BE49-F238E27FC236}">
                  <a16:creationId xmlns:a16="http://schemas.microsoft.com/office/drawing/2014/main" id="{BC2A3CB6-2FE6-0BEE-C136-568D94BB2335}"/>
                </a:ext>
              </a:extLst>
            </p:cNvPr>
            <p:cNvSpPr/>
            <p:nvPr/>
          </p:nvSpPr>
          <p:spPr>
            <a:xfrm>
              <a:off x="4274700" y="1911350"/>
              <a:ext cx="189975" cy="65950"/>
            </a:xfrm>
            <a:custGeom>
              <a:avLst/>
              <a:gdLst/>
              <a:ahLst/>
              <a:cxnLst/>
              <a:rect l="l" t="t" r="r" b="b"/>
              <a:pathLst>
                <a:path w="7599" h="2638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5260" y="2638"/>
                    <a:pt x="7193" y="2638"/>
                  </a:cubicBezTo>
                  <a:cubicBezTo>
                    <a:pt x="7353" y="2638"/>
                    <a:pt x="7489" y="2620"/>
                    <a:pt x="7598" y="258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000000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4656;p115">
              <a:extLst>
                <a:ext uri="{FF2B5EF4-FFF2-40B4-BE49-F238E27FC236}">
                  <a16:creationId xmlns:a16="http://schemas.microsoft.com/office/drawing/2014/main" id="{A73E8062-7B2B-4A92-3C15-93ABAD6C325F}"/>
                </a:ext>
              </a:extLst>
            </p:cNvPr>
            <p:cNvSpPr/>
            <p:nvPr/>
          </p:nvSpPr>
          <p:spPr>
            <a:xfrm>
              <a:off x="4282550" y="1748475"/>
              <a:ext cx="128200" cy="102075"/>
            </a:xfrm>
            <a:custGeom>
              <a:avLst/>
              <a:gdLst/>
              <a:ahLst/>
              <a:cxnLst/>
              <a:rect l="l" t="t" r="r" b="b"/>
              <a:pathLst>
                <a:path w="5128" h="4083" extrusionOk="0">
                  <a:moveTo>
                    <a:pt x="5127" y="1"/>
                  </a:moveTo>
                  <a:lnTo>
                    <a:pt x="5127" y="1"/>
                  </a:lnTo>
                  <a:cubicBezTo>
                    <a:pt x="3468" y="148"/>
                    <a:pt x="0" y="4083"/>
                    <a:pt x="0" y="4083"/>
                  </a:cubicBezTo>
                  <a:lnTo>
                    <a:pt x="5127" y="1"/>
                  </a:lnTo>
                  <a:close/>
                </a:path>
              </a:pathLst>
            </a:custGeom>
            <a:solidFill>
              <a:srgbClr val="000000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4657;p115">
              <a:extLst>
                <a:ext uri="{FF2B5EF4-FFF2-40B4-BE49-F238E27FC236}">
                  <a16:creationId xmlns:a16="http://schemas.microsoft.com/office/drawing/2014/main" id="{ACC887A2-F5FB-DC59-BC2A-2019BFCA50E7}"/>
                </a:ext>
              </a:extLst>
            </p:cNvPr>
            <p:cNvSpPr/>
            <p:nvPr/>
          </p:nvSpPr>
          <p:spPr>
            <a:xfrm>
              <a:off x="4222550" y="1919200"/>
              <a:ext cx="94900" cy="28925"/>
            </a:xfrm>
            <a:custGeom>
              <a:avLst/>
              <a:gdLst/>
              <a:ahLst/>
              <a:cxnLst/>
              <a:rect l="l" t="t" r="r" b="b"/>
              <a:pathLst>
                <a:path w="3796" h="1157" extrusionOk="0">
                  <a:moveTo>
                    <a:pt x="1" y="0"/>
                  </a:moveTo>
                  <a:lnTo>
                    <a:pt x="1" y="0"/>
                  </a:lnTo>
                  <a:cubicBezTo>
                    <a:pt x="462" y="384"/>
                    <a:pt x="354" y="583"/>
                    <a:pt x="354" y="583"/>
                  </a:cubicBezTo>
                  <a:lnTo>
                    <a:pt x="3795" y="1156"/>
                  </a:lnTo>
                  <a:cubicBezTo>
                    <a:pt x="3795" y="1156"/>
                    <a:pt x="731" y="162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4658;p115">
              <a:extLst>
                <a:ext uri="{FF2B5EF4-FFF2-40B4-BE49-F238E27FC236}">
                  <a16:creationId xmlns:a16="http://schemas.microsoft.com/office/drawing/2014/main" id="{D36DA555-8027-BA51-CA73-803BCC9D1F4B}"/>
                </a:ext>
              </a:extLst>
            </p:cNvPr>
            <p:cNvSpPr/>
            <p:nvPr/>
          </p:nvSpPr>
          <p:spPr>
            <a:xfrm>
              <a:off x="4142250" y="1711800"/>
              <a:ext cx="104250" cy="189500"/>
            </a:xfrm>
            <a:custGeom>
              <a:avLst/>
              <a:gdLst/>
              <a:ahLst/>
              <a:cxnLst/>
              <a:rect l="l" t="t" r="r" b="b"/>
              <a:pathLst>
                <a:path w="4170" h="7580" extrusionOk="0">
                  <a:moveTo>
                    <a:pt x="1101" y="1"/>
                  </a:moveTo>
                  <a:cubicBezTo>
                    <a:pt x="0" y="1"/>
                    <a:pt x="1773" y="7301"/>
                    <a:pt x="1773" y="7301"/>
                  </a:cubicBezTo>
                  <a:lnTo>
                    <a:pt x="2968" y="7580"/>
                  </a:lnTo>
                  <a:cubicBezTo>
                    <a:pt x="2968" y="7580"/>
                    <a:pt x="4170" y="3413"/>
                    <a:pt x="1800" y="537"/>
                  </a:cubicBezTo>
                  <a:cubicBezTo>
                    <a:pt x="1493" y="163"/>
                    <a:pt x="1265" y="1"/>
                    <a:pt x="11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4659;p115">
              <a:extLst>
                <a:ext uri="{FF2B5EF4-FFF2-40B4-BE49-F238E27FC236}">
                  <a16:creationId xmlns:a16="http://schemas.microsoft.com/office/drawing/2014/main" id="{1CF60D18-F78F-CBE7-7755-71729DACE142}"/>
                </a:ext>
              </a:extLst>
            </p:cNvPr>
            <p:cNvSpPr/>
            <p:nvPr/>
          </p:nvSpPr>
          <p:spPr>
            <a:xfrm>
              <a:off x="4182275" y="1745525"/>
              <a:ext cx="37200" cy="168200"/>
            </a:xfrm>
            <a:custGeom>
              <a:avLst/>
              <a:gdLst/>
              <a:ahLst/>
              <a:cxnLst/>
              <a:rect l="l" t="t" r="r" b="b"/>
              <a:pathLst>
                <a:path w="1488" h="6728" extrusionOk="0">
                  <a:moveTo>
                    <a:pt x="1" y="1"/>
                  </a:moveTo>
                  <a:lnTo>
                    <a:pt x="1" y="1"/>
                  </a:lnTo>
                  <a:cubicBezTo>
                    <a:pt x="0" y="1"/>
                    <a:pt x="19" y="46"/>
                    <a:pt x="65" y="141"/>
                  </a:cubicBezTo>
                  <a:lnTo>
                    <a:pt x="65" y="141"/>
                  </a:lnTo>
                  <a:cubicBezTo>
                    <a:pt x="26" y="50"/>
                    <a:pt x="2" y="1"/>
                    <a:pt x="1" y="1"/>
                  </a:cubicBezTo>
                  <a:close/>
                  <a:moveTo>
                    <a:pt x="65" y="141"/>
                  </a:moveTo>
                  <a:lnTo>
                    <a:pt x="65" y="141"/>
                  </a:lnTo>
                  <a:cubicBezTo>
                    <a:pt x="94" y="208"/>
                    <a:pt x="132" y="298"/>
                    <a:pt x="176" y="409"/>
                  </a:cubicBezTo>
                  <a:lnTo>
                    <a:pt x="176" y="409"/>
                  </a:lnTo>
                  <a:cubicBezTo>
                    <a:pt x="149" y="329"/>
                    <a:pt x="122" y="258"/>
                    <a:pt x="93" y="199"/>
                  </a:cubicBezTo>
                  <a:cubicBezTo>
                    <a:pt x="83" y="178"/>
                    <a:pt x="74" y="159"/>
                    <a:pt x="65" y="141"/>
                  </a:cubicBezTo>
                  <a:close/>
                  <a:moveTo>
                    <a:pt x="176" y="409"/>
                  </a:moveTo>
                  <a:cubicBezTo>
                    <a:pt x="659" y="1888"/>
                    <a:pt x="739" y="6728"/>
                    <a:pt x="739" y="6728"/>
                  </a:cubicBezTo>
                  <a:lnTo>
                    <a:pt x="908" y="6594"/>
                  </a:lnTo>
                  <a:cubicBezTo>
                    <a:pt x="1487" y="4157"/>
                    <a:pt x="577" y="1424"/>
                    <a:pt x="176" y="409"/>
                  </a:cubicBezTo>
                  <a:close/>
                </a:path>
              </a:pathLst>
            </a:custGeom>
            <a:solidFill>
              <a:srgbClr val="000000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4660;p115">
              <a:extLst>
                <a:ext uri="{FF2B5EF4-FFF2-40B4-BE49-F238E27FC236}">
                  <a16:creationId xmlns:a16="http://schemas.microsoft.com/office/drawing/2014/main" id="{15B1B3C1-21F5-D5EF-1131-36F05F3C88DD}"/>
                </a:ext>
              </a:extLst>
            </p:cNvPr>
            <p:cNvSpPr/>
            <p:nvPr/>
          </p:nvSpPr>
          <p:spPr>
            <a:xfrm>
              <a:off x="4161900" y="1766775"/>
              <a:ext cx="167475" cy="173750"/>
            </a:xfrm>
            <a:custGeom>
              <a:avLst/>
              <a:gdLst/>
              <a:ahLst/>
              <a:cxnLst/>
              <a:rect l="l" t="t" r="r" b="b"/>
              <a:pathLst>
                <a:path w="6699" h="6950" extrusionOk="0">
                  <a:moveTo>
                    <a:pt x="3321" y="1"/>
                  </a:moveTo>
                  <a:lnTo>
                    <a:pt x="2671" y="283"/>
                  </a:lnTo>
                  <a:cubicBezTo>
                    <a:pt x="2671" y="283"/>
                    <a:pt x="3577" y="3039"/>
                    <a:pt x="3241" y="3039"/>
                  </a:cubicBezTo>
                  <a:cubicBezTo>
                    <a:pt x="3236" y="3039"/>
                    <a:pt x="3230" y="3039"/>
                    <a:pt x="3224" y="3037"/>
                  </a:cubicBezTo>
                  <a:cubicBezTo>
                    <a:pt x="2841" y="2945"/>
                    <a:pt x="2111" y="665"/>
                    <a:pt x="2111" y="665"/>
                  </a:cubicBezTo>
                  <a:cubicBezTo>
                    <a:pt x="2111" y="665"/>
                    <a:pt x="839" y="1326"/>
                    <a:pt x="1331" y="1670"/>
                  </a:cubicBezTo>
                  <a:cubicBezTo>
                    <a:pt x="1822" y="2014"/>
                    <a:pt x="2419" y="3412"/>
                    <a:pt x="2419" y="3412"/>
                  </a:cubicBezTo>
                  <a:cubicBezTo>
                    <a:pt x="2419" y="3412"/>
                    <a:pt x="1723" y="3373"/>
                    <a:pt x="800" y="2148"/>
                  </a:cubicBezTo>
                  <a:lnTo>
                    <a:pt x="800" y="2148"/>
                  </a:lnTo>
                  <a:cubicBezTo>
                    <a:pt x="1" y="4136"/>
                    <a:pt x="2149" y="4985"/>
                    <a:pt x="2149" y="4985"/>
                  </a:cubicBezTo>
                  <a:cubicBezTo>
                    <a:pt x="2149" y="4985"/>
                    <a:pt x="2104" y="4995"/>
                    <a:pt x="2024" y="4995"/>
                  </a:cubicBezTo>
                  <a:cubicBezTo>
                    <a:pt x="1763" y="4995"/>
                    <a:pt x="1128" y="4890"/>
                    <a:pt x="421" y="4001"/>
                  </a:cubicBezTo>
                  <a:lnTo>
                    <a:pt x="421" y="4001"/>
                  </a:lnTo>
                  <a:cubicBezTo>
                    <a:pt x="131" y="6745"/>
                    <a:pt x="2697" y="6807"/>
                    <a:pt x="2930" y="6807"/>
                  </a:cubicBezTo>
                  <a:cubicBezTo>
                    <a:pt x="2941" y="6807"/>
                    <a:pt x="2947" y="6807"/>
                    <a:pt x="2947" y="6807"/>
                  </a:cubicBezTo>
                  <a:cubicBezTo>
                    <a:pt x="3154" y="6899"/>
                    <a:pt x="3392" y="6950"/>
                    <a:pt x="3653" y="6950"/>
                  </a:cubicBezTo>
                  <a:cubicBezTo>
                    <a:pt x="4523" y="6950"/>
                    <a:pt x="5642" y="6376"/>
                    <a:pt x="6699" y="4821"/>
                  </a:cubicBezTo>
                  <a:lnTo>
                    <a:pt x="6699" y="4821"/>
                  </a:lnTo>
                  <a:cubicBezTo>
                    <a:pt x="6460" y="5067"/>
                    <a:pt x="6104" y="5166"/>
                    <a:pt x="5811" y="5166"/>
                  </a:cubicBezTo>
                  <a:cubicBezTo>
                    <a:pt x="5529" y="5166"/>
                    <a:pt x="5304" y="5075"/>
                    <a:pt x="5296" y="4934"/>
                  </a:cubicBezTo>
                  <a:cubicBezTo>
                    <a:pt x="6597" y="4308"/>
                    <a:pt x="6639" y="3485"/>
                    <a:pt x="6639" y="3485"/>
                  </a:cubicBezTo>
                  <a:lnTo>
                    <a:pt x="6639" y="3485"/>
                  </a:lnTo>
                  <a:cubicBezTo>
                    <a:pt x="6639" y="3485"/>
                    <a:pt x="5495" y="4154"/>
                    <a:pt x="5170" y="4154"/>
                  </a:cubicBezTo>
                  <a:cubicBezTo>
                    <a:pt x="5118" y="4154"/>
                    <a:pt x="5087" y="4137"/>
                    <a:pt x="5085" y="4098"/>
                  </a:cubicBezTo>
                  <a:cubicBezTo>
                    <a:pt x="5066" y="3811"/>
                    <a:pt x="6668" y="2914"/>
                    <a:pt x="6668" y="2914"/>
                  </a:cubicBezTo>
                  <a:lnTo>
                    <a:pt x="6530" y="1829"/>
                  </a:lnTo>
                  <a:cubicBezTo>
                    <a:pt x="6530" y="1829"/>
                    <a:pt x="5087" y="3276"/>
                    <a:pt x="4774" y="3276"/>
                  </a:cubicBezTo>
                  <a:cubicBezTo>
                    <a:pt x="4740" y="3276"/>
                    <a:pt x="4719" y="3259"/>
                    <a:pt x="4715" y="3222"/>
                  </a:cubicBezTo>
                  <a:cubicBezTo>
                    <a:pt x="4671" y="2837"/>
                    <a:pt x="6170" y="1428"/>
                    <a:pt x="6170" y="1428"/>
                  </a:cubicBezTo>
                  <a:lnTo>
                    <a:pt x="4936" y="57"/>
                  </a:lnTo>
                  <a:lnTo>
                    <a:pt x="3791" y="122"/>
                  </a:lnTo>
                  <a:cubicBezTo>
                    <a:pt x="3791" y="122"/>
                    <a:pt x="4022" y="578"/>
                    <a:pt x="3791" y="1392"/>
                  </a:cubicBezTo>
                  <a:cubicBezTo>
                    <a:pt x="3755" y="1518"/>
                    <a:pt x="3719" y="1572"/>
                    <a:pt x="3683" y="1572"/>
                  </a:cubicBezTo>
                  <a:cubicBezTo>
                    <a:pt x="3491" y="1572"/>
                    <a:pt x="3321" y="1"/>
                    <a:pt x="33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4661;p115">
              <a:extLst>
                <a:ext uri="{FF2B5EF4-FFF2-40B4-BE49-F238E27FC236}">
                  <a16:creationId xmlns:a16="http://schemas.microsoft.com/office/drawing/2014/main" id="{6051C9DB-F3FD-21D3-B3AA-E49E1EC09FF5}"/>
                </a:ext>
              </a:extLst>
            </p:cNvPr>
            <p:cNvSpPr/>
            <p:nvPr/>
          </p:nvSpPr>
          <p:spPr>
            <a:xfrm>
              <a:off x="4238275" y="1796900"/>
              <a:ext cx="35300" cy="133050"/>
            </a:xfrm>
            <a:custGeom>
              <a:avLst/>
              <a:gdLst/>
              <a:ahLst/>
              <a:cxnLst/>
              <a:rect l="l" t="t" r="r" b="b"/>
              <a:pathLst>
                <a:path w="1412" h="5322" extrusionOk="0">
                  <a:moveTo>
                    <a:pt x="1411" y="1"/>
                  </a:moveTo>
                  <a:cubicBezTo>
                    <a:pt x="1411" y="2"/>
                    <a:pt x="823" y="2891"/>
                    <a:pt x="1" y="5321"/>
                  </a:cubicBezTo>
                  <a:cubicBezTo>
                    <a:pt x="1324" y="3649"/>
                    <a:pt x="1411" y="2"/>
                    <a:pt x="1411" y="1"/>
                  </a:cubicBezTo>
                  <a:close/>
                </a:path>
              </a:pathLst>
            </a:custGeom>
            <a:solidFill>
              <a:srgbClr val="000000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4662;p115">
              <a:extLst>
                <a:ext uri="{FF2B5EF4-FFF2-40B4-BE49-F238E27FC236}">
                  <a16:creationId xmlns:a16="http://schemas.microsoft.com/office/drawing/2014/main" id="{3F3743AB-5BF5-2BC6-8CCC-247D33B19EDE}"/>
                </a:ext>
              </a:extLst>
            </p:cNvPr>
            <p:cNvSpPr/>
            <p:nvPr/>
          </p:nvSpPr>
          <p:spPr>
            <a:xfrm>
              <a:off x="4225900" y="1839800"/>
              <a:ext cx="23350" cy="32525"/>
            </a:xfrm>
            <a:custGeom>
              <a:avLst/>
              <a:gdLst/>
              <a:ahLst/>
              <a:cxnLst/>
              <a:rect l="l" t="t" r="r" b="b"/>
              <a:pathLst>
                <a:path w="934" h="1301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494" y="1301"/>
                    <a:pt x="894" y="1301"/>
                  </a:cubicBezTo>
                  <a:cubicBezTo>
                    <a:pt x="907" y="1301"/>
                    <a:pt x="920" y="1300"/>
                    <a:pt x="933" y="129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000000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4663;p115">
              <a:extLst>
                <a:ext uri="{FF2B5EF4-FFF2-40B4-BE49-F238E27FC236}">
                  <a16:creationId xmlns:a16="http://schemas.microsoft.com/office/drawing/2014/main" id="{E8217B5D-3251-8EA6-1DFC-A8D399F9A610}"/>
                </a:ext>
              </a:extLst>
            </p:cNvPr>
            <p:cNvSpPr/>
            <p:nvPr/>
          </p:nvSpPr>
          <p:spPr>
            <a:xfrm>
              <a:off x="4210525" y="1867775"/>
              <a:ext cx="31650" cy="27600"/>
            </a:xfrm>
            <a:custGeom>
              <a:avLst/>
              <a:gdLst/>
              <a:ahLst/>
              <a:cxnLst/>
              <a:rect l="l" t="t" r="r" b="b"/>
              <a:pathLst>
                <a:path w="1266" h="1104" extrusionOk="0">
                  <a:moveTo>
                    <a:pt x="0" y="0"/>
                  </a:moveTo>
                  <a:cubicBezTo>
                    <a:pt x="1" y="1"/>
                    <a:pt x="786" y="1103"/>
                    <a:pt x="1178" y="1103"/>
                  </a:cubicBezTo>
                  <a:cubicBezTo>
                    <a:pt x="1210" y="1103"/>
                    <a:pt x="1239" y="1096"/>
                    <a:pt x="1266" y="108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4664;p115">
              <a:extLst>
                <a:ext uri="{FF2B5EF4-FFF2-40B4-BE49-F238E27FC236}">
                  <a16:creationId xmlns:a16="http://schemas.microsoft.com/office/drawing/2014/main" id="{E45E217C-DA8B-1BED-6FA1-440F4AD5053A}"/>
                </a:ext>
              </a:extLst>
            </p:cNvPr>
            <p:cNvSpPr/>
            <p:nvPr/>
          </p:nvSpPr>
          <p:spPr>
            <a:xfrm>
              <a:off x="4193175" y="1905450"/>
              <a:ext cx="39425" cy="14275"/>
            </a:xfrm>
            <a:custGeom>
              <a:avLst/>
              <a:gdLst/>
              <a:ahLst/>
              <a:cxnLst/>
              <a:rect l="l" t="t" r="r" b="b"/>
              <a:pathLst>
                <a:path w="1577" h="571" extrusionOk="0">
                  <a:moveTo>
                    <a:pt x="1" y="1"/>
                  </a:moveTo>
                  <a:lnTo>
                    <a:pt x="1" y="1"/>
                  </a:lnTo>
                  <a:cubicBezTo>
                    <a:pt x="311" y="299"/>
                    <a:pt x="828" y="571"/>
                    <a:pt x="1209" y="571"/>
                  </a:cubicBezTo>
                  <a:cubicBezTo>
                    <a:pt x="1360" y="571"/>
                    <a:pt x="1490" y="528"/>
                    <a:pt x="1577" y="428"/>
                  </a:cubicBezTo>
                  <a:lnTo>
                    <a:pt x="1577" y="428"/>
                  </a:lnTo>
                  <a:cubicBezTo>
                    <a:pt x="1577" y="428"/>
                    <a:pt x="1558" y="429"/>
                    <a:pt x="1524" y="429"/>
                  </a:cubicBezTo>
                  <a:cubicBezTo>
                    <a:pt x="1335" y="429"/>
                    <a:pt x="663" y="398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4665;p115">
              <a:extLst>
                <a:ext uri="{FF2B5EF4-FFF2-40B4-BE49-F238E27FC236}">
                  <a16:creationId xmlns:a16="http://schemas.microsoft.com/office/drawing/2014/main" id="{9326EB30-E942-0584-C85B-09055899D6AD}"/>
                </a:ext>
              </a:extLst>
            </p:cNvPr>
            <p:cNvSpPr/>
            <p:nvPr/>
          </p:nvSpPr>
          <p:spPr>
            <a:xfrm>
              <a:off x="4253100" y="1912125"/>
              <a:ext cx="37925" cy="10125"/>
            </a:xfrm>
            <a:custGeom>
              <a:avLst/>
              <a:gdLst/>
              <a:ahLst/>
              <a:cxnLst/>
              <a:rect l="l" t="t" r="r" b="b"/>
              <a:pathLst>
                <a:path w="1517" h="405" extrusionOk="0">
                  <a:moveTo>
                    <a:pt x="1516" y="1"/>
                  </a:moveTo>
                  <a:lnTo>
                    <a:pt x="1516" y="1"/>
                  </a:lnTo>
                  <a:cubicBezTo>
                    <a:pt x="1509" y="6"/>
                    <a:pt x="1501" y="10"/>
                    <a:pt x="1493" y="15"/>
                  </a:cubicBezTo>
                  <a:lnTo>
                    <a:pt x="1493" y="15"/>
                  </a:lnTo>
                  <a:cubicBezTo>
                    <a:pt x="1501" y="11"/>
                    <a:pt x="1509" y="6"/>
                    <a:pt x="1516" y="1"/>
                  </a:cubicBezTo>
                  <a:close/>
                  <a:moveTo>
                    <a:pt x="1493" y="15"/>
                  </a:moveTo>
                  <a:lnTo>
                    <a:pt x="1493" y="15"/>
                  </a:lnTo>
                  <a:cubicBezTo>
                    <a:pt x="1241" y="164"/>
                    <a:pt x="759" y="194"/>
                    <a:pt x="411" y="194"/>
                  </a:cubicBezTo>
                  <a:cubicBezTo>
                    <a:pt x="175" y="194"/>
                    <a:pt x="1" y="180"/>
                    <a:pt x="1" y="180"/>
                  </a:cubicBezTo>
                  <a:lnTo>
                    <a:pt x="1" y="180"/>
                  </a:lnTo>
                  <a:cubicBezTo>
                    <a:pt x="66" y="332"/>
                    <a:pt x="216" y="405"/>
                    <a:pt x="422" y="405"/>
                  </a:cubicBezTo>
                  <a:cubicBezTo>
                    <a:pt x="701" y="405"/>
                    <a:pt x="1082" y="270"/>
                    <a:pt x="1493" y="15"/>
                  </a:cubicBezTo>
                  <a:close/>
                </a:path>
              </a:pathLst>
            </a:custGeom>
            <a:solidFill>
              <a:srgbClr val="000000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4666;p115">
              <a:extLst>
                <a:ext uri="{FF2B5EF4-FFF2-40B4-BE49-F238E27FC236}">
                  <a16:creationId xmlns:a16="http://schemas.microsoft.com/office/drawing/2014/main" id="{B4056FE6-0A19-858B-6E1F-4A4C5B6590A5}"/>
                </a:ext>
              </a:extLst>
            </p:cNvPr>
            <p:cNvSpPr/>
            <p:nvPr/>
          </p:nvSpPr>
          <p:spPr>
            <a:xfrm>
              <a:off x="4265300" y="1875550"/>
              <a:ext cx="35825" cy="14175"/>
            </a:xfrm>
            <a:custGeom>
              <a:avLst/>
              <a:gdLst/>
              <a:ahLst/>
              <a:cxnLst/>
              <a:rect l="l" t="t" r="r" b="b"/>
              <a:pathLst>
                <a:path w="1433" h="567" extrusionOk="0">
                  <a:moveTo>
                    <a:pt x="1432" y="1"/>
                  </a:moveTo>
                  <a:cubicBezTo>
                    <a:pt x="1427" y="5"/>
                    <a:pt x="1422" y="10"/>
                    <a:pt x="1417" y="14"/>
                  </a:cubicBezTo>
                  <a:lnTo>
                    <a:pt x="1417" y="14"/>
                  </a:lnTo>
                  <a:cubicBezTo>
                    <a:pt x="1422" y="10"/>
                    <a:pt x="1427" y="5"/>
                    <a:pt x="1432" y="1"/>
                  </a:cubicBezTo>
                  <a:close/>
                  <a:moveTo>
                    <a:pt x="1417" y="14"/>
                  </a:moveTo>
                  <a:cubicBezTo>
                    <a:pt x="918" y="428"/>
                    <a:pt x="0" y="451"/>
                    <a:pt x="0" y="451"/>
                  </a:cubicBezTo>
                  <a:cubicBezTo>
                    <a:pt x="66" y="520"/>
                    <a:pt x="170" y="567"/>
                    <a:pt x="313" y="567"/>
                  </a:cubicBezTo>
                  <a:cubicBezTo>
                    <a:pt x="562" y="567"/>
                    <a:pt x="929" y="425"/>
                    <a:pt x="1417" y="14"/>
                  </a:cubicBezTo>
                  <a:close/>
                </a:path>
              </a:pathLst>
            </a:custGeom>
            <a:solidFill>
              <a:srgbClr val="000000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4667;p115">
              <a:extLst>
                <a:ext uri="{FF2B5EF4-FFF2-40B4-BE49-F238E27FC236}">
                  <a16:creationId xmlns:a16="http://schemas.microsoft.com/office/drawing/2014/main" id="{46C68E33-0BE5-510B-34E4-46F8E43BA954}"/>
                </a:ext>
              </a:extLst>
            </p:cNvPr>
            <p:cNvSpPr/>
            <p:nvPr/>
          </p:nvSpPr>
          <p:spPr>
            <a:xfrm>
              <a:off x="4272375" y="1846775"/>
              <a:ext cx="29675" cy="19125"/>
            </a:xfrm>
            <a:custGeom>
              <a:avLst/>
              <a:gdLst/>
              <a:ahLst/>
              <a:cxnLst/>
              <a:rect l="l" t="t" r="r" b="b"/>
              <a:pathLst>
                <a:path w="1187" h="765" extrusionOk="0">
                  <a:moveTo>
                    <a:pt x="1187" y="0"/>
                  </a:moveTo>
                  <a:lnTo>
                    <a:pt x="1187" y="0"/>
                  </a:lnTo>
                  <a:cubicBezTo>
                    <a:pt x="306" y="497"/>
                    <a:pt x="1" y="615"/>
                    <a:pt x="77" y="764"/>
                  </a:cubicBezTo>
                  <a:cubicBezTo>
                    <a:pt x="77" y="764"/>
                    <a:pt x="818" y="589"/>
                    <a:pt x="1187" y="0"/>
                  </a:cubicBezTo>
                  <a:close/>
                </a:path>
              </a:pathLst>
            </a:custGeom>
            <a:solidFill>
              <a:srgbClr val="000000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4668;p115">
              <a:extLst>
                <a:ext uri="{FF2B5EF4-FFF2-40B4-BE49-F238E27FC236}">
                  <a16:creationId xmlns:a16="http://schemas.microsoft.com/office/drawing/2014/main" id="{59FA4BFF-9D94-CFC7-94F0-AE051A0438D5}"/>
                </a:ext>
              </a:extLst>
            </p:cNvPr>
            <p:cNvSpPr/>
            <p:nvPr/>
          </p:nvSpPr>
          <p:spPr>
            <a:xfrm>
              <a:off x="4278200" y="1809525"/>
              <a:ext cx="17200" cy="16775"/>
            </a:xfrm>
            <a:custGeom>
              <a:avLst/>
              <a:gdLst/>
              <a:ahLst/>
              <a:cxnLst/>
              <a:rect l="l" t="t" r="r" b="b"/>
              <a:pathLst>
                <a:path w="688" h="671" extrusionOk="0">
                  <a:moveTo>
                    <a:pt x="688" y="0"/>
                  </a:moveTo>
                  <a:lnTo>
                    <a:pt x="688" y="0"/>
                  </a:lnTo>
                  <a:lnTo>
                    <a:pt x="688" y="0"/>
                  </a:lnTo>
                  <a:cubicBezTo>
                    <a:pt x="688" y="0"/>
                    <a:pt x="688" y="0"/>
                    <a:pt x="688" y="0"/>
                  </a:cubicBezTo>
                  <a:close/>
                  <a:moveTo>
                    <a:pt x="688" y="0"/>
                  </a:moveTo>
                  <a:cubicBezTo>
                    <a:pt x="685" y="2"/>
                    <a:pt x="0" y="226"/>
                    <a:pt x="118" y="670"/>
                  </a:cubicBezTo>
                  <a:lnTo>
                    <a:pt x="688" y="0"/>
                  </a:lnTo>
                  <a:close/>
                </a:path>
              </a:pathLst>
            </a:custGeom>
            <a:solidFill>
              <a:srgbClr val="000000">
                <a:alpha val="31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6" name="Google Shape;4669;p115">
            <a:extLst>
              <a:ext uri="{FF2B5EF4-FFF2-40B4-BE49-F238E27FC236}">
                <a16:creationId xmlns:a16="http://schemas.microsoft.com/office/drawing/2014/main" id="{A1231E07-37AF-4D08-4A58-04B420A7E564}"/>
              </a:ext>
            </a:extLst>
          </p:cNvPr>
          <p:cNvGrpSpPr/>
          <p:nvPr/>
        </p:nvGrpSpPr>
        <p:grpSpPr>
          <a:xfrm flipH="1">
            <a:off x="3977876" y="1067033"/>
            <a:ext cx="1036359" cy="704162"/>
            <a:chOff x="3220850" y="1662050"/>
            <a:chExt cx="595200" cy="421175"/>
          </a:xfrm>
        </p:grpSpPr>
        <p:sp>
          <p:nvSpPr>
            <p:cNvPr id="1297" name="Google Shape;4670;p115">
              <a:extLst>
                <a:ext uri="{FF2B5EF4-FFF2-40B4-BE49-F238E27FC236}">
                  <a16:creationId xmlns:a16="http://schemas.microsoft.com/office/drawing/2014/main" id="{832B6D00-CC49-E3CF-CE54-72EBC81F9D6A}"/>
                </a:ext>
              </a:extLst>
            </p:cNvPr>
            <p:cNvSpPr/>
            <p:nvPr/>
          </p:nvSpPr>
          <p:spPr>
            <a:xfrm>
              <a:off x="3684600" y="1930675"/>
              <a:ext cx="65225" cy="51875"/>
            </a:xfrm>
            <a:custGeom>
              <a:avLst/>
              <a:gdLst/>
              <a:ahLst/>
              <a:cxnLst/>
              <a:rect l="l" t="t" r="r" b="b"/>
              <a:pathLst>
                <a:path w="2609" h="2075" extrusionOk="0">
                  <a:moveTo>
                    <a:pt x="1100" y="0"/>
                  </a:moveTo>
                  <a:cubicBezTo>
                    <a:pt x="930" y="0"/>
                    <a:pt x="756" y="91"/>
                    <a:pt x="582" y="312"/>
                  </a:cubicBezTo>
                  <a:cubicBezTo>
                    <a:pt x="1" y="1049"/>
                    <a:pt x="2608" y="2075"/>
                    <a:pt x="2608" y="2075"/>
                  </a:cubicBezTo>
                  <a:cubicBezTo>
                    <a:pt x="2608" y="2075"/>
                    <a:pt x="1909" y="0"/>
                    <a:pt x="1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4671;p115">
              <a:extLst>
                <a:ext uri="{FF2B5EF4-FFF2-40B4-BE49-F238E27FC236}">
                  <a16:creationId xmlns:a16="http://schemas.microsoft.com/office/drawing/2014/main" id="{1D0F1374-EFD6-EF38-86EC-EA0D37857320}"/>
                </a:ext>
              </a:extLst>
            </p:cNvPr>
            <p:cNvSpPr/>
            <p:nvPr/>
          </p:nvSpPr>
          <p:spPr>
            <a:xfrm>
              <a:off x="3749800" y="1932300"/>
              <a:ext cx="66250" cy="50250"/>
            </a:xfrm>
            <a:custGeom>
              <a:avLst/>
              <a:gdLst/>
              <a:ahLst/>
              <a:cxnLst/>
              <a:rect l="l" t="t" r="r" b="b"/>
              <a:pathLst>
                <a:path w="2650" h="2010" extrusionOk="0">
                  <a:moveTo>
                    <a:pt x="1575" y="0"/>
                  </a:moveTo>
                  <a:cubicBezTo>
                    <a:pt x="774" y="0"/>
                    <a:pt x="0" y="2010"/>
                    <a:pt x="0" y="2010"/>
                  </a:cubicBezTo>
                  <a:cubicBezTo>
                    <a:pt x="0" y="2010"/>
                    <a:pt x="2649" y="1095"/>
                    <a:pt x="2100" y="334"/>
                  </a:cubicBezTo>
                  <a:cubicBezTo>
                    <a:pt x="1929" y="98"/>
                    <a:pt x="1751" y="0"/>
                    <a:pt x="15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4672;p115">
              <a:extLst>
                <a:ext uri="{FF2B5EF4-FFF2-40B4-BE49-F238E27FC236}">
                  <a16:creationId xmlns:a16="http://schemas.microsoft.com/office/drawing/2014/main" id="{C722618A-2835-A610-8F80-979F9927A698}"/>
                </a:ext>
              </a:extLst>
            </p:cNvPr>
            <p:cNvSpPr/>
            <p:nvPr/>
          </p:nvSpPr>
          <p:spPr>
            <a:xfrm>
              <a:off x="3699025" y="1874375"/>
              <a:ext cx="55950" cy="44550"/>
            </a:xfrm>
            <a:custGeom>
              <a:avLst/>
              <a:gdLst/>
              <a:ahLst/>
              <a:cxnLst/>
              <a:rect l="l" t="t" r="r" b="b"/>
              <a:pathLst>
                <a:path w="2238" h="1782" extrusionOk="0">
                  <a:moveTo>
                    <a:pt x="943" y="1"/>
                  </a:moveTo>
                  <a:cubicBezTo>
                    <a:pt x="798" y="1"/>
                    <a:pt x="648" y="79"/>
                    <a:pt x="499" y="268"/>
                  </a:cubicBezTo>
                  <a:cubicBezTo>
                    <a:pt x="0" y="901"/>
                    <a:pt x="2238" y="1781"/>
                    <a:pt x="2238" y="1781"/>
                  </a:cubicBezTo>
                  <a:cubicBezTo>
                    <a:pt x="2238" y="1781"/>
                    <a:pt x="1638" y="1"/>
                    <a:pt x="9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4673;p115">
              <a:extLst>
                <a:ext uri="{FF2B5EF4-FFF2-40B4-BE49-F238E27FC236}">
                  <a16:creationId xmlns:a16="http://schemas.microsoft.com/office/drawing/2014/main" id="{49C7F2E0-BC0A-B9EC-7C46-5B88BE814C83}"/>
                </a:ext>
              </a:extLst>
            </p:cNvPr>
            <p:cNvSpPr/>
            <p:nvPr/>
          </p:nvSpPr>
          <p:spPr>
            <a:xfrm>
              <a:off x="3754950" y="1875775"/>
              <a:ext cx="56825" cy="43150"/>
            </a:xfrm>
            <a:custGeom>
              <a:avLst/>
              <a:gdLst/>
              <a:ahLst/>
              <a:cxnLst/>
              <a:rect l="l" t="t" r="r" b="b"/>
              <a:pathLst>
                <a:path w="2273" h="1726" extrusionOk="0">
                  <a:moveTo>
                    <a:pt x="1351" y="1"/>
                  </a:moveTo>
                  <a:cubicBezTo>
                    <a:pt x="664" y="1"/>
                    <a:pt x="1" y="1725"/>
                    <a:pt x="1" y="1725"/>
                  </a:cubicBezTo>
                  <a:cubicBezTo>
                    <a:pt x="1" y="1725"/>
                    <a:pt x="2273" y="941"/>
                    <a:pt x="1801" y="287"/>
                  </a:cubicBezTo>
                  <a:cubicBezTo>
                    <a:pt x="1654" y="84"/>
                    <a:pt x="1502" y="1"/>
                    <a:pt x="13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4674;p115">
              <a:extLst>
                <a:ext uri="{FF2B5EF4-FFF2-40B4-BE49-F238E27FC236}">
                  <a16:creationId xmlns:a16="http://schemas.microsoft.com/office/drawing/2014/main" id="{85CBF2E1-725F-8116-4ABF-7FE9BA28315B}"/>
                </a:ext>
              </a:extLst>
            </p:cNvPr>
            <p:cNvSpPr/>
            <p:nvPr/>
          </p:nvSpPr>
          <p:spPr>
            <a:xfrm>
              <a:off x="3713725" y="1817175"/>
              <a:ext cx="48000" cy="38200"/>
            </a:xfrm>
            <a:custGeom>
              <a:avLst/>
              <a:gdLst/>
              <a:ahLst/>
              <a:cxnLst/>
              <a:rect l="l" t="t" r="r" b="b"/>
              <a:pathLst>
                <a:path w="1920" h="1528" extrusionOk="0">
                  <a:moveTo>
                    <a:pt x="810" y="0"/>
                  </a:moveTo>
                  <a:cubicBezTo>
                    <a:pt x="685" y="0"/>
                    <a:pt x="557" y="67"/>
                    <a:pt x="429" y="230"/>
                  </a:cubicBezTo>
                  <a:cubicBezTo>
                    <a:pt x="1" y="772"/>
                    <a:pt x="1920" y="1528"/>
                    <a:pt x="1920" y="1528"/>
                  </a:cubicBezTo>
                  <a:cubicBezTo>
                    <a:pt x="1920" y="1528"/>
                    <a:pt x="1405" y="0"/>
                    <a:pt x="8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4675;p115">
              <a:extLst>
                <a:ext uri="{FF2B5EF4-FFF2-40B4-BE49-F238E27FC236}">
                  <a16:creationId xmlns:a16="http://schemas.microsoft.com/office/drawing/2014/main" id="{907E3E33-3A65-C70B-622A-71EEEBDB0928}"/>
                </a:ext>
              </a:extLst>
            </p:cNvPr>
            <p:cNvSpPr/>
            <p:nvPr/>
          </p:nvSpPr>
          <p:spPr>
            <a:xfrm>
              <a:off x="3761700" y="1818375"/>
              <a:ext cx="48800" cy="37000"/>
            </a:xfrm>
            <a:custGeom>
              <a:avLst/>
              <a:gdLst/>
              <a:ahLst/>
              <a:cxnLst/>
              <a:rect l="l" t="t" r="r" b="b"/>
              <a:pathLst>
                <a:path w="1952" h="1480" extrusionOk="0">
                  <a:moveTo>
                    <a:pt x="1160" y="1"/>
                  </a:moveTo>
                  <a:cubicBezTo>
                    <a:pt x="570" y="1"/>
                    <a:pt x="1" y="1480"/>
                    <a:pt x="1" y="1480"/>
                  </a:cubicBezTo>
                  <a:cubicBezTo>
                    <a:pt x="1" y="1480"/>
                    <a:pt x="1951" y="806"/>
                    <a:pt x="1546" y="247"/>
                  </a:cubicBezTo>
                  <a:cubicBezTo>
                    <a:pt x="1420" y="72"/>
                    <a:pt x="1290" y="1"/>
                    <a:pt x="11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4676;p115">
              <a:extLst>
                <a:ext uri="{FF2B5EF4-FFF2-40B4-BE49-F238E27FC236}">
                  <a16:creationId xmlns:a16="http://schemas.microsoft.com/office/drawing/2014/main" id="{2BDD06AC-3E42-FED3-72A0-9BC83E554031}"/>
                </a:ext>
              </a:extLst>
            </p:cNvPr>
            <p:cNvSpPr/>
            <p:nvPr/>
          </p:nvSpPr>
          <p:spPr>
            <a:xfrm>
              <a:off x="3727400" y="1767075"/>
              <a:ext cx="40175" cy="34800"/>
            </a:xfrm>
            <a:custGeom>
              <a:avLst/>
              <a:gdLst/>
              <a:ahLst/>
              <a:cxnLst/>
              <a:rect l="l" t="t" r="r" b="b"/>
              <a:pathLst>
                <a:path w="1607" h="1392" extrusionOk="0">
                  <a:moveTo>
                    <a:pt x="727" y="1"/>
                  </a:moveTo>
                  <a:cubicBezTo>
                    <a:pt x="626" y="1"/>
                    <a:pt x="518" y="52"/>
                    <a:pt x="406" y="175"/>
                  </a:cubicBezTo>
                  <a:cubicBezTo>
                    <a:pt x="0" y="614"/>
                    <a:pt x="1607" y="1391"/>
                    <a:pt x="1607" y="1391"/>
                  </a:cubicBezTo>
                  <a:cubicBezTo>
                    <a:pt x="1607" y="1391"/>
                    <a:pt x="1253" y="1"/>
                    <a:pt x="7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4677;p115">
              <a:extLst>
                <a:ext uri="{FF2B5EF4-FFF2-40B4-BE49-F238E27FC236}">
                  <a16:creationId xmlns:a16="http://schemas.microsoft.com/office/drawing/2014/main" id="{38AA0C4F-F4B3-10F4-746D-BF8BAC84C77A}"/>
                </a:ext>
              </a:extLst>
            </p:cNvPr>
            <p:cNvSpPr/>
            <p:nvPr/>
          </p:nvSpPr>
          <p:spPr>
            <a:xfrm>
              <a:off x="3767550" y="1771825"/>
              <a:ext cx="43125" cy="30050"/>
            </a:xfrm>
            <a:custGeom>
              <a:avLst/>
              <a:gdLst/>
              <a:ahLst/>
              <a:cxnLst/>
              <a:rect l="l" t="t" r="r" b="b"/>
              <a:pathLst>
                <a:path w="1725" h="1202" extrusionOk="0">
                  <a:moveTo>
                    <a:pt x="1073" y="0"/>
                  </a:moveTo>
                  <a:cubicBezTo>
                    <a:pt x="570" y="0"/>
                    <a:pt x="1" y="1201"/>
                    <a:pt x="1" y="1201"/>
                  </a:cubicBezTo>
                  <a:cubicBezTo>
                    <a:pt x="1" y="1201"/>
                    <a:pt x="1725" y="748"/>
                    <a:pt x="1413" y="238"/>
                  </a:cubicBezTo>
                  <a:cubicBezTo>
                    <a:pt x="1309" y="69"/>
                    <a:pt x="1193" y="0"/>
                    <a:pt x="10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4678;p115">
              <a:extLst>
                <a:ext uri="{FF2B5EF4-FFF2-40B4-BE49-F238E27FC236}">
                  <a16:creationId xmlns:a16="http://schemas.microsoft.com/office/drawing/2014/main" id="{B249A10E-0641-11D9-050A-4A4BD7B4DED8}"/>
                </a:ext>
              </a:extLst>
            </p:cNvPr>
            <p:cNvSpPr/>
            <p:nvPr/>
          </p:nvSpPr>
          <p:spPr>
            <a:xfrm>
              <a:off x="3738475" y="1764525"/>
              <a:ext cx="33775" cy="318700"/>
            </a:xfrm>
            <a:custGeom>
              <a:avLst/>
              <a:gdLst/>
              <a:ahLst/>
              <a:cxnLst/>
              <a:rect l="l" t="t" r="r" b="b"/>
              <a:pathLst>
                <a:path w="1351" h="12748" fill="none" extrusionOk="0">
                  <a:moveTo>
                    <a:pt x="1350" y="0"/>
                  </a:moveTo>
                  <a:cubicBezTo>
                    <a:pt x="1350" y="0"/>
                    <a:pt x="1" y="8667"/>
                    <a:pt x="639" y="12747"/>
                  </a:cubicBezTo>
                </a:path>
              </a:pathLst>
            </a:custGeom>
            <a:noFill/>
            <a:ln w="32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4679;p115">
              <a:extLst>
                <a:ext uri="{FF2B5EF4-FFF2-40B4-BE49-F238E27FC236}">
                  <a16:creationId xmlns:a16="http://schemas.microsoft.com/office/drawing/2014/main" id="{C37D32F7-2596-2BFD-3202-8E259AA54148}"/>
                </a:ext>
              </a:extLst>
            </p:cNvPr>
            <p:cNvSpPr/>
            <p:nvPr/>
          </p:nvSpPr>
          <p:spPr>
            <a:xfrm>
              <a:off x="3761175" y="1726575"/>
              <a:ext cx="40475" cy="42500"/>
            </a:xfrm>
            <a:custGeom>
              <a:avLst/>
              <a:gdLst/>
              <a:ahLst/>
              <a:cxnLst/>
              <a:rect l="l" t="t" r="r" b="b"/>
              <a:pathLst>
                <a:path w="1619" h="1700" extrusionOk="0">
                  <a:moveTo>
                    <a:pt x="572" y="0"/>
                  </a:moveTo>
                  <a:cubicBezTo>
                    <a:pt x="1" y="0"/>
                    <a:pt x="408" y="1700"/>
                    <a:pt x="408" y="1700"/>
                  </a:cubicBezTo>
                  <a:cubicBezTo>
                    <a:pt x="408" y="1700"/>
                    <a:pt x="1619" y="59"/>
                    <a:pt x="589" y="1"/>
                  </a:cubicBezTo>
                  <a:cubicBezTo>
                    <a:pt x="583" y="0"/>
                    <a:pt x="577" y="0"/>
                    <a:pt x="5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4680;p115">
              <a:extLst>
                <a:ext uri="{FF2B5EF4-FFF2-40B4-BE49-F238E27FC236}">
                  <a16:creationId xmlns:a16="http://schemas.microsoft.com/office/drawing/2014/main" id="{AAD487BC-7E6F-89B9-463C-7E879B288AE2}"/>
                </a:ext>
              </a:extLst>
            </p:cNvPr>
            <p:cNvSpPr/>
            <p:nvPr/>
          </p:nvSpPr>
          <p:spPr>
            <a:xfrm>
              <a:off x="3220850" y="1662050"/>
              <a:ext cx="455900" cy="371475"/>
            </a:xfrm>
            <a:custGeom>
              <a:avLst/>
              <a:gdLst/>
              <a:ahLst/>
              <a:cxnLst/>
              <a:rect l="l" t="t" r="r" b="b"/>
              <a:pathLst>
                <a:path w="18236" h="14859" extrusionOk="0">
                  <a:moveTo>
                    <a:pt x="7873" y="0"/>
                  </a:moveTo>
                  <a:cubicBezTo>
                    <a:pt x="5703" y="0"/>
                    <a:pt x="7535" y="4137"/>
                    <a:pt x="7535" y="4137"/>
                  </a:cubicBezTo>
                  <a:cubicBezTo>
                    <a:pt x="7535" y="4137"/>
                    <a:pt x="5261" y="205"/>
                    <a:pt x="3464" y="205"/>
                  </a:cubicBezTo>
                  <a:cubicBezTo>
                    <a:pt x="3140" y="205"/>
                    <a:pt x="2832" y="332"/>
                    <a:pt x="2555" y="633"/>
                  </a:cubicBezTo>
                  <a:cubicBezTo>
                    <a:pt x="868" y="2469"/>
                    <a:pt x="4777" y="5870"/>
                    <a:pt x="5319" y="6327"/>
                  </a:cubicBezTo>
                  <a:lnTo>
                    <a:pt x="5319" y="6327"/>
                  </a:lnTo>
                  <a:cubicBezTo>
                    <a:pt x="5041" y="6101"/>
                    <a:pt x="3868" y="5203"/>
                    <a:pt x="2762" y="5203"/>
                  </a:cubicBezTo>
                  <a:cubicBezTo>
                    <a:pt x="2235" y="5203"/>
                    <a:pt x="1723" y="5408"/>
                    <a:pt x="1332" y="5986"/>
                  </a:cubicBezTo>
                  <a:cubicBezTo>
                    <a:pt x="1" y="7953"/>
                    <a:pt x="7003" y="11141"/>
                    <a:pt x="7003" y="11141"/>
                  </a:cubicBezTo>
                  <a:cubicBezTo>
                    <a:pt x="7003" y="11141"/>
                    <a:pt x="5735" y="10689"/>
                    <a:pt x="4697" y="10689"/>
                  </a:cubicBezTo>
                  <a:cubicBezTo>
                    <a:pt x="3769" y="10689"/>
                    <a:pt x="3024" y="11050"/>
                    <a:pt x="3532" y="12418"/>
                  </a:cubicBezTo>
                  <a:cubicBezTo>
                    <a:pt x="4336" y="14585"/>
                    <a:pt x="12167" y="14858"/>
                    <a:pt x="16060" y="14858"/>
                  </a:cubicBezTo>
                  <a:cubicBezTo>
                    <a:pt x="17371" y="14858"/>
                    <a:pt x="18235" y="14827"/>
                    <a:pt x="18235" y="14827"/>
                  </a:cubicBezTo>
                  <a:cubicBezTo>
                    <a:pt x="18235" y="14827"/>
                    <a:pt x="17664" y="5680"/>
                    <a:pt x="14373" y="4149"/>
                  </a:cubicBezTo>
                  <a:cubicBezTo>
                    <a:pt x="14077" y="4011"/>
                    <a:pt x="13820" y="3950"/>
                    <a:pt x="13597" y="3950"/>
                  </a:cubicBezTo>
                  <a:cubicBezTo>
                    <a:pt x="11747" y="3950"/>
                    <a:pt x="12257" y="8188"/>
                    <a:pt x="12257" y="8188"/>
                  </a:cubicBezTo>
                  <a:cubicBezTo>
                    <a:pt x="12257" y="8188"/>
                    <a:pt x="10957" y="497"/>
                    <a:pt x="8234" y="33"/>
                  </a:cubicBezTo>
                  <a:cubicBezTo>
                    <a:pt x="8103" y="11"/>
                    <a:pt x="7983" y="0"/>
                    <a:pt x="78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4681;p115">
              <a:extLst>
                <a:ext uri="{FF2B5EF4-FFF2-40B4-BE49-F238E27FC236}">
                  <a16:creationId xmlns:a16="http://schemas.microsoft.com/office/drawing/2014/main" id="{A65E4B5B-4A6D-79C1-D454-6CCFD5FA3C51}"/>
                </a:ext>
              </a:extLst>
            </p:cNvPr>
            <p:cNvSpPr/>
            <p:nvPr/>
          </p:nvSpPr>
          <p:spPr>
            <a:xfrm>
              <a:off x="3416950" y="1849650"/>
              <a:ext cx="259800" cy="183100"/>
            </a:xfrm>
            <a:custGeom>
              <a:avLst/>
              <a:gdLst/>
              <a:ahLst/>
              <a:cxnLst/>
              <a:rect l="l" t="t" r="r" b="b"/>
              <a:pathLst>
                <a:path w="10392" h="7324" fill="none" extrusionOk="0">
                  <a:moveTo>
                    <a:pt x="10391" y="7323"/>
                  </a:moveTo>
                  <a:cubicBezTo>
                    <a:pt x="10391" y="7323"/>
                    <a:pt x="3257" y="4875"/>
                    <a:pt x="1" y="1"/>
                  </a:cubicBezTo>
                </a:path>
              </a:pathLst>
            </a:custGeom>
            <a:noFill/>
            <a:ln w="110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4682;p115">
              <a:extLst>
                <a:ext uri="{FF2B5EF4-FFF2-40B4-BE49-F238E27FC236}">
                  <a16:creationId xmlns:a16="http://schemas.microsoft.com/office/drawing/2014/main" id="{EDE67B6B-BE49-ECED-2584-F39C05B85C1D}"/>
                </a:ext>
              </a:extLst>
            </p:cNvPr>
            <p:cNvSpPr/>
            <p:nvPr/>
          </p:nvSpPr>
          <p:spPr>
            <a:xfrm>
              <a:off x="3447150" y="1667150"/>
              <a:ext cx="301225" cy="380950"/>
            </a:xfrm>
            <a:custGeom>
              <a:avLst/>
              <a:gdLst/>
              <a:ahLst/>
              <a:cxnLst/>
              <a:rect l="l" t="t" r="r" b="b"/>
              <a:pathLst>
                <a:path w="12049" h="15238" extrusionOk="0">
                  <a:moveTo>
                    <a:pt x="4933" y="0"/>
                  </a:moveTo>
                  <a:cubicBezTo>
                    <a:pt x="4846" y="0"/>
                    <a:pt x="4755" y="12"/>
                    <a:pt x="4658" y="37"/>
                  </a:cubicBezTo>
                  <a:cubicBezTo>
                    <a:pt x="2861" y="499"/>
                    <a:pt x="3926" y="4204"/>
                    <a:pt x="4080" y="4709"/>
                  </a:cubicBezTo>
                  <a:lnTo>
                    <a:pt x="4080" y="4709"/>
                  </a:lnTo>
                  <a:cubicBezTo>
                    <a:pt x="3974" y="4383"/>
                    <a:pt x="3393" y="2765"/>
                    <a:pt x="2267" y="2765"/>
                  </a:cubicBezTo>
                  <a:cubicBezTo>
                    <a:pt x="2100" y="2765"/>
                    <a:pt x="1920" y="2801"/>
                    <a:pt x="1728" y="2882"/>
                  </a:cubicBezTo>
                  <a:cubicBezTo>
                    <a:pt x="101" y="3572"/>
                    <a:pt x="3184" y="8395"/>
                    <a:pt x="3184" y="8395"/>
                  </a:cubicBezTo>
                  <a:cubicBezTo>
                    <a:pt x="3184" y="8395"/>
                    <a:pt x="2060" y="6925"/>
                    <a:pt x="1240" y="6925"/>
                  </a:cubicBezTo>
                  <a:cubicBezTo>
                    <a:pt x="917" y="6925"/>
                    <a:pt x="642" y="7153"/>
                    <a:pt x="501" y="7787"/>
                  </a:cubicBezTo>
                  <a:cubicBezTo>
                    <a:pt x="1" y="10030"/>
                    <a:pt x="8705" y="15238"/>
                    <a:pt x="8705" y="15238"/>
                  </a:cubicBezTo>
                  <a:cubicBezTo>
                    <a:pt x="8705" y="15238"/>
                    <a:pt x="12049" y="9297"/>
                    <a:pt x="10613" y="7012"/>
                  </a:cubicBezTo>
                  <a:cubicBezTo>
                    <a:pt x="10360" y="6608"/>
                    <a:pt x="10082" y="6449"/>
                    <a:pt x="9801" y="6449"/>
                  </a:cubicBezTo>
                  <a:cubicBezTo>
                    <a:pt x="8751" y="6449"/>
                    <a:pt x="7659" y="8678"/>
                    <a:pt x="7659" y="8678"/>
                  </a:cubicBezTo>
                  <a:cubicBezTo>
                    <a:pt x="7659" y="8678"/>
                    <a:pt x="9958" y="3350"/>
                    <a:pt x="8446" y="1960"/>
                  </a:cubicBezTo>
                  <a:cubicBezTo>
                    <a:pt x="8205" y="1739"/>
                    <a:pt x="7988" y="1645"/>
                    <a:pt x="7793" y="1645"/>
                  </a:cubicBezTo>
                  <a:cubicBezTo>
                    <a:pt x="6762" y="1645"/>
                    <a:pt x="6350" y="4239"/>
                    <a:pt x="6350" y="4239"/>
                  </a:cubicBezTo>
                  <a:cubicBezTo>
                    <a:pt x="6350" y="4239"/>
                    <a:pt x="6564" y="0"/>
                    <a:pt x="49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4683;p115">
              <a:extLst>
                <a:ext uri="{FF2B5EF4-FFF2-40B4-BE49-F238E27FC236}">
                  <a16:creationId xmlns:a16="http://schemas.microsoft.com/office/drawing/2014/main" id="{919EFEC4-96C0-EE19-B859-481E9C63C5BF}"/>
                </a:ext>
              </a:extLst>
            </p:cNvPr>
            <p:cNvSpPr/>
            <p:nvPr/>
          </p:nvSpPr>
          <p:spPr>
            <a:xfrm>
              <a:off x="3576625" y="1828725"/>
              <a:ext cx="88150" cy="219375"/>
            </a:xfrm>
            <a:custGeom>
              <a:avLst/>
              <a:gdLst/>
              <a:ahLst/>
              <a:cxnLst/>
              <a:rect l="l" t="t" r="r" b="b"/>
              <a:pathLst>
                <a:path w="3526" h="8775" fill="none" extrusionOk="0">
                  <a:moveTo>
                    <a:pt x="3526" y="8775"/>
                  </a:moveTo>
                  <a:cubicBezTo>
                    <a:pt x="3526" y="8775"/>
                    <a:pt x="63" y="4361"/>
                    <a:pt x="1" y="1"/>
                  </a:cubicBezTo>
                </a:path>
              </a:pathLst>
            </a:custGeom>
            <a:noFill/>
            <a:ln w="110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1" name="Google Shape;4684;p115">
            <a:extLst>
              <a:ext uri="{FF2B5EF4-FFF2-40B4-BE49-F238E27FC236}">
                <a16:creationId xmlns:a16="http://schemas.microsoft.com/office/drawing/2014/main" id="{EBF5C5ED-3CFA-F64B-88CB-7CB9DB0851E3}"/>
              </a:ext>
            </a:extLst>
          </p:cNvPr>
          <p:cNvGrpSpPr/>
          <p:nvPr/>
        </p:nvGrpSpPr>
        <p:grpSpPr>
          <a:xfrm>
            <a:off x="8440399" y="739006"/>
            <a:ext cx="738156" cy="561800"/>
            <a:chOff x="5868375" y="1673150"/>
            <a:chExt cx="441375" cy="336025"/>
          </a:xfrm>
        </p:grpSpPr>
        <p:sp>
          <p:nvSpPr>
            <p:cNvPr id="1312" name="Google Shape;4685;p115">
              <a:extLst>
                <a:ext uri="{FF2B5EF4-FFF2-40B4-BE49-F238E27FC236}">
                  <a16:creationId xmlns:a16="http://schemas.microsoft.com/office/drawing/2014/main" id="{1E5800FC-F207-FE3F-6270-95C50DFE8FDB}"/>
                </a:ext>
              </a:extLst>
            </p:cNvPr>
            <p:cNvSpPr/>
            <p:nvPr/>
          </p:nvSpPr>
          <p:spPr>
            <a:xfrm>
              <a:off x="6056950" y="1845900"/>
              <a:ext cx="63550" cy="66775"/>
            </a:xfrm>
            <a:custGeom>
              <a:avLst/>
              <a:gdLst/>
              <a:ahLst/>
              <a:cxnLst/>
              <a:rect l="l" t="t" r="r" b="b"/>
              <a:pathLst>
                <a:path w="2542" h="2671" extrusionOk="0">
                  <a:moveTo>
                    <a:pt x="895" y="0"/>
                  </a:moveTo>
                  <a:cubicBezTo>
                    <a:pt x="0" y="0"/>
                    <a:pt x="630" y="2670"/>
                    <a:pt x="630" y="2670"/>
                  </a:cubicBezTo>
                  <a:cubicBezTo>
                    <a:pt x="630" y="2670"/>
                    <a:pt x="2541" y="101"/>
                    <a:pt x="924" y="1"/>
                  </a:cubicBezTo>
                  <a:cubicBezTo>
                    <a:pt x="914" y="0"/>
                    <a:pt x="904" y="0"/>
                    <a:pt x="8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4686;p115">
              <a:extLst>
                <a:ext uri="{FF2B5EF4-FFF2-40B4-BE49-F238E27FC236}">
                  <a16:creationId xmlns:a16="http://schemas.microsoft.com/office/drawing/2014/main" id="{9BCEA22B-BBB0-D0AE-3F7B-24B971028408}"/>
                </a:ext>
              </a:extLst>
            </p:cNvPr>
            <p:cNvSpPr/>
            <p:nvPr/>
          </p:nvSpPr>
          <p:spPr>
            <a:xfrm>
              <a:off x="6072675" y="1907950"/>
              <a:ext cx="71150" cy="30475"/>
            </a:xfrm>
            <a:custGeom>
              <a:avLst/>
              <a:gdLst/>
              <a:ahLst/>
              <a:cxnLst/>
              <a:rect l="l" t="t" r="r" b="b"/>
              <a:pathLst>
                <a:path w="2846" h="1219" extrusionOk="0">
                  <a:moveTo>
                    <a:pt x="1482" y="0"/>
                  </a:moveTo>
                  <a:cubicBezTo>
                    <a:pt x="773" y="0"/>
                    <a:pt x="1" y="188"/>
                    <a:pt x="1" y="188"/>
                  </a:cubicBezTo>
                  <a:cubicBezTo>
                    <a:pt x="1" y="188"/>
                    <a:pt x="1408" y="1218"/>
                    <a:pt x="2156" y="1218"/>
                  </a:cubicBezTo>
                  <a:cubicBezTo>
                    <a:pt x="2356" y="1218"/>
                    <a:pt x="2508" y="1144"/>
                    <a:pt x="2574" y="958"/>
                  </a:cubicBezTo>
                  <a:cubicBezTo>
                    <a:pt x="2845" y="191"/>
                    <a:pt x="2196" y="0"/>
                    <a:pt x="14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4687;p115">
              <a:extLst>
                <a:ext uri="{FF2B5EF4-FFF2-40B4-BE49-F238E27FC236}">
                  <a16:creationId xmlns:a16="http://schemas.microsoft.com/office/drawing/2014/main" id="{DBD402D2-A9BB-9C0D-2539-156E7417FE40}"/>
                </a:ext>
              </a:extLst>
            </p:cNvPr>
            <p:cNvSpPr/>
            <p:nvPr/>
          </p:nvSpPr>
          <p:spPr>
            <a:xfrm>
              <a:off x="6114425" y="1823325"/>
              <a:ext cx="54500" cy="57275"/>
            </a:xfrm>
            <a:custGeom>
              <a:avLst/>
              <a:gdLst/>
              <a:ahLst/>
              <a:cxnLst/>
              <a:rect l="l" t="t" r="r" b="b"/>
              <a:pathLst>
                <a:path w="2180" h="2291" extrusionOk="0">
                  <a:moveTo>
                    <a:pt x="769" y="0"/>
                  </a:moveTo>
                  <a:cubicBezTo>
                    <a:pt x="0" y="0"/>
                    <a:pt x="540" y="2291"/>
                    <a:pt x="540" y="2291"/>
                  </a:cubicBezTo>
                  <a:cubicBezTo>
                    <a:pt x="540" y="2291"/>
                    <a:pt x="2180" y="86"/>
                    <a:pt x="793" y="1"/>
                  </a:cubicBezTo>
                  <a:cubicBezTo>
                    <a:pt x="785" y="0"/>
                    <a:pt x="777" y="0"/>
                    <a:pt x="7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4688;p115">
              <a:extLst>
                <a:ext uri="{FF2B5EF4-FFF2-40B4-BE49-F238E27FC236}">
                  <a16:creationId xmlns:a16="http://schemas.microsoft.com/office/drawing/2014/main" id="{BBD5BB3D-720E-F9D3-434E-6163A5877C33}"/>
                </a:ext>
              </a:extLst>
            </p:cNvPr>
            <p:cNvSpPr/>
            <p:nvPr/>
          </p:nvSpPr>
          <p:spPr>
            <a:xfrm>
              <a:off x="6127925" y="1876550"/>
              <a:ext cx="61025" cy="26150"/>
            </a:xfrm>
            <a:custGeom>
              <a:avLst/>
              <a:gdLst/>
              <a:ahLst/>
              <a:cxnLst/>
              <a:rect l="l" t="t" r="r" b="b"/>
              <a:pathLst>
                <a:path w="2441" h="1046" extrusionOk="0">
                  <a:moveTo>
                    <a:pt x="1271" y="0"/>
                  </a:moveTo>
                  <a:cubicBezTo>
                    <a:pt x="663" y="0"/>
                    <a:pt x="0" y="162"/>
                    <a:pt x="0" y="162"/>
                  </a:cubicBezTo>
                  <a:cubicBezTo>
                    <a:pt x="0" y="162"/>
                    <a:pt x="1207" y="1046"/>
                    <a:pt x="1848" y="1046"/>
                  </a:cubicBezTo>
                  <a:cubicBezTo>
                    <a:pt x="2020" y="1046"/>
                    <a:pt x="2151" y="982"/>
                    <a:pt x="2208" y="822"/>
                  </a:cubicBezTo>
                  <a:cubicBezTo>
                    <a:pt x="2440" y="164"/>
                    <a:pt x="1884" y="0"/>
                    <a:pt x="12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4689;p115">
              <a:extLst>
                <a:ext uri="{FF2B5EF4-FFF2-40B4-BE49-F238E27FC236}">
                  <a16:creationId xmlns:a16="http://schemas.microsoft.com/office/drawing/2014/main" id="{F9FB75F3-B12C-55BA-80F7-864DE3D35DB8}"/>
                </a:ext>
              </a:extLst>
            </p:cNvPr>
            <p:cNvSpPr/>
            <p:nvPr/>
          </p:nvSpPr>
          <p:spPr>
            <a:xfrm>
              <a:off x="6172400" y="1800850"/>
              <a:ext cx="46800" cy="49150"/>
            </a:xfrm>
            <a:custGeom>
              <a:avLst/>
              <a:gdLst/>
              <a:ahLst/>
              <a:cxnLst/>
              <a:rect l="l" t="t" r="r" b="b"/>
              <a:pathLst>
                <a:path w="1872" h="1966" extrusionOk="0">
                  <a:moveTo>
                    <a:pt x="659" y="0"/>
                  </a:moveTo>
                  <a:cubicBezTo>
                    <a:pt x="1" y="0"/>
                    <a:pt x="464" y="1966"/>
                    <a:pt x="464" y="1966"/>
                  </a:cubicBezTo>
                  <a:cubicBezTo>
                    <a:pt x="464" y="1966"/>
                    <a:pt x="1871" y="74"/>
                    <a:pt x="680" y="1"/>
                  </a:cubicBezTo>
                  <a:cubicBezTo>
                    <a:pt x="673" y="0"/>
                    <a:pt x="666" y="0"/>
                    <a:pt x="6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4690;p115">
              <a:extLst>
                <a:ext uri="{FF2B5EF4-FFF2-40B4-BE49-F238E27FC236}">
                  <a16:creationId xmlns:a16="http://schemas.microsoft.com/office/drawing/2014/main" id="{37185B27-878B-1E1F-0299-4F9F88C82697}"/>
                </a:ext>
              </a:extLst>
            </p:cNvPr>
            <p:cNvSpPr/>
            <p:nvPr/>
          </p:nvSpPr>
          <p:spPr>
            <a:xfrm>
              <a:off x="6183975" y="1846525"/>
              <a:ext cx="52375" cy="22450"/>
            </a:xfrm>
            <a:custGeom>
              <a:avLst/>
              <a:gdLst/>
              <a:ahLst/>
              <a:cxnLst/>
              <a:rect l="l" t="t" r="r" b="b"/>
              <a:pathLst>
                <a:path w="2095" h="898" extrusionOk="0">
                  <a:moveTo>
                    <a:pt x="1090" y="1"/>
                  </a:moveTo>
                  <a:cubicBezTo>
                    <a:pt x="569" y="1"/>
                    <a:pt x="1" y="139"/>
                    <a:pt x="1" y="139"/>
                  </a:cubicBezTo>
                  <a:cubicBezTo>
                    <a:pt x="1" y="139"/>
                    <a:pt x="1038" y="897"/>
                    <a:pt x="1588" y="897"/>
                  </a:cubicBezTo>
                  <a:cubicBezTo>
                    <a:pt x="1735" y="897"/>
                    <a:pt x="1847" y="843"/>
                    <a:pt x="1895" y="706"/>
                  </a:cubicBezTo>
                  <a:cubicBezTo>
                    <a:pt x="2094" y="141"/>
                    <a:pt x="1616" y="1"/>
                    <a:pt x="10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4691;p115">
              <a:extLst>
                <a:ext uri="{FF2B5EF4-FFF2-40B4-BE49-F238E27FC236}">
                  <a16:creationId xmlns:a16="http://schemas.microsoft.com/office/drawing/2014/main" id="{90A6BB88-93F0-1627-6E1B-E9C66D9F6FAA}"/>
                </a:ext>
              </a:extLst>
            </p:cNvPr>
            <p:cNvSpPr/>
            <p:nvPr/>
          </p:nvSpPr>
          <p:spPr>
            <a:xfrm>
              <a:off x="6224650" y="1782150"/>
              <a:ext cx="40075" cy="42100"/>
            </a:xfrm>
            <a:custGeom>
              <a:avLst/>
              <a:gdLst/>
              <a:ahLst/>
              <a:cxnLst/>
              <a:rect l="l" t="t" r="r" b="b"/>
              <a:pathLst>
                <a:path w="1603" h="1684" extrusionOk="0">
                  <a:moveTo>
                    <a:pt x="542" y="1"/>
                  </a:moveTo>
                  <a:cubicBezTo>
                    <a:pt x="1" y="1"/>
                    <a:pt x="266" y="1684"/>
                    <a:pt x="266" y="1684"/>
                  </a:cubicBezTo>
                  <a:cubicBezTo>
                    <a:pt x="266" y="1684"/>
                    <a:pt x="1602" y="144"/>
                    <a:pt x="580" y="3"/>
                  </a:cubicBezTo>
                  <a:cubicBezTo>
                    <a:pt x="567" y="1"/>
                    <a:pt x="554" y="1"/>
                    <a:pt x="5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4692;p115">
              <a:extLst>
                <a:ext uri="{FF2B5EF4-FFF2-40B4-BE49-F238E27FC236}">
                  <a16:creationId xmlns:a16="http://schemas.microsoft.com/office/drawing/2014/main" id="{72CE0A04-F1BE-3A59-58CE-C428E527EA3E}"/>
                </a:ext>
              </a:extLst>
            </p:cNvPr>
            <p:cNvSpPr/>
            <p:nvPr/>
          </p:nvSpPr>
          <p:spPr>
            <a:xfrm>
              <a:off x="6231275" y="1822825"/>
              <a:ext cx="46025" cy="20425"/>
            </a:xfrm>
            <a:custGeom>
              <a:avLst/>
              <a:gdLst/>
              <a:ahLst/>
              <a:cxnLst/>
              <a:rect l="l" t="t" r="r" b="b"/>
              <a:pathLst>
                <a:path w="1841" h="817" extrusionOk="0">
                  <a:moveTo>
                    <a:pt x="716" y="1"/>
                  </a:moveTo>
                  <a:cubicBezTo>
                    <a:pt x="343" y="1"/>
                    <a:pt x="1" y="57"/>
                    <a:pt x="1" y="57"/>
                  </a:cubicBezTo>
                  <a:cubicBezTo>
                    <a:pt x="1" y="57"/>
                    <a:pt x="888" y="816"/>
                    <a:pt x="1354" y="816"/>
                  </a:cubicBezTo>
                  <a:cubicBezTo>
                    <a:pt x="1464" y="816"/>
                    <a:pt x="1550" y="774"/>
                    <a:pt x="1596" y="669"/>
                  </a:cubicBezTo>
                  <a:cubicBezTo>
                    <a:pt x="1841" y="115"/>
                    <a:pt x="1247" y="1"/>
                    <a:pt x="7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4693;p115">
              <a:extLst>
                <a:ext uri="{FF2B5EF4-FFF2-40B4-BE49-F238E27FC236}">
                  <a16:creationId xmlns:a16="http://schemas.microsoft.com/office/drawing/2014/main" id="{1FE1592D-0B53-3B6C-D9CF-2BFA05E12CEC}"/>
                </a:ext>
              </a:extLst>
            </p:cNvPr>
            <p:cNvSpPr/>
            <p:nvPr/>
          </p:nvSpPr>
          <p:spPr>
            <a:xfrm>
              <a:off x="5992625" y="1806800"/>
              <a:ext cx="271975" cy="167025"/>
            </a:xfrm>
            <a:custGeom>
              <a:avLst/>
              <a:gdLst/>
              <a:ahLst/>
              <a:cxnLst/>
              <a:rect l="l" t="t" r="r" b="b"/>
              <a:pathLst>
                <a:path w="10879" h="6681" fill="none" extrusionOk="0">
                  <a:moveTo>
                    <a:pt x="10879" y="1"/>
                  </a:moveTo>
                  <a:cubicBezTo>
                    <a:pt x="10879" y="1"/>
                    <a:pt x="2987" y="3832"/>
                    <a:pt x="1" y="6681"/>
                  </a:cubicBezTo>
                </a:path>
              </a:pathLst>
            </a:custGeom>
            <a:noFill/>
            <a:ln w="32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4694;p115">
              <a:extLst>
                <a:ext uri="{FF2B5EF4-FFF2-40B4-BE49-F238E27FC236}">
                  <a16:creationId xmlns:a16="http://schemas.microsoft.com/office/drawing/2014/main" id="{3230959A-EB8F-4049-8FF5-BE45183A7A18}"/>
                </a:ext>
              </a:extLst>
            </p:cNvPr>
            <p:cNvSpPr/>
            <p:nvPr/>
          </p:nvSpPr>
          <p:spPr>
            <a:xfrm>
              <a:off x="6260350" y="1785325"/>
              <a:ext cx="49400" cy="23475"/>
            </a:xfrm>
            <a:custGeom>
              <a:avLst/>
              <a:gdLst/>
              <a:ahLst/>
              <a:cxnLst/>
              <a:rect l="l" t="t" r="r" b="b"/>
              <a:pathLst>
                <a:path w="1976" h="939" extrusionOk="0">
                  <a:moveTo>
                    <a:pt x="1292" y="0"/>
                  </a:moveTo>
                  <a:cubicBezTo>
                    <a:pt x="838" y="0"/>
                    <a:pt x="1" y="937"/>
                    <a:pt x="1" y="937"/>
                  </a:cubicBezTo>
                  <a:cubicBezTo>
                    <a:pt x="1" y="937"/>
                    <a:pt x="29" y="938"/>
                    <a:pt x="78" y="938"/>
                  </a:cubicBezTo>
                  <a:cubicBezTo>
                    <a:pt x="446" y="938"/>
                    <a:pt x="1976" y="892"/>
                    <a:pt x="1501" y="117"/>
                  </a:cubicBezTo>
                  <a:cubicBezTo>
                    <a:pt x="1451" y="35"/>
                    <a:pt x="1378" y="0"/>
                    <a:pt x="12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4695;p115">
              <a:extLst>
                <a:ext uri="{FF2B5EF4-FFF2-40B4-BE49-F238E27FC236}">
                  <a16:creationId xmlns:a16="http://schemas.microsoft.com/office/drawing/2014/main" id="{713D196C-805D-3257-60D8-D1335D7008A4}"/>
                </a:ext>
              </a:extLst>
            </p:cNvPr>
            <p:cNvSpPr/>
            <p:nvPr/>
          </p:nvSpPr>
          <p:spPr>
            <a:xfrm>
              <a:off x="5920675" y="1716975"/>
              <a:ext cx="313400" cy="266325"/>
            </a:xfrm>
            <a:custGeom>
              <a:avLst/>
              <a:gdLst/>
              <a:ahLst/>
              <a:cxnLst/>
              <a:rect l="l" t="t" r="r" b="b"/>
              <a:pathLst>
                <a:path w="12536" h="10653" extrusionOk="0">
                  <a:moveTo>
                    <a:pt x="12535" y="1"/>
                  </a:moveTo>
                  <a:cubicBezTo>
                    <a:pt x="12535" y="1"/>
                    <a:pt x="2984" y="1452"/>
                    <a:pt x="1" y="10650"/>
                  </a:cubicBezTo>
                  <a:cubicBezTo>
                    <a:pt x="88" y="10652"/>
                    <a:pt x="175" y="10653"/>
                    <a:pt x="261" y="10653"/>
                  </a:cubicBezTo>
                  <a:cubicBezTo>
                    <a:pt x="9051" y="10653"/>
                    <a:pt x="10682" y="2215"/>
                    <a:pt x="125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4696;p115">
              <a:extLst>
                <a:ext uri="{FF2B5EF4-FFF2-40B4-BE49-F238E27FC236}">
                  <a16:creationId xmlns:a16="http://schemas.microsoft.com/office/drawing/2014/main" id="{B3180704-5044-A23A-822B-3F6392F9A22D}"/>
                </a:ext>
              </a:extLst>
            </p:cNvPr>
            <p:cNvSpPr/>
            <p:nvPr/>
          </p:nvSpPr>
          <p:spPr>
            <a:xfrm>
              <a:off x="5920675" y="1716975"/>
              <a:ext cx="313400" cy="266275"/>
            </a:xfrm>
            <a:custGeom>
              <a:avLst/>
              <a:gdLst/>
              <a:ahLst/>
              <a:cxnLst/>
              <a:rect l="l" t="t" r="r" b="b"/>
              <a:pathLst>
                <a:path w="12536" h="10651" fill="none" extrusionOk="0">
                  <a:moveTo>
                    <a:pt x="12535" y="1"/>
                  </a:moveTo>
                  <a:cubicBezTo>
                    <a:pt x="12535" y="1"/>
                    <a:pt x="3316" y="5864"/>
                    <a:pt x="1" y="10650"/>
                  </a:cubicBezTo>
                </a:path>
              </a:pathLst>
            </a:custGeom>
            <a:noFill/>
            <a:ln w="5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4697;p115">
              <a:extLst>
                <a:ext uri="{FF2B5EF4-FFF2-40B4-BE49-F238E27FC236}">
                  <a16:creationId xmlns:a16="http://schemas.microsoft.com/office/drawing/2014/main" id="{59C90E8D-7241-2594-4E18-458A6B901C82}"/>
                </a:ext>
              </a:extLst>
            </p:cNvPr>
            <p:cNvSpPr/>
            <p:nvPr/>
          </p:nvSpPr>
          <p:spPr>
            <a:xfrm>
              <a:off x="6096475" y="1816525"/>
              <a:ext cx="72925" cy="18025"/>
            </a:xfrm>
            <a:custGeom>
              <a:avLst/>
              <a:gdLst/>
              <a:ahLst/>
              <a:cxnLst/>
              <a:rect l="l" t="t" r="r" b="b"/>
              <a:pathLst>
                <a:path w="2917" h="721" fill="none" extrusionOk="0">
                  <a:moveTo>
                    <a:pt x="1" y="1"/>
                  </a:moveTo>
                  <a:cubicBezTo>
                    <a:pt x="1" y="1"/>
                    <a:pt x="1795" y="14"/>
                    <a:pt x="2916" y="720"/>
                  </a:cubicBezTo>
                </a:path>
              </a:pathLst>
            </a:custGeom>
            <a:noFill/>
            <a:ln w="5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4698;p115">
              <a:extLst>
                <a:ext uri="{FF2B5EF4-FFF2-40B4-BE49-F238E27FC236}">
                  <a16:creationId xmlns:a16="http://schemas.microsoft.com/office/drawing/2014/main" id="{96964909-D0F2-E411-EE7D-6E6A65D0AE7D}"/>
                </a:ext>
              </a:extLst>
            </p:cNvPr>
            <p:cNvSpPr/>
            <p:nvPr/>
          </p:nvSpPr>
          <p:spPr>
            <a:xfrm>
              <a:off x="5994700" y="1888250"/>
              <a:ext cx="103250" cy="35100"/>
            </a:xfrm>
            <a:custGeom>
              <a:avLst/>
              <a:gdLst/>
              <a:ahLst/>
              <a:cxnLst/>
              <a:rect l="l" t="t" r="r" b="b"/>
              <a:pathLst>
                <a:path w="4130" h="1404" fill="none" extrusionOk="0">
                  <a:moveTo>
                    <a:pt x="0" y="486"/>
                  </a:moveTo>
                  <a:cubicBezTo>
                    <a:pt x="0" y="486"/>
                    <a:pt x="2154" y="1"/>
                    <a:pt x="4129" y="1403"/>
                  </a:cubicBezTo>
                </a:path>
              </a:pathLst>
            </a:custGeom>
            <a:noFill/>
            <a:ln w="5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4699;p115">
              <a:extLst>
                <a:ext uri="{FF2B5EF4-FFF2-40B4-BE49-F238E27FC236}">
                  <a16:creationId xmlns:a16="http://schemas.microsoft.com/office/drawing/2014/main" id="{5FDA1C14-9FAC-D546-FEF4-61ED6EDF2AE3}"/>
                </a:ext>
              </a:extLst>
            </p:cNvPr>
            <p:cNvSpPr/>
            <p:nvPr/>
          </p:nvSpPr>
          <p:spPr>
            <a:xfrm>
              <a:off x="6048875" y="1800775"/>
              <a:ext cx="10800" cy="50400"/>
            </a:xfrm>
            <a:custGeom>
              <a:avLst/>
              <a:gdLst/>
              <a:ahLst/>
              <a:cxnLst/>
              <a:rect l="l" t="t" r="r" b="b"/>
              <a:pathLst>
                <a:path w="432" h="2016" fill="none" extrusionOk="0">
                  <a:moveTo>
                    <a:pt x="65" y="2015"/>
                  </a:moveTo>
                  <a:cubicBezTo>
                    <a:pt x="65" y="2015"/>
                    <a:pt x="431" y="954"/>
                    <a:pt x="0" y="1"/>
                  </a:cubicBezTo>
                </a:path>
              </a:pathLst>
            </a:custGeom>
            <a:noFill/>
            <a:ln w="120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4700;p115">
              <a:extLst>
                <a:ext uri="{FF2B5EF4-FFF2-40B4-BE49-F238E27FC236}">
                  <a16:creationId xmlns:a16="http://schemas.microsoft.com/office/drawing/2014/main" id="{24F3BB30-C1C1-6731-2876-AD02070D1978}"/>
                </a:ext>
              </a:extLst>
            </p:cNvPr>
            <p:cNvSpPr/>
            <p:nvPr/>
          </p:nvSpPr>
          <p:spPr>
            <a:xfrm>
              <a:off x="6141725" y="1742300"/>
              <a:ext cx="12450" cy="38250"/>
            </a:xfrm>
            <a:custGeom>
              <a:avLst/>
              <a:gdLst/>
              <a:ahLst/>
              <a:cxnLst/>
              <a:rect l="l" t="t" r="r" b="b"/>
              <a:pathLst>
                <a:path w="498" h="1530" fill="none" extrusionOk="0">
                  <a:moveTo>
                    <a:pt x="0" y="1529"/>
                  </a:moveTo>
                  <a:cubicBezTo>
                    <a:pt x="0" y="1529"/>
                    <a:pt x="497" y="492"/>
                    <a:pt x="345" y="0"/>
                  </a:cubicBezTo>
                </a:path>
              </a:pathLst>
            </a:custGeom>
            <a:noFill/>
            <a:ln w="550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4701;p115">
              <a:extLst>
                <a:ext uri="{FF2B5EF4-FFF2-40B4-BE49-F238E27FC236}">
                  <a16:creationId xmlns:a16="http://schemas.microsoft.com/office/drawing/2014/main" id="{DF90ECE6-B6A6-85D3-3EFB-FCAAA579C2A2}"/>
                </a:ext>
              </a:extLst>
            </p:cNvPr>
            <p:cNvSpPr/>
            <p:nvPr/>
          </p:nvSpPr>
          <p:spPr>
            <a:xfrm>
              <a:off x="5868375" y="1673150"/>
              <a:ext cx="237075" cy="336025"/>
            </a:xfrm>
            <a:custGeom>
              <a:avLst/>
              <a:gdLst/>
              <a:ahLst/>
              <a:cxnLst/>
              <a:rect l="l" t="t" r="r" b="b"/>
              <a:pathLst>
                <a:path w="9483" h="13441" extrusionOk="0">
                  <a:moveTo>
                    <a:pt x="9482" y="1"/>
                  </a:moveTo>
                  <a:cubicBezTo>
                    <a:pt x="9482" y="1"/>
                    <a:pt x="595" y="3789"/>
                    <a:pt x="1" y="13441"/>
                  </a:cubicBezTo>
                  <a:cubicBezTo>
                    <a:pt x="8776" y="11354"/>
                    <a:pt x="8229" y="2634"/>
                    <a:pt x="94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4702;p115">
              <a:extLst>
                <a:ext uri="{FF2B5EF4-FFF2-40B4-BE49-F238E27FC236}">
                  <a16:creationId xmlns:a16="http://schemas.microsoft.com/office/drawing/2014/main" id="{8C8BAD8D-5B0E-0477-C07E-57C8E6E88C3B}"/>
                </a:ext>
              </a:extLst>
            </p:cNvPr>
            <p:cNvSpPr/>
            <p:nvPr/>
          </p:nvSpPr>
          <p:spPr>
            <a:xfrm>
              <a:off x="5868375" y="1673150"/>
              <a:ext cx="237075" cy="336025"/>
            </a:xfrm>
            <a:custGeom>
              <a:avLst/>
              <a:gdLst/>
              <a:ahLst/>
              <a:cxnLst/>
              <a:rect l="l" t="t" r="r" b="b"/>
              <a:pathLst>
                <a:path w="9483" h="13441" fill="none" extrusionOk="0">
                  <a:moveTo>
                    <a:pt x="9482" y="1"/>
                  </a:moveTo>
                  <a:cubicBezTo>
                    <a:pt x="9482" y="1"/>
                    <a:pt x="2018" y="7980"/>
                    <a:pt x="1" y="13441"/>
                  </a:cubicBezTo>
                </a:path>
              </a:pathLst>
            </a:custGeom>
            <a:noFill/>
            <a:ln w="7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4703;p115">
              <a:extLst>
                <a:ext uri="{FF2B5EF4-FFF2-40B4-BE49-F238E27FC236}">
                  <a16:creationId xmlns:a16="http://schemas.microsoft.com/office/drawing/2014/main" id="{421188B1-3B8D-8128-BECE-B432E21885C0}"/>
                </a:ext>
              </a:extLst>
            </p:cNvPr>
            <p:cNvSpPr/>
            <p:nvPr/>
          </p:nvSpPr>
          <p:spPr>
            <a:xfrm>
              <a:off x="5994875" y="1793025"/>
              <a:ext cx="77275" cy="10900"/>
            </a:xfrm>
            <a:custGeom>
              <a:avLst/>
              <a:gdLst/>
              <a:ahLst/>
              <a:cxnLst/>
              <a:rect l="l" t="t" r="r" b="b"/>
              <a:pathLst>
                <a:path w="3091" h="436" fill="none" extrusionOk="0">
                  <a:moveTo>
                    <a:pt x="0" y="435"/>
                  </a:moveTo>
                  <a:cubicBezTo>
                    <a:pt x="0" y="435"/>
                    <a:pt x="1827" y="0"/>
                    <a:pt x="3090" y="403"/>
                  </a:cubicBezTo>
                </a:path>
              </a:pathLst>
            </a:custGeom>
            <a:noFill/>
            <a:ln w="7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4704;p115">
              <a:extLst>
                <a:ext uri="{FF2B5EF4-FFF2-40B4-BE49-F238E27FC236}">
                  <a16:creationId xmlns:a16="http://schemas.microsoft.com/office/drawing/2014/main" id="{EDED0723-6508-B846-9DD5-B4BA32732F4B}"/>
                </a:ext>
              </a:extLst>
            </p:cNvPr>
            <p:cNvSpPr/>
            <p:nvPr/>
          </p:nvSpPr>
          <p:spPr>
            <a:xfrm>
              <a:off x="5919400" y="1885325"/>
              <a:ext cx="105700" cy="25175"/>
            </a:xfrm>
            <a:custGeom>
              <a:avLst/>
              <a:gdLst/>
              <a:ahLst/>
              <a:cxnLst/>
              <a:rect l="l" t="t" r="r" b="b"/>
              <a:pathLst>
                <a:path w="4228" h="1007" fill="none" extrusionOk="0">
                  <a:moveTo>
                    <a:pt x="0" y="1007"/>
                  </a:moveTo>
                  <a:cubicBezTo>
                    <a:pt x="0" y="1007"/>
                    <a:pt x="1965" y="0"/>
                    <a:pt x="4228" y="865"/>
                  </a:cubicBezTo>
                </a:path>
              </a:pathLst>
            </a:custGeom>
            <a:noFill/>
            <a:ln w="7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4705;p115">
              <a:extLst>
                <a:ext uri="{FF2B5EF4-FFF2-40B4-BE49-F238E27FC236}">
                  <a16:creationId xmlns:a16="http://schemas.microsoft.com/office/drawing/2014/main" id="{47BA4EEF-D6BC-BBA9-1619-B66E9DCCC138}"/>
                </a:ext>
              </a:extLst>
            </p:cNvPr>
            <p:cNvSpPr/>
            <p:nvPr/>
          </p:nvSpPr>
          <p:spPr>
            <a:xfrm>
              <a:off x="5947025" y="1800525"/>
              <a:ext cx="16375" cy="48375"/>
            </a:xfrm>
            <a:custGeom>
              <a:avLst/>
              <a:gdLst/>
              <a:ahLst/>
              <a:cxnLst/>
              <a:rect l="l" t="t" r="r" b="b"/>
              <a:pathLst>
                <a:path w="655" h="1935" fill="none" extrusionOk="0">
                  <a:moveTo>
                    <a:pt x="566" y="1935"/>
                  </a:moveTo>
                  <a:cubicBezTo>
                    <a:pt x="566" y="1935"/>
                    <a:pt x="654" y="816"/>
                    <a:pt x="1" y="0"/>
                  </a:cubicBezTo>
                </a:path>
              </a:pathLst>
            </a:custGeom>
            <a:noFill/>
            <a:ln w="7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4706;p115">
              <a:extLst>
                <a:ext uri="{FF2B5EF4-FFF2-40B4-BE49-F238E27FC236}">
                  <a16:creationId xmlns:a16="http://schemas.microsoft.com/office/drawing/2014/main" id="{A0B1C27B-0C86-4549-F42C-702BE5BB5979}"/>
                </a:ext>
              </a:extLst>
            </p:cNvPr>
            <p:cNvSpPr/>
            <p:nvPr/>
          </p:nvSpPr>
          <p:spPr>
            <a:xfrm>
              <a:off x="6030700" y="1718575"/>
              <a:ext cx="6775" cy="39175"/>
            </a:xfrm>
            <a:custGeom>
              <a:avLst/>
              <a:gdLst/>
              <a:ahLst/>
              <a:cxnLst/>
              <a:rect l="l" t="t" r="r" b="b"/>
              <a:pathLst>
                <a:path w="271" h="1567" fill="none" extrusionOk="0">
                  <a:moveTo>
                    <a:pt x="47" y="1567"/>
                  </a:moveTo>
                  <a:cubicBezTo>
                    <a:pt x="47" y="1567"/>
                    <a:pt x="271" y="438"/>
                    <a:pt x="0" y="1"/>
                  </a:cubicBezTo>
                </a:path>
              </a:pathLst>
            </a:custGeom>
            <a:noFill/>
            <a:ln w="775" cap="flat" cmpd="sng">
              <a:solidFill>
                <a:schemeClr val="dk1"/>
              </a:solidFill>
              <a:prstDash val="solid"/>
              <a:miter lim="10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0"/>
                            </p:stCondLst>
                            <p:childTnLst>
                              <p:par>
                                <p:cTn id="4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500"/>
                            </p:stCondLst>
                            <p:childTnLst>
                              <p:par>
                                <p:cTn id="54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000"/>
                            </p:stCondLst>
                            <p:childTnLst>
                              <p:par>
                                <p:cTn id="6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500"/>
                            </p:stCondLst>
                            <p:childTnLst>
                              <p:par>
                                <p:cTn id="82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3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3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27" grpId="0" animBg="1"/>
      <p:bldP spid="2" grpId="0"/>
      <p:bldP spid="5" grpId="0"/>
      <p:bldP spid="20" grpId="0"/>
      <p:bldP spid="21" grpId="0" animBg="1"/>
      <p:bldP spid="22" grpId="0"/>
      <p:bldP spid="23" grpId="0"/>
      <p:bldP spid="24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9" name="Google Shape;3729;p110"/>
          <p:cNvSpPr txBox="1">
            <a:spLocks noGrp="1"/>
          </p:cNvSpPr>
          <p:nvPr>
            <p:ph type="title"/>
          </p:nvPr>
        </p:nvSpPr>
        <p:spPr>
          <a:xfrm>
            <a:off x="5796968" y="2339865"/>
            <a:ext cx="2863775" cy="921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¡Muchas Gracias!</a:t>
            </a:r>
            <a:endParaRPr sz="3200" dirty="0"/>
          </a:p>
        </p:txBody>
      </p:sp>
      <p:grpSp>
        <p:nvGrpSpPr>
          <p:cNvPr id="3732" name="Google Shape;3732;p110"/>
          <p:cNvGrpSpPr/>
          <p:nvPr/>
        </p:nvGrpSpPr>
        <p:grpSpPr>
          <a:xfrm flipH="1">
            <a:off x="0" y="1601456"/>
            <a:ext cx="7781497" cy="3653191"/>
            <a:chOff x="1500607" y="1029675"/>
            <a:chExt cx="6216743" cy="2918584"/>
          </a:xfrm>
        </p:grpSpPr>
        <p:sp>
          <p:nvSpPr>
            <p:cNvPr id="3733" name="Google Shape;3733;p110"/>
            <p:cNvSpPr/>
            <p:nvPr/>
          </p:nvSpPr>
          <p:spPr>
            <a:xfrm rot="-245308">
              <a:off x="1551049" y="2246812"/>
              <a:ext cx="4043257" cy="1559295"/>
            </a:xfrm>
            <a:custGeom>
              <a:avLst/>
              <a:gdLst/>
              <a:ahLst/>
              <a:cxnLst/>
              <a:rect l="l" t="t" r="r" b="b"/>
              <a:pathLst>
                <a:path w="161723" h="62369" extrusionOk="0">
                  <a:moveTo>
                    <a:pt x="81754" y="1"/>
                  </a:moveTo>
                  <a:cubicBezTo>
                    <a:pt x="78087" y="1"/>
                    <a:pt x="74357" y="653"/>
                    <a:pt x="70723" y="2028"/>
                  </a:cubicBezTo>
                  <a:cubicBezTo>
                    <a:pt x="66640" y="3576"/>
                    <a:pt x="63056" y="5897"/>
                    <a:pt x="60103" y="8755"/>
                  </a:cubicBezTo>
                  <a:cubicBezTo>
                    <a:pt x="57365" y="11410"/>
                    <a:pt x="53697" y="12839"/>
                    <a:pt x="49899" y="13017"/>
                  </a:cubicBezTo>
                  <a:cubicBezTo>
                    <a:pt x="48161" y="13100"/>
                    <a:pt x="46423" y="13458"/>
                    <a:pt x="44708" y="14101"/>
                  </a:cubicBezTo>
                  <a:cubicBezTo>
                    <a:pt x="40612" y="15648"/>
                    <a:pt x="37457" y="18625"/>
                    <a:pt x="35612" y="22244"/>
                  </a:cubicBezTo>
                  <a:cubicBezTo>
                    <a:pt x="32049" y="19635"/>
                    <a:pt x="27706" y="18182"/>
                    <a:pt x="23226" y="18182"/>
                  </a:cubicBezTo>
                  <a:cubicBezTo>
                    <a:pt x="20491" y="18182"/>
                    <a:pt x="17704" y="18724"/>
                    <a:pt x="15014" y="19875"/>
                  </a:cubicBezTo>
                  <a:cubicBezTo>
                    <a:pt x="5084" y="24114"/>
                    <a:pt x="0" y="35448"/>
                    <a:pt x="3429" y="45676"/>
                  </a:cubicBezTo>
                  <a:cubicBezTo>
                    <a:pt x="6381" y="54486"/>
                    <a:pt x="14552" y="59951"/>
                    <a:pt x="23240" y="59951"/>
                  </a:cubicBezTo>
                  <a:cubicBezTo>
                    <a:pt x="25695" y="59951"/>
                    <a:pt x="28191" y="59515"/>
                    <a:pt x="30623" y="58594"/>
                  </a:cubicBezTo>
                  <a:cubicBezTo>
                    <a:pt x="36910" y="56213"/>
                    <a:pt x="41363" y="51141"/>
                    <a:pt x="43196" y="45188"/>
                  </a:cubicBezTo>
                  <a:cubicBezTo>
                    <a:pt x="45510" y="46329"/>
                    <a:pt x="48075" y="46940"/>
                    <a:pt x="50697" y="46940"/>
                  </a:cubicBezTo>
                  <a:cubicBezTo>
                    <a:pt x="51989" y="46940"/>
                    <a:pt x="53294" y="46792"/>
                    <a:pt x="54590" y="46486"/>
                  </a:cubicBezTo>
                  <a:cubicBezTo>
                    <a:pt x="60174" y="56417"/>
                    <a:pt x="70685" y="62368"/>
                    <a:pt x="81765" y="62368"/>
                  </a:cubicBezTo>
                  <a:cubicBezTo>
                    <a:pt x="85429" y="62368"/>
                    <a:pt x="89155" y="61717"/>
                    <a:pt x="92786" y="60344"/>
                  </a:cubicBezTo>
                  <a:cubicBezTo>
                    <a:pt x="98882" y="58046"/>
                    <a:pt x="103823" y="54034"/>
                    <a:pt x="107287" y="49081"/>
                  </a:cubicBezTo>
                  <a:cubicBezTo>
                    <a:pt x="110418" y="52024"/>
                    <a:pt x="114592" y="53700"/>
                    <a:pt x="118927" y="53700"/>
                  </a:cubicBezTo>
                  <a:cubicBezTo>
                    <a:pt x="120923" y="53700"/>
                    <a:pt x="122954" y="53344"/>
                    <a:pt x="124933" y="52593"/>
                  </a:cubicBezTo>
                  <a:cubicBezTo>
                    <a:pt x="127016" y="51808"/>
                    <a:pt x="128862" y="50641"/>
                    <a:pt x="130409" y="49224"/>
                  </a:cubicBezTo>
                  <a:cubicBezTo>
                    <a:pt x="132469" y="53791"/>
                    <a:pt x="137000" y="56571"/>
                    <a:pt x="141800" y="56571"/>
                  </a:cubicBezTo>
                  <a:cubicBezTo>
                    <a:pt x="143269" y="56571"/>
                    <a:pt x="144764" y="56310"/>
                    <a:pt x="146221" y="55760"/>
                  </a:cubicBezTo>
                  <a:cubicBezTo>
                    <a:pt x="152722" y="53296"/>
                    <a:pt x="161723" y="50593"/>
                    <a:pt x="159163" y="44092"/>
                  </a:cubicBezTo>
                  <a:cubicBezTo>
                    <a:pt x="157281" y="39306"/>
                    <a:pt x="153021" y="31180"/>
                    <a:pt x="143982" y="31180"/>
                  </a:cubicBezTo>
                  <a:cubicBezTo>
                    <a:pt x="142611" y="31180"/>
                    <a:pt x="141129" y="31367"/>
                    <a:pt x="139530" y="31781"/>
                  </a:cubicBezTo>
                  <a:cubicBezTo>
                    <a:pt x="138946" y="31936"/>
                    <a:pt x="138375" y="32031"/>
                    <a:pt x="137839" y="32222"/>
                  </a:cubicBezTo>
                  <a:cubicBezTo>
                    <a:pt x="137589" y="32303"/>
                    <a:pt x="137335" y="32342"/>
                    <a:pt x="137087" y="32342"/>
                  </a:cubicBezTo>
                  <a:cubicBezTo>
                    <a:pt x="136094" y="32342"/>
                    <a:pt x="135174" y="31726"/>
                    <a:pt x="134803" y="30746"/>
                  </a:cubicBezTo>
                  <a:cubicBezTo>
                    <a:pt x="134803" y="30734"/>
                    <a:pt x="134803" y="30734"/>
                    <a:pt x="134803" y="30722"/>
                  </a:cubicBezTo>
                  <a:cubicBezTo>
                    <a:pt x="132229" y="23933"/>
                    <a:pt x="125775" y="19752"/>
                    <a:pt x="118918" y="19752"/>
                  </a:cubicBezTo>
                  <a:cubicBezTo>
                    <a:pt x="116924" y="19752"/>
                    <a:pt x="114896" y="20106"/>
                    <a:pt x="112919" y="20851"/>
                  </a:cubicBezTo>
                  <a:cubicBezTo>
                    <a:pt x="112395" y="21054"/>
                    <a:pt x="111883" y="21280"/>
                    <a:pt x="111395" y="21518"/>
                  </a:cubicBezTo>
                  <a:cubicBezTo>
                    <a:pt x="111240" y="21066"/>
                    <a:pt x="111086" y="20613"/>
                    <a:pt x="110919" y="20149"/>
                  </a:cubicBezTo>
                  <a:cubicBezTo>
                    <a:pt x="106198" y="7683"/>
                    <a:pt x="94343" y="1"/>
                    <a:pt x="81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110"/>
            <p:cNvSpPr/>
            <p:nvPr/>
          </p:nvSpPr>
          <p:spPr>
            <a:xfrm>
              <a:off x="3224150" y="1029675"/>
              <a:ext cx="4493200" cy="2136025"/>
            </a:xfrm>
            <a:custGeom>
              <a:avLst/>
              <a:gdLst/>
              <a:ahLst/>
              <a:cxnLst/>
              <a:rect l="l" t="t" r="r" b="b"/>
              <a:pathLst>
                <a:path w="179728" h="85441" extrusionOk="0">
                  <a:moveTo>
                    <a:pt x="102203" y="0"/>
                  </a:moveTo>
                  <a:cubicBezTo>
                    <a:pt x="94916" y="0"/>
                    <a:pt x="87692" y="2005"/>
                    <a:pt x="81381" y="5929"/>
                  </a:cubicBezTo>
                  <a:cubicBezTo>
                    <a:pt x="76762" y="8799"/>
                    <a:pt x="72737" y="12585"/>
                    <a:pt x="69523" y="16966"/>
                  </a:cubicBezTo>
                  <a:cubicBezTo>
                    <a:pt x="68072" y="18944"/>
                    <a:pt x="63057" y="30729"/>
                    <a:pt x="61381" y="30729"/>
                  </a:cubicBezTo>
                  <a:cubicBezTo>
                    <a:pt x="61351" y="30729"/>
                    <a:pt x="61323" y="30725"/>
                    <a:pt x="61296" y="30718"/>
                  </a:cubicBezTo>
                  <a:cubicBezTo>
                    <a:pt x="58861" y="30055"/>
                    <a:pt x="56373" y="29676"/>
                    <a:pt x="53904" y="29676"/>
                  </a:cubicBezTo>
                  <a:cubicBezTo>
                    <a:pt x="50563" y="29676"/>
                    <a:pt x="47257" y="30369"/>
                    <a:pt x="44162" y="31992"/>
                  </a:cubicBezTo>
                  <a:cubicBezTo>
                    <a:pt x="40126" y="34111"/>
                    <a:pt x="37293" y="37100"/>
                    <a:pt x="35340" y="40731"/>
                  </a:cubicBezTo>
                  <a:cubicBezTo>
                    <a:pt x="33304" y="44493"/>
                    <a:pt x="29470" y="46994"/>
                    <a:pt x="25196" y="47279"/>
                  </a:cubicBezTo>
                  <a:cubicBezTo>
                    <a:pt x="24696" y="47315"/>
                    <a:pt x="24219" y="47375"/>
                    <a:pt x="23779" y="47458"/>
                  </a:cubicBezTo>
                  <a:cubicBezTo>
                    <a:pt x="21088" y="47970"/>
                    <a:pt x="18552" y="49303"/>
                    <a:pt x="16326" y="50863"/>
                  </a:cubicBezTo>
                  <a:cubicBezTo>
                    <a:pt x="10920" y="54649"/>
                    <a:pt x="5431" y="60483"/>
                    <a:pt x="3776" y="66877"/>
                  </a:cubicBezTo>
                  <a:cubicBezTo>
                    <a:pt x="1" y="81378"/>
                    <a:pt x="872" y="85441"/>
                    <a:pt x="3800" y="85441"/>
                  </a:cubicBezTo>
                  <a:cubicBezTo>
                    <a:pt x="7532" y="85441"/>
                    <a:pt x="14605" y="78839"/>
                    <a:pt x="19652" y="78839"/>
                  </a:cubicBezTo>
                  <a:cubicBezTo>
                    <a:pt x="20122" y="78839"/>
                    <a:pt x="20574" y="78896"/>
                    <a:pt x="21005" y="79021"/>
                  </a:cubicBezTo>
                  <a:cubicBezTo>
                    <a:pt x="22518" y="79460"/>
                    <a:pt x="24042" y="79669"/>
                    <a:pt x="25541" y="79669"/>
                  </a:cubicBezTo>
                  <a:cubicBezTo>
                    <a:pt x="32264" y="79669"/>
                    <a:pt x="38473" y="75465"/>
                    <a:pt x="40829" y="68913"/>
                  </a:cubicBezTo>
                  <a:cubicBezTo>
                    <a:pt x="42984" y="70592"/>
                    <a:pt x="45484" y="71913"/>
                    <a:pt x="48270" y="72723"/>
                  </a:cubicBezTo>
                  <a:cubicBezTo>
                    <a:pt x="50323" y="73318"/>
                    <a:pt x="52392" y="73601"/>
                    <a:pt x="54427" y="73601"/>
                  </a:cubicBezTo>
                  <a:cubicBezTo>
                    <a:pt x="60698" y="73601"/>
                    <a:pt x="66641" y="70908"/>
                    <a:pt x="70785" y="66341"/>
                  </a:cubicBezTo>
                  <a:cubicBezTo>
                    <a:pt x="75785" y="72413"/>
                    <a:pt x="82608" y="77093"/>
                    <a:pt x="90740" y="79450"/>
                  </a:cubicBezTo>
                  <a:cubicBezTo>
                    <a:pt x="94507" y="80543"/>
                    <a:pt x="98305" y="81063"/>
                    <a:pt x="102041" y="81063"/>
                  </a:cubicBezTo>
                  <a:cubicBezTo>
                    <a:pt x="117641" y="81063"/>
                    <a:pt x="132151" y="71983"/>
                    <a:pt x="138817" y="57554"/>
                  </a:cubicBezTo>
                  <a:cubicBezTo>
                    <a:pt x="139932" y="57726"/>
                    <a:pt x="141046" y="57809"/>
                    <a:pt x="142150" y="57809"/>
                  </a:cubicBezTo>
                  <a:cubicBezTo>
                    <a:pt x="146184" y="57809"/>
                    <a:pt x="150087" y="56695"/>
                    <a:pt x="153462" y="54685"/>
                  </a:cubicBezTo>
                  <a:cubicBezTo>
                    <a:pt x="156438" y="62210"/>
                    <a:pt x="162749" y="68330"/>
                    <a:pt x="171131" y="70770"/>
                  </a:cubicBezTo>
                  <a:cubicBezTo>
                    <a:pt x="173661" y="71495"/>
                    <a:pt x="176211" y="71849"/>
                    <a:pt x="178721" y="71849"/>
                  </a:cubicBezTo>
                  <a:cubicBezTo>
                    <a:pt x="179057" y="71849"/>
                    <a:pt x="179392" y="71843"/>
                    <a:pt x="179727" y="71830"/>
                  </a:cubicBezTo>
                  <a:lnTo>
                    <a:pt x="179727" y="17550"/>
                  </a:lnTo>
                  <a:cubicBezTo>
                    <a:pt x="179375" y="17536"/>
                    <a:pt x="179024" y="17529"/>
                    <a:pt x="178674" y="17529"/>
                  </a:cubicBezTo>
                  <a:cubicBezTo>
                    <a:pt x="176036" y="17529"/>
                    <a:pt x="173444" y="17921"/>
                    <a:pt x="170964" y="18657"/>
                  </a:cubicBezTo>
                  <a:cubicBezTo>
                    <a:pt x="168861" y="19285"/>
                    <a:pt x="166703" y="19590"/>
                    <a:pt x="164553" y="19590"/>
                  </a:cubicBezTo>
                  <a:cubicBezTo>
                    <a:pt x="160545" y="19590"/>
                    <a:pt x="156562" y="18529"/>
                    <a:pt x="152997" y="16514"/>
                  </a:cubicBezTo>
                  <a:cubicBezTo>
                    <a:pt x="151533" y="15704"/>
                    <a:pt x="149961" y="15037"/>
                    <a:pt x="148295" y="14549"/>
                  </a:cubicBezTo>
                  <a:cubicBezTo>
                    <a:pt x="146544" y="14037"/>
                    <a:pt x="144794" y="13763"/>
                    <a:pt x="143068" y="13692"/>
                  </a:cubicBezTo>
                  <a:cubicBezTo>
                    <a:pt x="136841" y="13430"/>
                    <a:pt x="130864" y="11346"/>
                    <a:pt x="125827" y="7691"/>
                  </a:cubicBezTo>
                  <a:cubicBezTo>
                    <a:pt x="122148" y="5012"/>
                    <a:pt x="117945" y="2917"/>
                    <a:pt x="113314" y="1583"/>
                  </a:cubicBezTo>
                  <a:cubicBezTo>
                    <a:pt x="109669" y="524"/>
                    <a:pt x="105928" y="0"/>
                    <a:pt x="102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110"/>
            <p:cNvSpPr/>
            <p:nvPr/>
          </p:nvSpPr>
          <p:spPr>
            <a:xfrm>
              <a:off x="3467075" y="1618950"/>
              <a:ext cx="3197150" cy="1442825"/>
            </a:xfrm>
            <a:custGeom>
              <a:avLst/>
              <a:gdLst/>
              <a:ahLst/>
              <a:cxnLst/>
              <a:rect l="l" t="t" r="r" b="b"/>
              <a:pathLst>
                <a:path w="127886" h="57713" extrusionOk="0">
                  <a:moveTo>
                    <a:pt x="89899" y="1"/>
                  </a:moveTo>
                  <a:cubicBezTo>
                    <a:pt x="89297" y="1"/>
                    <a:pt x="88668" y="44"/>
                    <a:pt x="88024" y="146"/>
                  </a:cubicBezTo>
                  <a:cubicBezTo>
                    <a:pt x="80701" y="1325"/>
                    <a:pt x="74915" y="9278"/>
                    <a:pt x="69998" y="12326"/>
                  </a:cubicBezTo>
                  <a:cubicBezTo>
                    <a:pt x="68542" y="13225"/>
                    <a:pt x="67312" y="13550"/>
                    <a:pt x="66173" y="13550"/>
                  </a:cubicBezTo>
                  <a:cubicBezTo>
                    <a:pt x="63466" y="13550"/>
                    <a:pt x="61279" y="11712"/>
                    <a:pt x="57817" y="11385"/>
                  </a:cubicBezTo>
                  <a:cubicBezTo>
                    <a:pt x="57711" y="11375"/>
                    <a:pt x="57604" y="11371"/>
                    <a:pt x="57497" y="11371"/>
                  </a:cubicBezTo>
                  <a:cubicBezTo>
                    <a:pt x="52599" y="11371"/>
                    <a:pt x="45820" y="21458"/>
                    <a:pt x="43304" y="21458"/>
                  </a:cubicBezTo>
                  <a:cubicBezTo>
                    <a:pt x="40732" y="21458"/>
                    <a:pt x="30433" y="33162"/>
                    <a:pt x="27385" y="35972"/>
                  </a:cubicBezTo>
                  <a:cubicBezTo>
                    <a:pt x="24609" y="38531"/>
                    <a:pt x="19513" y="44585"/>
                    <a:pt x="16503" y="44585"/>
                  </a:cubicBezTo>
                  <a:cubicBezTo>
                    <a:pt x="16207" y="44585"/>
                    <a:pt x="15932" y="44527"/>
                    <a:pt x="15681" y="44401"/>
                  </a:cubicBezTo>
                  <a:cubicBezTo>
                    <a:pt x="15553" y="44337"/>
                    <a:pt x="15404" y="44307"/>
                    <a:pt x="15237" y="44307"/>
                  </a:cubicBezTo>
                  <a:cubicBezTo>
                    <a:pt x="11725" y="44307"/>
                    <a:pt x="1" y="57713"/>
                    <a:pt x="1" y="57713"/>
                  </a:cubicBezTo>
                  <a:lnTo>
                    <a:pt x="95513" y="48616"/>
                  </a:lnTo>
                  <a:lnTo>
                    <a:pt x="127886" y="30662"/>
                  </a:lnTo>
                  <a:lnTo>
                    <a:pt x="110967" y="13029"/>
                  </a:lnTo>
                  <a:lnTo>
                    <a:pt x="95751" y="1325"/>
                  </a:lnTo>
                  <a:cubicBezTo>
                    <a:pt x="95751" y="1325"/>
                    <a:pt x="93231" y="1"/>
                    <a:pt x="898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110"/>
            <p:cNvSpPr/>
            <p:nvPr/>
          </p:nvSpPr>
          <p:spPr>
            <a:xfrm>
              <a:off x="3835575" y="1652050"/>
              <a:ext cx="2266675" cy="1369550"/>
            </a:xfrm>
            <a:custGeom>
              <a:avLst/>
              <a:gdLst/>
              <a:ahLst/>
              <a:cxnLst/>
              <a:rect l="l" t="t" r="r" b="b"/>
              <a:pathLst>
                <a:path w="90667" h="54782" extrusionOk="0">
                  <a:moveTo>
                    <a:pt x="81011" y="1"/>
                  </a:moveTo>
                  <a:cubicBezTo>
                    <a:pt x="81011" y="1"/>
                    <a:pt x="71236" y="1406"/>
                    <a:pt x="68593" y="7371"/>
                  </a:cubicBezTo>
                  <a:cubicBezTo>
                    <a:pt x="65961" y="13336"/>
                    <a:pt x="61925" y="14014"/>
                    <a:pt x="57532" y="16407"/>
                  </a:cubicBezTo>
                  <a:cubicBezTo>
                    <a:pt x="53150" y="18789"/>
                    <a:pt x="48364" y="27135"/>
                    <a:pt x="45113" y="27206"/>
                  </a:cubicBezTo>
                  <a:cubicBezTo>
                    <a:pt x="41863" y="27290"/>
                    <a:pt x="35410" y="33707"/>
                    <a:pt x="30147" y="38803"/>
                  </a:cubicBezTo>
                  <a:cubicBezTo>
                    <a:pt x="28724" y="40175"/>
                    <a:pt x="27541" y="40661"/>
                    <a:pt x="26505" y="40661"/>
                  </a:cubicBezTo>
                  <a:cubicBezTo>
                    <a:pt x="23991" y="40661"/>
                    <a:pt x="22338" y="37800"/>
                    <a:pt x="20193" y="37800"/>
                  </a:cubicBezTo>
                  <a:cubicBezTo>
                    <a:pt x="19946" y="37800"/>
                    <a:pt x="19693" y="37838"/>
                    <a:pt x="19432" y="37922"/>
                  </a:cubicBezTo>
                  <a:cubicBezTo>
                    <a:pt x="8430" y="41482"/>
                    <a:pt x="1" y="54781"/>
                    <a:pt x="1" y="54781"/>
                  </a:cubicBezTo>
                  <a:cubicBezTo>
                    <a:pt x="1" y="54781"/>
                    <a:pt x="32600" y="54424"/>
                    <a:pt x="36291" y="53019"/>
                  </a:cubicBezTo>
                  <a:cubicBezTo>
                    <a:pt x="39982" y="51614"/>
                    <a:pt x="79415" y="39148"/>
                    <a:pt x="79415" y="39148"/>
                  </a:cubicBezTo>
                  <a:cubicBezTo>
                    <a:pt x="79415" y="39148"/>
                    <a:pt x="89417" y="33088"/>
                    <a:pt x="89488" y="31778"/>
                  </a:cubicBezTo>
                  <a:cubicBezTo>
                    <a:pt x="89559" y="30469"/>
                    <a:pt x="90667" y="10014"/>
                    <a:pt x="86714" y="4382"/>
                  </a:cubicBezTo>
                  <a:cubicBezTo>
                    <a:pt x="85166" y="2180"/>
                    <a:pt x="81011" y="1"/>
                    <a:pt x="810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110"/>
            <p:cNvSpPr/>
            <p:nvPr/>
          </p:nvSpPr>
          <p:spPr>
            <a:xfrm>
              <a:off x="5061325" y="1247825"/>
              <a:ext cx="2656000" cy="1751750"/>
            </a:xfrm>
            <a:custGeom>
              <a:avLst/>
              <a:gdLst/>
              <a:ahLst/>
              <a:cxnLst/>
              <a:rect l="l" t="t" r="r" b="b"/>
              <a:pathLst>
                <a:path w="106240" h="70070" extrusionOk="0">
                  <a:moveTo>
                    <a:pt x="71785" y="1"/>
                  </a:moveTo>
                  <a:cubicBezTo>
                    <a:pt x="66349" y="1"/>
                    <a:pt x="54946" y="14020"/>
                    <a:pt x="52864" y="17348"/>
                  </a:cubicBezTo>
                  <a:cubicBezTo>
                    <a:pt x="51160" y="20088"/>
                    <a:pt x="49696" y="22326"/>
                    <a:pt x="47755" y="22326"/>
                  </a:cubicBezTo>
                  <a:cubicBezTo>
                    <a:pt x="47039" y="22326"/>
                    <a:pt x="46258" y="22021"/>
                    <a:pt x="45375" y="21325"/>
                  </a:cubicBezTo>
                  <a:cubicBezTo>
                    <a:pt x="44572" y="20694"/>
                    <a:pt x="43679" y="20286"/>
                    <a:pt x="42635" y="20286"/>
                  </a:cubicBezTo>
                  <a:cubicBezTo>
                    <a:pt x="39424" y="20286"/>
                    <a:pt x="34780" y="24149"/>
                    <a:pt x="26909" y="37268"/>
                  </a:cubicBezTo>
                  <a:cubicBezTo>
                    <a:pt x="24563" y="41173"/>
                    <a:pt x="9716" y="50757"/>
                    <a:pt x="5739" y="51662"/>
                  </a:cubicBezTo>
                  <a:cubicBezTo>
                    <a:pt x="1751" y="52579"/>
                    <a:pt x="1" y="70069"/>
                    <a:pt x="1" y="70069"/>
                  </a:cubicBezTo>
                  <a:lnTo>
                    <a:pt x="92905" y="67688"/>
                  </a:lnTo>
                  <a:lnTo>
                    <a:pt x="106240" y="58949"/>
                  </a:lnTo>
                  <a:lnTo>
                    <a:pt x="106240" y="37196"/>
                  </a:lnTo>
                  <a:cubicBezTo>
                    <a:pt x="104430" y="33088"/>
                    <a:pt x="101204" y="26278"/>
                    <a:pt x="98525" y="23433"/>
                  </a:cubicBezTo>
                  <a:cubicBezTo>
                    <a:pt x="96976" y="21796"/>
                    <a:pt x="96064" y="21396"/>
                    <a:pt x="95268" y="21396"/>
                  </a:cubicBezTo>
                  <a:cubicBezTo>
                    <a:pt x="94508" y="21396"/>
                    <a:pt x="93853" y="21761"/>
                    <a:pt x="92848" y="21761"/>
                  </a:cubicBezTo>
                  <a:cubicBezTo>
                    <a:pt x="92195" y="21761"/>
                    <a:pt x="91394" y="21607"/>
                    <a:pt x="90321" y="21099"/>
                  </a:cubicBezTo>
                  <a:cubicBezTo>
                    <a:pt x="85880" y="18991"/>
                    <a:pt x="77689" y="5180"/>
                    <a:pt x="73534" y="727"/>
                  </a:cubicBezTo>
                  <a:cubicBezTo>
                    <a:pt x="73067" y="226"/>
                    <a:pt x="72474" y="1"/>
                    <a:pt x="717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]]</a:t>
              </a:r>
              <a:endParaRPr/>
            </a:p>
          </p:txBody>
        </p:sp>
        <p:sp>
          <p:nvSpPr>
            <p:cNvPr id="3738" name="Google Shape;3738;p110"/>
            <p:cNvSpPr/>
            <p:nvPr/>
          </p:nvSpPr>
          <p:spPr>
            <a:xfrm>
              <a:off x="5394400" y="1325825"/>
              <a:ext cx="2322925" cy="1665100"/>
            </a:xfrm>
            <a:custGeom>
              <a:avLst/>
              <a:gdLst/>
              <a:ahLst/>
              <a:cxnLst/>
              <a:rect l="l" t="t" r="r" b="b"/>
              <a:pathLst>
                <a:path w="92917" h="66604" extrusionOk="0">
                  <a:moveTo>
                    <a:pt x="62187" y="0"/>
                  </a:moveTo>
                  <a:cubicBezTo>
                    <a:pt x="60103" y="679"/>
                    <a:pt x="57877" y="2263"/>
                    <a:pt x="56151" y="6061"/>
                  </a:cubicBezTo>
                  <a:cubicBezTo>
                    <a:pt x="52638" y="13788"/>
                    <a:pt x="53126" y="15181"/>
                    <a:pt x="46733" y="18693"/>
                  </a:cubicBezTo>
                  <a:cubicBezTo>
                    <a:pt x="40351" y="22206"/>
                    <a:pt x="43530" y="26420"/>
                    <a:pt x="38255" y="29587"/>
                  </a:cubicBezTo>
                  <a:cubicBezTo>
                    <a:pt x="32969" y="32743"/>
                    <a:pt x="21277" y="30730"/>
                    <a:pt x="19575" y="38053"/>
                  </a:cubicBezTo>
                  <a:cubicBezTo>
                    <a:pt x="17872" y="45387"/>
                    <a:pt x="17598" y="54864"/>
                    <a:pt x="11585" y="58031"/>
                  </a:cubicBezTo>
                  <a:cubicBezTo>
                    <a:pt x="7561" y="60151"/>
                    <a:pt x="2668" y="62556"/>
                    <a:pt x="1" y="66604"/>
                  </a:cubicBezTo>
                  <a:lnTo>
                    <a:pt x="79582" y="64568"/>
                  </a:lnTo>
                  <a:lnTo>
                    <a:pt x="92917" y="55829"/>
                  </a:lnTo>
                  <a:lnTo>
                    <a:pt x="92917" y="34076"/>
                  </a:lnTo>
                  <a:cubicBezTo>
                    <a:pt x="91107" y="29968"/>
                    <a:pt x="87881" y="23158"/>
                    <a:pt x="85202" y="20313"/>
                  </a:cubicBezTo>
                  <a:cubicBezTo>
                    <a:pt x="83653" y="18676"/>
                    <a:pt x="82741" y="18276"/>
                    <a:pt x="81945" y="18276"/>
                  </a:cubicBezTo>
                  <a:cubicBezTo>
                    <a:pt x="81185" y="18276"/>
                    <a:pt x="80530" y="18641"/>
                    <a:pt x="79525" y="18641"/>
                  </a:cubicBezTo>
                  <a:cubicBezTo>
                    <a:pt x="78872" y="18641"/>
                    <a:pt x="78071" y="18487"/>
                    <a:pt x="76998" y="17979"/>
                  </a:cubicBezTo>
                  <a:cubicBezTo>
                    <a:pt x="73188" y="16169"/>
                    <a:pt x="66604" y="5727"/>
                    <a:pt x="621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110"/>
            <p:cNvSpPr/>
            <p:nvPr/>
          </p:nvSpPr>
          <p:spPr>
            <a:xfrm>
              <a:off x="5507225" y="2083350"/>
              <a:ext cx="1454375" cy="632850"/>
            </a:xfrm>
            <a:custGeom>
              <a:avLst/>
              <a:gdLst/>
              <a:ahLst/>
              <a:cxnLst/>
              <a:rect l="l" t="t" r="r" b="b"/>
              <a:pathLst>
                <a:path w="58175" h="25314" extrusionOk="0">
                  <a:moveTo>
                    <a:pt x="47470" y="1"/>
                  </a:moveTo>
                  <a:lnTo>
                    <a:pt x="46792" y="11217"/>
                  </a:lnTo>
                  <a:lnTo>
                    <a:pt x="44815" y="4656"/>
                  </a:lnTo>
                  <a:lnTo>
                    <a:pt x="44232" y="14038"/>
                  </a:lnTo>
                  <a:lnTo>
                    <a:pt x="44220" y="14038"/>
                  </a:lnTo>
                  <a:lnTo>
                    <a:pt x="42172" y="7240"/>
                  </a:lnTo>
                  <a:lnTo>
                    <a:pt x="41767" y="13860"/>
                  </a:lnTo>
                  <a:lnTo>
                    <a:pt x="40517" y="9716"/>
                  </a:lnTo>
                  <a:lnTo>
                    <a:pt x="40386" y="11788"/>
                  </a:lnTo>
                  <a:lnTo>
                    <a:pt x="37517" y="2287"/>
                  </a:lnTo>
                  <a:lnTo>
                    <a:pt x="36826" y="13693"/>
                  </a:lnTo>
                  <a:lnTo>
                    <a:pt x="34802" y="7002"/>
                  </a:lnTo>
                  <a:lnTo>
                    <a:pt x="34731" y="8204"/>
                  </a:lnTo>
                  <a:lnTo>
                    <a:pt x="33492" y="4585"/>
                  </a:lnTo>
                  <a:lnTo>
                    <a:pt x="32576" y="13812"/>
                  </a:lnTo>
                  <a:lnTo>
                    <a:pt x="30730" y="8466"/>
                  </a:lnTo>
                  <a:lnTo>
                    <a:pt x="30016" y="15705"/>
                  </a:lnTo>
                  <a:lnTo>
                    <a:pt x="29790" y="15729"/>
                  </a:lnTo>
                  <a:lnTo>
                    <a:pt x="28039" y="10645"/>
                  </a:lnTo>
                  <a:lnTo>
                    <a:pt x="27515" y="15991"/>
                  </a:lnTo>
                  <a:lnTo>
                    <a:pt x="27468" y="16003"/>
                  </a:lnTo>
                  <a:lnTo>
                    <a:pt x="26337" y="12717"/>
                  </a:lnTo>
                  <a:lnTo>
                    <a:pt x="26170" y="14419"/>
                  </a:lnTo>
                  <a:lnTo>
                    <a:pt x="23515" y="6680"/>
                  </a:lnTo>
                  <a:lnTo>
                    <a:pt x="22574" y="16062"/>
                  </a:lnTo>
                  <a:lnTo>
                    <a:pt x="20705" y="10609"/>
                  </a:lnTo>
                  <a:lnTo>
                    <a:pt x="20693" y="10633"/>
                  </a:lnTo>
                  <a:lnTo>
                    <a:pt x="17883" y="2465"/>
                  </a:lnTo>
                  <a:lnTo>
                    <a:pt x="16716" y="14288"/>
                  </a:lnTo>
                  <a:lnTo>
                    <a:pt x="14359" y="7442"/>
                  </a:lnTo>
                  <a:lnTo>
                    <a:pt x="13371" y="17384"/>
                  </a:lnTo>
                  <a:lnTo>
                    <a:pt x="10906" y="10228"/>
                  </a:lnTo>
                  <a:lnTo>
                    <a:pt x="10216" y="17217"/>
                  </a:lnTo>
                  <a:lnTo>
                    <a:pt x="8727" y="12883"/>
                  </a:lnTo>
                  <a:lnTo>
                    <a:pt x="8513" y="15062"/>
                  </a:lnTo>
                  <a:lnTo>
                    <a:pt x="5096" y="5132"/>
                  </a:lnTo>
                  <a:lnTo>
                    <a:pt x="3905" y="17170"/>
                  </a:lnTo>
                  <a:lnTo>
                    <a:pt x="1500" y="10181"/>
                  </a:lnTo>
                  <a:lnTo>
                    <a:pt x="0" y="25313"/>
                  </a:lnTo>
                  <a:lnTo>
                    <a:pt x="3310" y="24932"/>
                  </a:lnTo>
                  <a:lnTo>
                    <a:pt x="6441" y="24563"/>
                  </a:lnTo>
                  <a:lnTo>
                    <a:pt x="7584" y="24432"/>
                  </a:lnTo>
                  <a:lnTo>
                    <a:pt x="12502" y="23861"/>
                  </a:lnTo>
                  <a:lnTo>
                    <a:pt x="58174" y="18527"/>
                  </a:lnTo>
                  <a:lnTo>
                    <a:pt x="57472" y="12502"/>
                  </a:lnTo>
                  <a:lnTo>
                    <a:pt x="56817" y="12574"/>
                  </a:lnTo>
                  <a:lnTo>
                    <a:pt x="53745" y="2406"/>
                  </a:lnTo>
                  <a:lnTo>
                    <a:pt x="53138" y="12252"/>
                  </a:lnTo>
                  <a:lnTo>
                    <a:pt x="50768" y="4382"/>
                  </a:lnTo>
                  <a:lnTo>
                    <a:pt x="50435" y="9800"/>
                  </a:lnTo>
                  <a:lnTo>
                    <a:pt x="474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110"/>
            <p:cNvSpPr/>
            <p:nvPr/>
          </p:nvSpPr>
          <p:spPr>
            <a:xfrm>
              <a:off x="3861175" y="2566450"/>
              <a:ext cx="1465675" cy="377450"/>
            </a:xfrm>
            <a:custGeom>
              <a:avLst/>
              <a:gdLst/>
              <a:ahLst/>
              <a:cxnLst/>
              <a:rect l="l" t="t" r="r" b="b"/>
              <a:pathLst>
                <a:path w="58627" h="15098" extrusionOk="0">
                  <a:moveTo>
                    <a:pt x="20658" y="1"/>
                  </a:moveTo>
                  <a:lnTo>
                    <a:pt x="17991" y="8097"/>
                  </a:lnTo>
                  <a:lnTo>
                    <a:pt x="16526" y="3108"/>
                  </a:lnTo>
                  <a:lnTo>
                    <a:pt x="14276" y="9907"/>
                  </a:lnTo>
                  <a:lnTo>
                    <a:pt x="12752" y="4704"/>
                  </a:lnTo>
                  <a:lnTo>
                    <a:pt x="11169" y="9478"/>
                  </a:lnTo>
                  <a:lnTo>
                    <a:pt x="10252" y="6335"/>
                  </a:lnTo>
                  <a:lnTo>
                    <a:pt x="9752" y="7823"/>
                  </a:lnTo>
                  <a:lnTo>
                    <a:pt x="7632" y="608"/>
                  </a:lnTo>
                  <a:lnTo>
                    <a:pt x="4918" y="8835"/>
                  </a:lnTo>
                  <a:lnTo>
                    <a:pt x="3418" y="3751"/>
                  </a:lnTo>
                  <a:lnTo>
                    <a:pt x="1" y="14098"/>
                  </a:lnTo>
                  <a:lnTo>
                    <a:pt x="3334" y="14145"/>
                  </a:lnTo>
                  <a:lnTo>
                    <a:pt x="6489" y="14205"/>
                  </a:lnTo>
                  <a:lnTo>
                    <a:pt x="7632" y="14229"/>
                  </a:lnTo>
                  <a:lnTo>
                    <a:pt x="12585" y="14312"/>
                  </a:lnTo>
                  <a:lnTo>
                    <a:pt x="58555" y="15098"/>
                  </a:lnTo>
                  <a:lnTo>
                    <a:pt x="58627" y="10847"/>
                  </a:lnTo>
                  <a:lnTo>
                    <a:pt x="57972" y="10835"/>
                  </a:lnTo>
                  <a:lnTo>
                    <a:pt x="56222" y="3489"/>
                  </a:lnTo>
                  <a:lnTo>
                    <a:pt x="54364" y="10252"/>
                  </a:lnTo>
                  <a:lnTo>
                    <a:pt x="53019" y="4573"/>
                  </a:lnTo>
                  <a:lnTo>
                    <a:pt x="51995" y="8287"/>
                  </a:lnTo>
                  <a:lnTo>
                    <a:pt x="50316" y="1203"/>
                  </a:lnTo>
                  <a:lnTo>
                    <a:pt x="48209" y="8906"/>
                  </a:lnTo>
                  <a:lnTo>
                    <a:pt x="47078" y="4168"/>
                  </a:lnTo>
                  <a:lnTo>
                    <a:pt x="45316" y="10621"/>
                  </a:lnTo>
                  <a:lnTo>
                    <a:pt x="45304" y="10621"/>
                  </a:lnTo>
                  <a:lnTo>
                    <a:pt x="44125" y="5704"/>
                  </a:lnTo>
                  <a:lnTo>
                    <a:pt x="42887" y="10252"/>
                  </a:lnTo>
                  <a:lnTo>
                    <a:pt x="42172" y="7263"/>
                  </a:lnTo>
                  <a:lnTo>
                    <a:pt x="41780" y="8680"/>
                  </a:lnTo>
                  <a:lnTo>
                    <a:pt x="40148" y="1810"/>
                  </a:lnTo>
                  <a:lnTo>
                    <a:pt x="38005" y="9657"/>
                  </a:lnTo>
                  <a:lnTo>
                    <a:pt x="36862" y="4823"/>
                  </a:lnTo>
                  <a:lnTo>
                    <a:pt x="36636" y="5644"/>
                  </a:lnTo>
                  <a:lnTo>
                    <a:pt x="35862" y="3013"/>
                  </a:lnTo>
                  <a:lnTo>
                    <a:pt x="33779" y="9323"/>
                  </a:lnTo>
                  <a:lnTo>
                    <a:pt x="32636" y="5430"/>
                  </a:lnTo>
                  <a:lnTo>
                    <a:pt x="30993" y="10371"/>
                  </a:lnTo>
                  <a:lnTo>
                    <a:pt x="30766" y="10371"/>
                  </a:lnTo>
                  <a:lnTo>
                    <a:pt x="29683" y="6680"/>
                  </a:lnTo>
                  <a:lnTo>
                    <a:pt x="28480" y="10335"/>
                  </a:lnTo>
                  <a:lnTo>
                    <a:pt x="28433" y="10335"/>
                  </a:lnTo>
                  <a:lnTo>
                    <a:pt x="27730" y="7942"/>
                  </a:lnTo>
                  <a:lnTo>
                    <a:pt x="27349" y="9109"/>
                  </a:lnTo>
                  <a:lnTo>
                    <a:pt x="25694" y="3477"/>
                  </a:lnTo>
                  <a:lnTo>
                    <a:pt x="23575" y="9895"/>
                  </a:lnTo>
                  <a:lnTo>
                    <a:pt x="22408" y="5930"/>
                  </a:lnTo>
                  <a:lnTo>
                    <a:pt x="22408" y="5954"/>
                  </a:lnTo>
                  <a:lnTo>
                    <a:pt x="206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110"/>
            <p:cNvSpPr/>
            <p:nvPr/>
          </p:nvSpPr>
          <p:spPr>
            <a:xfrm>
              <a:off x="2290150" y="2307825"/>
              <a:ext cx="5427175" cy="1548400"/>
            </a:xfrm>
            <a:custGeom>
              <a:avLst/>
              <a:gdLst/>
              <a:ahLst/>
              <a:cxnLst/>
              <a:rect l="l" t="t" r="r" b="b"/>
              <a:pathLst>
                <a:path w="217087" h="61936" extrusionOk="0">
                  <a:moveTo>
                    <a:pt x="188163" y="1"/>
                  </a:moveTo>
                  <a:cubicBezTo>
                    <a:pt x="183575" y="1"/>
                    <a:pt x="177693" y="1282"/>
                    <a:pt x="170260" y="4047"/>
                  </a:cubicBezTo>
                  <a:cubicBezTo>
                    <a:pt x="154746" y="9822"/>
                    <a:pt x="137041" y="7750"/>
                    <a:pt x="128147" y="12274"/>
                  </a:cubicBezTo>
                  <a:cubicBezTo>
                    <a:pt x="105883" y="23621"/>
                    <a:pt x="83201" y="22026"/>
                    <a:pt x="76284" y="22966"/>
                  </a:cubicBezTo>
                  <a:cubicBezTo>
                    <a:pt x="69366" y="23907"/>
                    <a:pt x="64592" y="24895"/>
                    <a:pt x="54602" y="27681"/>
                  </a:cubicBezTo>
                  <a:cubicBezTo>
                    <a:pt x="8478" y="40552"/>
                    <a:pt x="0" y="58649"/>
                    <a:pt x="0" y="58649"/>
                  </a:cubicBezTo>
                  <a:lnTo>
                    <a:pt x="25682" y="59423"/>
                  </a:lnTo>
                  <a:lnTo>
                    <a:pt x="61830" y="61935"/>
                  </a:lnTo>
                  <a:lnTo>
                    <a:pt x="118718" y="59745"/>
                  </a:lnTo>
                  <a:lnTo>
                    <a:pt x="183142" y="59745"/>
                  </a:lnTo>
                  <a:lnTo>
                    <a:pt x="217087" y="55292"/>
                  </a:lnTo>
                  <a:lnTo>
                    <a:pt x="217087" y="16549"/>
                  </a:lnTo>
                  <a:cubicBezTo>
                    <a:pt x="217087" y="16549"/>
                    <a:pt x="199204" y="2857"/>
                    <a:pt x="194179" y="964"/>
                  </a:cubicBezTo>
                  <a:cubicBezTo>
                    <a:pt x="192485" y="330"/>
                    <a:pt x="190490" y="1"/>
                    <a:pt x="1881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110"/>
            <p:cNvSpPr/>
            <p:nvPr/>
          </p:nvSpPr>
          <p:spPr>
            <a:xfrm>
              <a:off x="5018475" y="2742250"/>
              <a:ext cx="1901150" cy="312675"/>
            </a:xfrm>
            <a:custGeom>
              <a:avLst/>
              <a:gdLst/>
              <a:ahLst/>
              <a:cxnLst/>
              <a:rect l="l" t="t" r="r" b="b"/>
              <a:pathLst>
                <a:path w="76046" h="12507" extrusionOk="0">
                  <a:moveTo>
                    <a:pt x="55315" y="1"/>
                  </a:moveTo>
                  <a:cubicBezTo>
                    <a:pt x="44015" y="1"/>
                    <a:pt x="34873" y="5142"/>
                    <a:pt x="30290" y="6458"/>
                  </a:cubicBezTo>
                  <a:cubicBezTo>
                    <a:pt x="25275" y="7907"/>
                    <a:pt x="18289" y="9554"/>
                    <a:pt x="13256" y="9554"/>
                  </a:cubicBezTo>
                  <a:cubicBezTo>
                    <a:pt x="12912" y="9554"/>
                    <a:pt x="12576" y="9546"/>
                    <a:pt x="12252" y="9530"/>
                  </a:cubicBezTo>
                  <a:cubicBezTo>
                    <a:pt x="12062" y="9521"/>
                    <a:pt x="11870" y="9516"/>
                    <a:pt x="11676" y="9516"/>
                  </a:cubicBezTo>
                  <a:cubicBezTo>
                    <a:pt x="7490" y="9516"/>
                    <a:pt x="2169" y="11594"/>
                    <a:pt x="515" y="12286"/>
                  </a:cubicBezTo>
                  <a:lnTo>
                    <a:pt x="515" y="12286"/>
                  </a:lnTo>
                  <a:cubicBezTo>
                    <a:pt x="1612" y="11873"/>
                    <a:pt x="2873" y="11742"/>
                    <a:pt x="4316" y="11742"/>
                  </a:cubicBezTo>
                  <a:cubicBezTo>
                    <a:pt x="6782" y="11742"/>
                    <a:pt x="9782" y="12123"/>
                    <a:pt x="13413" y="12123"/>
                  </a:cubicBezTo>
                  <a:cubicBezTo>
                    <a:pt x="17378" y="12123"/>
                    <a:pt x="22096" y="11669"/>
                    <a:pt x="27694" y="9768"/>
                  </a:cubicBezTo>
                  <a:cubicBezTo>
                    <a:pt x="39753" y="5678"/>
                    <a:pt x="52163" y="3644"/>
                    <a:pt x="59219" y="3644"/>
                  </a:cubicBezTo>
                  <a:cubicBezTo>
                    <a:pt x="60482" y="3644"/>
                    <a:pt x="61573" y="3709"/>
                    <a:pt x="62460" y="3839"/>
                  </a:cubicBezTo>
                  <a:cubicBezTo>
                    <a:pt x="68306" y="4708"/>
                    <a:pt x="76045" y="6661"/>
                    <a:pt x="76045" y="6661"/>
                  </a:cubicBezTo>
                  <a:cubicBezTo>
                    <a:pt x="76045" y="6661"/>
                    <a:pt x="66235" y="1315"/>
                    <a:pt x="61127" y="470"/>
                  </a:cubicBezTo>
                  <a:cubicBezTo>
                    <a:pt x="59137" y="143"/>
                    <a:pt x="57196" y="1"/>
                    <a:pt x="55315" y="1"/>
                  </a:cubicBezTo>
                  <a:close/>
                  <a:moveTo>
                    <a:pt x="515" y="12286"/>
                  </a:moveTo>
                  <a:lnTo>
                    <a:pt x="515" y="12286"/>
                  </a:lnTo>
                  <a:cubicBezTo>
                    <a:pt x="339" y="12352"/>
                    <a:pt x="167" y="12425"/>
                    <a:pt x="0" y="12507"/>
                  </a:cubicBezTo>
                  <a:cubicBezTo>
                    <a:pt x="0" y="12507"/>
                    <a:pt x="184" y="12424"/>
                    <a:pt x="515" y="122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110"/>
            <p:cNvSpPr/>
            <p:nvPr/>
          </p:nvSpPr>
          <p:spPr>
            <a:xfrm>
              <a:off x="4752350" y="3066225"/>
              <a:ext cx="558725" cy="142600"/>
            </a:xfrm>
            <a:custGeom>
              <a:avLst/>
              <a:gdLst/>
              <a:ahLst/>
              <a:cxnLst/>
              <a:rect l="l" t="t" r="r" b="b"/>
              <a:pathLst>
                <a:path w="22349" h="5704" extrusionOk="0">
                  <a:moveTo>
                    <a:pt x="11371" y="0"/>
                  </a:moveTo>
                  <a:cubicBezTo>
                    <a:pt x="9919" y="0"/>
                    <a:pt x="8681" y="1084"/>
                    <a:pt x="8180" y="2608"/>
                  </a:cubicBezTo>
                  <a:cubicBezTo>
                    <a:pt x="7561" y="2012"/>
                    <a:pt x="6728" y="1643"/>
                    <a:pt x="5799" y="1643"/>
                  </a:cubicBezTo>
                  <a:cubicBezTo>
                    <a:pt x="4120" y="1643"/>
                    <a:pt x="2739" y="2858"/>
                    <a:pt x="2454" y="4453"/>
                  </a:cubicBezTo>
                  <a:cubicBezTo>
                    <a:pt x="2227" y="4334"/>
                    <a:pt x="1977" y="4275"/>
                    <a:pt x="1703" y="4275"/>
                  </a:cubicBezTo>
                  <a:cubicBezTo>
                    <a:pt x="846" y="4275"/>
                    <a:pt x="144" y="4894"/>
                    <a:pt x="1" y="5703"/>
                  </a:cubicBezTo>
                  <a:lnTo>
                    <a:pt x="22349" y="5703"/>
                  </a:lnTo>
                  <a:cubicBezTo>
                    <a:pt x="22349" y="4370"/>
                    <a:pt x="21265" y="3286"/>
                    <a:pt x="19932" y="3286"/>
                  </a:cubicBezTo>
                  <a:cubicBezTo>
                    <a:pt x="19599" y="3286"/>
                    <a:pt x="19277" y="3346"/>
                    <a:pt x="18979" y="3477"/>
                  </a:cubicBezTo>
                  <a:cubicBezTo>
                    <a:pt x="18598" y="2084"/>
                    <a:pt x="17324" y="1072"/>
                    <a:pt x="15812" y="1072"/>
                  </a:cubicBezTo>
                  <a:cubicBezTo>
                    <a:pt x="15181" y="1072"/>
                    <a:pt x="14586" y="1250"/>
                    <a:pt x="14074" y="1572"/>
                  </a:cubicBezTo>
                  <a:cubicBezTo>
                    <a:pt x="13443" y="619"/>
                    <a:pt x="12479" y="0"/>
                    <a:pt x="113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110"/>
            <p:cNvSpPr/>
            <p:nvPr/>
          </p:nvSpPr>
          <p:spPr>
            <a:xfrm>
              <a:off x="4967575" y="2996275"/>
              <a:ext cx="833750" cy="212550"/>
            </a:xfrm>
            <a:custGeom>
              <a:avLst/>
              <a:gdLst/>
              <a:ahLst/>
              <a:cxnLst/>
              <a:rect l="l" t="t" r="r" b="b"/>
              <a:pathLst>
                <a:path w="33350" h="8502" extrusionOk="0">
                  <a:moveTo>
                    <a:pt x="16978" y="0"/>
                  </a:moveTo>
                  <a:cubicBezTo>
                    <a:pt x="14800" y="0"/>
                    <a:pt x="12942" y="1608"/>
                    <a:pt x="12204" y="3882"/>
                  </a:cubicBezTo>
                  <a:cubicBezTo>
                    <a:pt x="11287" y="2989"/>
                    <a:pt x="10037" y="2441"/>
                    <a:pt x="8656" y="2441"/>
                  </a:cubicBezTo>
                  <a:cubicBezTo>
                    <a:pt x="6168" y="2441"/>
                    <a:pt x="4096" y="4251"/>
                    <a:pt x="3679" y="6632"/>
                  </a:cubicBezTo>
                  <a:cubicBezTo>
                    <a:pt x="3334" y="6465"/>
                    <a:pt x="2953" y="6358"/>
                    <a:pt x="2548" y="6358"/>
                  </a:cubicBezTo>
                  <a:cubicBezTo>
                    <a:pt x="1274" y="6358"/>
                    <a:pt x="214" y="7287"/>
                    <a:pt x="0" y="8501"/>
                  </a:cubicBezTo>
                  <a:lnTo>
                    <a:pt x="33349" y="8501"/>
                  </a:lnTo>
                  <a:cubicBezTo>
                    <a:pt x="33349" y="6501"/>
                    <a:pt x="31730" y="4882"/>
                    <a:pt x="29730" y="4882"/>
                  </a:cubicBezTo>
                  <a:cubicBezTo>
                    <a:pt x="29230" y="4882"/>
                    <a:pt x="28754" y="4989"/>
                    <a:pt x="28313" y="5179"/>
                  </a:cubicBezTo>
                  <a:cubicBezTo>
                    <a:pt x="27742" y="3108"/>
                    <a:pt x="25849" y="1584"/>
                    <a:pt x="23586" y="1584"/>
                  </a:cubicBezTo>
                  <a:cubicBezTo>
                    <a:pt x="22634" y="1584"/>
                    <a:pt x="21753" y="1858"/>
                    <a:pt x="21003" y="2334"/>
                  </a:cubicBezTo>
                  <a:cubicBezTo>
                    <a:pt x="20062" y="917"/>
                    <a:pt x="18610" y="0"/>
                    <a:pt x="169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110"/>
            <p:cNvSpPr/>
            <p:nvPr/>
          </p:nvSpPr>
          <p:spPr>
            <a:xfrm>
              <a:off x="5471500" y="2831950"/>
              <a:ext cx="195575" cy="150950"/>
            </a:xfrm>
            <a:custGeom>
              <a:avLst/>
              <a:gdLst/>
              <a:ahLst/>
              <a:cxnLst/>
              <a:rect l="l" t="t" r="r" b="b"/>
              <a:pathLst>
                <a:path w="7823" h="6038" extrusionOk="0">
                  <a:moveTo>
                    <a:pt x="1715" y="1"/>
                  </a:moveTo>
                  <a:lnTo>
                    <a:pt x="0" y="287"/>
                  </a:lnTo>
                  <a:lnTo>
                    <a:pt x="6132" y="6037"/>
                  </a:lnTo>
                  <a:lnTo>
                    <a:pt x="7823" y="5847"/>
                  </a:lnTo>
                  <a:lnTo>
                    <a:pt x="171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110"/>
            <p:cNvSpPr/>
            <p:nvPr/>
          </p:nvSpPr>
          <p:spPr>
            <a:xfrm>
              <a:off x="5373875" y="2839100"/>
              <a:ext cx="263450" cy="441150"/>
            </a:xfrm>
            <a:custGeom>
              <a:avLst/>
              <a:gdLst/>
              <a:ahLst/>
              <a:cxnLst/>
              <a:rect l="l" t="t" r="r" b="b"/>
              <a:pathLst>
                <a:path w="10538" h="17646" extrusionOk="0">
                  <a:moveTo>
                    <a:pt x="4917" y="1"/>
                  </a:moveTo>
                  <a:lnTo>
                    <a:pt x="0" y="6323"/>
                  </a:lnTo>
                  <a:lnTo>
                    <a:pt x="0" y="17646"/>
                  </a:lnTo>
                  <a:lnTo>
                    <a:pt x="10537" y="15919"/>
                  </a:lnTo>
                  <a:lnTo>
                    <a:pt x="10537" y="5180"/>
                  </a:lnTo>
                  <a:lnTo>
                    <a:pt x="4917" y="1"/>
                  </a:ln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110"/>
            <p:cNvSpPr/>
            <p:nvPr/>
          </p:nvSpPr>
          <p:spPr>
            <a:xfrm>
              <a:off x="5373875" y="2839100"/>
              <a:ext cx="263450" cy="441150"/>
            </a:xfrm>
            <a:custGeom>
              <a:avLst/>
              <a:gdLst/>
              <a:ahLst/>
              <a:cxnLst/>
              <a:rect l="l" t="t" r="r" b="b"/>
              <a:pathLst>
                <a:path w="10538" h="17646" extrusionOk="0">
                  <a:moveTo>
                    <a:pt x="4917" y="1"/>
                  </a:moveTo>
                  <a:lnTo>
                    <a:pt x="0" y="6323"/>
                  </a:lnTo>
                  <a:lnTo>
                    <a:pt x="0" y="17646"/>
                  </a:lnTo>
                  <a:lnTo>
                    <a:pt x="10537" y="15919"/>
                  </a:lnTo>
                  <a:lnTo>
                    <a:pt x="10537" y="5180"/>
                  </a:lnTo>
                  <a:lnTo>
                    <a:pt x="49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110"/>
            <p:cNvSpPr/>
            <p:nvPr/>
          </p:nvSpPr>
          <p:spPr>
            <a:xfrm>
              <a:off x="5155100" y="2954300"/>
              <a:ext cx="218800" cy="324475"/>
            </a:xfrm>
            <a:custGeom>
              <a:avLst/>
              <a:gdLst/>
              <a:ahLst/>
              <a:cxnLst/>
              <a:rect l="l" t="t" r="r" b="b"/>
              <a:pathLst>
                <a:path w="8752" h="12979" extrusionOk="0">
                  <a:moveTo>
                    <a:pt x="0" y="0"/>
                  </a:moveTo>
                  <a:lnTo>
                    <a:pt x="0" y="10680"/>
                  </a:lnTo>
                  <a:lnTo>
                    <a:pt x="8751" y="12978"/>
                  </a:lnTo>
                  <a:lnTo>
                    <a:pt x="8751" y="20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110"/>
            <p:cNvSpPr/>
            <p:nvPr/>
          </p:nvSpPr>
          <p:spPr>
            <a:xfrm>
              <a:off x="5125325" y="2839100"/>
              <a:ext cx="389050" cy="206600"/>
            </a:xfrm>
            <a:custGeom>
              <a:avLst/>
              <a:gdLst/>
              <a:ahLst/>
              <a:cxnLst/>
              <a:rect l="l" t="t" r="r" b="b"/>
              <a:pathLst>
                <a:path w="15562" h="8264" extrusionOk="0">
                  <a:moveTo>
                    <a:pt x="15562" y="1"/>
                  </a:moveTo>
                  <a:lnTo>
                    <a:pt x="0" y="5763"/>
                  </a:lnTo>
                  <a:lnTo>
                    <a:pt x="0" y="6049"/>
                  </a:lnTo>
                  <a:lnTo>
                    <a:pt x="9978" y="8264"/>
                  </a:lnTo>
                  <a:lnTo>
                    <a:pt x="155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110"/>
            <p:cNvSpPr/>
            <p:nvPr/>
          </p:nvSpPr>
          <p:spPr>
            <a:xfrm>
              <a:off x="5125325" y="2804875"/>
              <a:ext cx="389050" cy="233675"/>
            </a:xfrm>
            <a:custGeom>
              <a:avLst/>
              <a:gdLst/>
              <a:ahLst/>
              <a:cxnLst/>
              <a:rect l="l" t="t" r="r" b="b"/>
              <a:pathLst>
                <a:path w="15562" h="9347" extrusionOk="0">
                  <a:moveTo>
                    <a:pt x="6251" y="1"/>
                  </a:moveTo>
                  <a:lnTo>
                    <a:pt x="0" y="7132"/>
                  </a:lnTo>
                  <a:lnTo>
                    <a:pt x="9978" y="9347"/>
                  </a:lnTo>
                  <a:lnTo>
                    <a:pt x="15562" y="1084"/>
                  </a:lnTo>
                  <a:lnTo>
                    <a:pt x="62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110"/>
            <p:cNvSpPr/>
            <p:nvPr/>
          </p:nvSpPr>
          <p:spPr>
            <a:xfrm>
              <a:off x="5173250" y="3046875"/>
              <a:ext cx="36325" cy="88125"/>
            </a:xfrm>
            <a:custGeom>
              <a:avLst/>
              <a:gdLst/>
              <a:ahLst/>
              <a:cxnLst/>
              <a:rect l="l" t="t" r="r" b="b"/>
              <a:pathLst>
                <a:path w="1453" h="3525" extrusionOk="0">
                  <a:moveTo>
                    <a:pt x="0" y="0"/>
                  </a:moveTo>
                  <a:lnTo>
                    <a:pt x="0" y="3203"/>
                  </a:lnTo>
                  <a:lnTo>
                    <a:pt x="1453" y="3525"/>
                  </a:lnTo>
                  <a:lnTo>
                    <a:pt x="1453" y="3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110"/>
            <p:cNvSpPr/>
            <p:nvPr/>
          </p:nvSpPr>
          <p:spPr>
            <a:xfrm>
              <a:off x="5310475" y="3080500"/>
              <a:ext cx="36325" cy="87850"/>
            </a:xfrm>
            <a:custGeom>
              <a:avLst/>
              <a:gdLst/>
              <a:ahLst/>
              <a:cxnLst/>
              <a:rect l="l" t="t" r="r" b="b"/>
              <a:pathLst>
                <a:path w="1453" h="3514" extrusionOk="0">
                  <a:moveTo>
                    <a:pt x="0" y="1"/>
                  </a:moveTo>
                  <a:lnTo>
                    <a:pt x="0" y="3203"/>
                  </a:lnTo>
                  <a:lnTo>
                    <a:pt x="1453" y="3513"/>
                  </a:lnTo>
                  <a:lnTo>
                    <a:pt x="1453" y="3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110"/>
            <p:cNvSpPr/>
            <p:nvPr/>
          </p:nvSpPr>
          <p:spPr>
            <a:xfrm>
              <a:off x="5242900" y="3066825"/>
              <a:ext cx="36325" cy="187250"/>
            </a:xfrm>
            <a:custGeom>
              <a:avLst/>
              <a:gdLst/>
              <a:ahLst/>
              <a:cxnLst/>
              <a:rect l="l" t="t" r="r" b="b"/>
              <a:pathLst>
                <a:path w="1453" h="7490" extrusionOk="0">
                  <a:moveTo>
                    <a:pt x="0" y="0"/>
                  </a:moveTo>
                  <a:lnTo>
                    <a:pt x="0" y="7084"/>
                  </a:lnTo>
                  <a:lnTo>
                    <a:pt x="1453" y="7489"/>
                  </a:lnTo>
                  <a:lnTo>
                    <a:pt x="1453" y="3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110"/>
            <p:cNvSpPr/>
            <p:nvPr/>
          </p:nvSpPr>
          <p:spPr>
            <a:xfrm>
              <a:off x="5442625" y="2976325"/>
              <a:ext cx="57775" cy="72050"/>
            </a:xfrm>
            <a:custGeom>
              <a:avLst/>
              <a:gdLst/>
              <a:ahLst/>
              <a:cxnLst/>
              <a:rect l="l" t="t" r="r" b="b"/>
              <a:pathLst>
                <a:path w="2311" h="2882" extrusionOk="0">
                  <a:moveTo>
                    <a:pt x="2310" y="1"/>
                  </a:moveTo>
                  <a:lnTo>
                    <a:pt x="0" y="524"/>
                  </a:lnTo>
                  <a:lnTo>
                    <a:pt x="0" y="2882"/>
                  </a:lnTo>
                  <a:lnTo>
                    <a:pt x="2310" y="2358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110"/>
            <p:cNvSpPr/>
            <p:nvPr/>
          </p:nvSpPr>
          <p:spPr>
            <a:xfrm>
              <a:off x="5442625" y="3070975"/>
              <a:ext cx="151525" cy="89325"/>
            </a:xfrm>
            <a:custGeom>
              <a:avLst/>
              <a:gdLst/>
              <a:ahLst/>
              <a:cxnLst/>
              <a:rect l="l" t="t" r="r" b="b"/>
              <a:pathLst>
                <a:path w="6061" h="3573" extrusionOk="0">
                  <a:moveTo>
                    <a:pt x="6061" y="1"/>
                  </a:moveTo>
                  <a:lnTo>
                    <a:pt x="0" y="1215"/>
                  </a:lnTo>
                  <a:lnTo>
                    <a:pt x="0" y="3573"/>
                  </a:lnTo>
                  <a:lnTo>
                    <a:pt x="6061" y="2358"/>
                  </a:lnTo>
                  <a:lnTo>
                    <a:pt x="60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110"/>
            <p:cNvSpPr/>
            <p:nvPr/>
          </p:nvSpPr>
          <p:spPr>
            <a:xfrm>
              <a:off x="5521800" y="2962050"/>
              <a:ext cx="57475" cy="71750"/>
            </a:xfrm>
            <a:custGeom>
              <a:avLst/>
              <a:gdLst/>
              <a:ahLst/>
              <a:cxnLst/>
              <a:rect l="l" t="t" r="r" b="b"/>
              <a:pathLst>
                <a:path w="2299" h="2870" extrusionOk="0">
                  <a:moveTo>
                    <a:pt x="2298" y="0"/>
                  </a:moveTo>
                  <a:lnTo>
                    <a:pt x="1" y="512"/>
                  </a:lnTo>
                  <a:lnTo>
                    <a:pt x="1" y="2869"/>
                  </a:lnTo>
                  <a:lnTo>
                    <a:pt x="2298" y="2357"/>
                  </a:lnTo>
                  <a:lnTo>
                    <a:pt x="2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110"/>
            <p:cNvSpPr/>
            <p:nvPr/>
          </p:nvSpPr>
          <p:spPr>
            <a:xfrm>
              <a:off x="6198075" y="2817075"/>
              <a:ext cx="238450" cy="125350"/>
            </a:xfrm>
            <a:custGeom>
              <a:avLst/>
              <a:gdLst/>
              <a:ahLst/>
              <a:cxnLst/>
              <a:rect l="l" t="t" r="r" b="b"/>
              <a:pathLst>
                <a:path w="9538" h="5014" extrusionOk="0">
                  <a:moveTo>
                    <a:pt x="2096" y="1"/>
                  </a:moveTo>
                  <a:lnTo>
                    <a:pt x="1" y="239"/>
                  </a:lnTo>
                  <a:lnTo>
                    <a:pt x="7478" y="5013"/>
                  </a:lnTo>
                  <a:lnTo>
                    <a:pt x="9537" y="4847"/>
                  </a:lnTo>
                  <a:lnTo>
                    <a:pt x="209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110"/>
            <p:cNvSpPr/>
            <p:nvPr/>
          </p:nvSpPr>
          <p:spPr>
            <a:xfrm>
              <a:off x="6079025" y="2823025"/>
              <a:ext cx="321475" cy="366450"/>
            </a:xfrm>
            <a:custGeom>
              <a:avLst/>
              <a:gdLst/>
              <a:ahLst/>
              <a:cxnLst/>
              <a:rect l="l" t="t" r="r" b="b"/>
              <a:pathLst>
                <a:path w="12859" h="14658" extrusionOk="0">
                  <a:moveTo>
                    <a:pt x="6001" y="1"/>
                  </a:moveTo>
                  <a:lnTo>
                    <a:pt x="0" y="5251"/>
                  </a:lnTo>
                  <a:lnTo>
                    <a:pt x="0" y="14657"/>
                  </a:lnTo>
                  <a:lnTo>
                    <a:pt x="12859" y="13217"/>
                  </a:lnTo>
                  <a:lnTo>
                    <a:pt x="12859" y="4299"/>
                  </a:lnTo>
                  <a:lnTo>
                    <a:pt x="6001" y="1"/>
                  </a:ln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110"/>
            <p:cNvSpPr/>
            <p:nvPr/>
          </p:nvSpPr>
          <p:spPr>
            <a:xfrm>
              <a:off x="6079025" y="2823025"/>
              <a:ext cx="321475" cy="366450"/>
            </a:xfrm>
            <a:custGeom>
              <a:avLst/>
              <a:gdLst/>
              <a:ahLst/>
              <a:cxnLst/>
              <a:rect l="l" t="t" r="r" b="b"/>
              <a:pathLst>
                <a:path w="12859" h="14658" extrusionOk="0">
                  <a:moveTo>
                    <a:pt x="6001" y="1"/>
                  </a:moveTo>
                  <a:lnTo>
                    <a:pt x="0" y="5251"/>
                  </a:lnTo>
                  <a:lnTo>
                    <a:pt x="0" y="14657"/>
                  </a:lnTo>
                  <a:lnTo>
                    <a:pt x="12859" y="13217"/>
                  </a:lnTo>
                  <a:lnTo>
                    <a:pt x="12859" y="4299"/>
                  </a:lnTo>
                  <a:lnTo>
                    <a:pt x="60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110"/>
            <p:cNvSpPr/>
            <p:nvPr/>
          </p:nvSpPr>
          <p:spPr>
            <a:xfrm>
              <a:off x="5812025" y="2918575"/>
              <a:ext cx="267000" cy="269700"/>
            </a:xfrm>
            <a:custGeom>
              <a:avLst/>
              <a:gdLst/>
              <a:ahLst/>
              <a:cxnLst/>
              <a:rect l="l" t="t" r="r" b="b"/>
              <a:pathLst>
                <a:path w="10680" h="10788" extrusionOk="0">
                  <a:moveTo>
                    <a:pt x="0" y="1"/>
                  </a:moveTo>
                  <a:lnTo>
                    <a:pt x="0" y="8871"/>
                  </a:lnTo>
                  <a:lnTo>
                    <a:pt x="10680" y="10788"/>
                  </a:lnTo>
                  <a:lnTo>
                    <a:pt x="10680" y="16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110"/>
            <p:cNvSpPr/>
            <p:nvPr/>
          </p:nvSpPr>
          <p:spPr>
            <a:xfrm>
              <a:off x="5775700" y="2823025"/>
              <a:ext cx="474775" cy="171475"/>
            </a:xfrm>
            <a:custGeom>
              <a:avLst/>
              <a:gdLst/>
              <a:ahLst/>
              <a:cxnLst/>
              <a:rect l="l" t="t" r="r" b="b"/>
              <a:pathLst>
                <a:path w="18991" h="6859" extrusionOk="0">
                  <a:moveTo>
                    <a:pt x="18991" y="1"/>
                  </a:moveTo>
                  <a:lnTo>
                    <a:pt x="1" y="4787"/>
                  </a:lnTo>
                  <a:lnTo>
                    <a:pt x="1" y="5025"/>
                  </a:lnTo>
                  <a:lnTo>
                    <a:pt x="12181" y="6859"/>
                  </a:lnTo>
                  <a:lnTo>
                    <a:pt x="18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110"/>
            <p:cNvSpPr/>
            <p:nvPr/>
          </p:nvSpPr>
          <p:spPr>
            <a:xfrm>
              <a:off x="5775700" y="2794750"/>
              <a:ext cx="474775" cy="193800"/>
            </a:xfrm>
            <a:custGeom>
              <a:avLst/>
              <a:gdLst/>
              <a:ahLst/>
              <a:cxnLst/>
              <a:rect l="l" t="t" r="r" b="b"/>
              <a:pathLst>
                <a:path w="18991" h="7752" extrusionOk="0">
                  <a:moveTo>
                    <a:pt x="7621" y="1"/>
                  </a:moveTo>
                  <a:lnTo>
                    <a:pt x="1" y="5918"/>
                  </a:lnTo>
                  <a:lnTo>
                    <a:pt x="12181" y="7752"/>
                  </a:lnTo>
                  <a:lnTo>
                    <a:pt x="18991" y="894"/>
                  </a:lnTo>
                  <a:lnTo>
                    <a:pt x="76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110"/>
            <p:cNvSpPr/>
            <p:nvPr/>
          </p:nvSpPr>
          <p:spPr>
            <a:xfrm>
              <a:off x="5834050" y="2995675"/>
              <a:ext cx="44375" cy="78900"/>
            </a:xfrm>
            <a:custGeom>
              <a:avLst/>
              <a:gdLst/>
              <a:ahLst/>
              <a:cxnLst/>
              <a:rect l="l" t="t" r="r" b="b"/>
              <a:pathLst>
                <a:path w="1775" h="3156" extrusionOk="0">
                  <a:moveTo>
                    <a:pt x="0" y="0"/>
                  </a:moveTo>
                  <a:lnTo>
                    <a:pt x="0" y="2894"/>
                  </a:lnTo>
                  <a:lnTo>
                    <a:pt x="1774" y="3156"/>
                  </a:lnTo>
                  <a:lnTo>
                    <a:pt x="1774" y="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110"/>
            <p:cNvSpPr/>
            <p:nvPr/>
          </p:nvSpPr>
          <p:spPr>
            <a:xfrm>
              <a:off x="6001625" y="3023350"/>
              <a:ext cx="44375" cy="79200"/>
            </a:xfrm>
            <a:custGeom>
              <a:avLst/>
              <a:gdLst/>
              <a:ahLst/>
              <a:cxnLst/>
              <a:rect l="l" t="t" r="r" b="b"/>
              <a:pathLst>
                <a:path w="1775" h="3168" extrusionOk="0">
                  <a:moveTo>
                    <a:pt x="0" y="1"/>
                  </a:moveTo>
                  <a:lnTo>
                    <a:pt x="0" y="2906"/>
                  </a:lnTo>
                  <a:lnTo>
                    <a:pt x="1774" y="3168"/>
                  </a:lnTo>
                  <a:lnTo>
                    <a:pt x="1774" y="26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110"/>
            <p:cNvSpPr/>
            <p:nvPr/>
          </p:nvSpPr>
          <p:spPr>
            <a:xfrm>
              <a:off x="5919175" y="3012050"/>
              <a:ext cx="44375" cy="155400"/>
            </a:xfrm>
            <a:custGeom>
              <a:avLst/>
              <a:gdLst/>
              <a:ahLst/>
              <a:cxnLst/>
              <a:rect l="l" t="t" r="r" b="b"/>
              <a:pathLst>
                <a:path w="1775" h="6216" extrusionOk="0">
                  <a:moveTo>
                    <a:pt x="0" y="0"/>
                  </a:moveTo>
                  <a:lnTo>
                    <a:pt x="0" y="5882"/>
                  </a:lnTo>
                  <a:lnTo>
                    <a:pt x="1774" y="6215"/>
                  </a:lnTo>
                  <a:lnTo>
                    <a:pt x="1774" y="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3766;p110"/>
            <p:cNvSpPr/>
            <p:nvPr/>
          </p:nvSpPr>
          <p:spPr>
            <a:xfrm>
              <a:off x="6135575" y="3015625"/>
              <a:ext cx="52700" cy="73525"/>
            </a:xfrm>
            <a:custGeom>
              <a:avLst/>
              <a:gdLst/>
              <a:ahLst/>
              <a:cxnLst/>
              <a:rect l="l" t="t" r="r" b="b"/>
              <a:pathLst>
                <a:path w="2108" h="2941" extrusionOk="0">
                  <a:moveTo>
                    <a:pt x="2108" y="0"/>
                  </a:moveTo>
                  <a:lnTo>
                    <a:pt x="0" y="286"/>
                  </a:lnTo>
                  <a:lnTo>
                    <a:pt x="0" y="2941"/>
                  </a:lnTo>
                  <a:lnTo>
                    <a:pt x="2108" y="2655"/>
                  </a:lnTo>
                  <a:lnTo>
                    <a:pt x="2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110"/>
            <p:cNvSpPr/>
            <p:nvPr/>
          </p:nvSpPr>
          <p:spPr>
            <a:xfrm>
              <a:off x="6225750" y="3004300"/>
              <a:ext cx="52725" cy="73550"/>
            </a:xfrm>
            <a:custGeom>
              <a:avLst/>
              <a:gdLst/>
              <a:ahLst/>
              <a:cxnLst/>
              <a:rect l="l" t="t" r="r" b="b"/>
              <a:pathLst>
                <a:path w="2109" h="2942" extrusionOk="0">
                  <a:moveTo>
                    <a:pt x="2108" y="1"/>
                  </a:moveTo>
                  <a:lnTo>
                    <a:pt x="1" y="286"/>
                  </a:lnTo>
                  <a:lnTo>
                    <a:pt x="1" y="2942"/>
                  </a:lnTo>
                  <a:lnTo>
                    <a:pt x="2108" y="2656"/>
                  </a:lnTo>
                  <a:lnTo>
                    <a:pt x="21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110"/>
            <p:cNvSpPr/>
            <p:nvPr/>
          </p:nvSpPr>
          <p:spPr>
            <a:xfrm>
              <a:off x="6310875" y="2994775"/>
              <a:ext cx="52725" cy="73550"/>
            </a:xfrm>
            <a:custGeom>
              <a:avLst/>
              <a:gdLst/>
              <a:ahLst/>
              <a:cxnLst/>
              <a:rect l="l" t="t" r="r" b="b"/>
              <a:pathLst>
                <a:path w="2109" h="2942" extrusionOk="0">
                  <a:moveTo>
                    <a:pt x="2108" y="1"/>
                  </a:moveTo>
                  <a:lnTo>
                    <a:pt x="1" y="286"/>
                  </a:lnTo>
                  <a:lnTo>
                    <a:pt x="1" y="2942"/>
                  </a:lnTo>
                  <a:lnTo>
                    <a:pt x="2108" y="2656"/>
                  </a:lnTo>
                  <a:lnTo>
                    <a:pt x="21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110"/>
            <p:cNvSpPr/>
            <p:nvPr/>
          </p:nvSpPr>
          <p:spPr>
            <a:xfrm>
              <a:off x="5982875" y="3122475"/>
              <a:ext cx="353325" cy="90225"/>
            </a:xfrm>
            <a:custGeom>
              <a:avLst/>
              <a:gdLst/>
              <a:ahLst/>
              <a:cxnLst/>
              <a:rect l="l" t="t" r="r" b="b"/>
              <a:pathLst>
                <a:path w="14133" h="3609" extrusionOk="0">
                  <a:moveTo>
                    <a:pt x="7192" y="0"/>
                  </a:moveTo>
                  <a:cubicBezTo>
                    <a:pt x="6275" y="0"/>
                    <a:pt x="5489" y="679"/>
                    <a:pt x="5168" y="1644"/>
                  </a:cubicBezTo>
                  <a:cubicBezTo>
                    <a:pt x="4787" y="1263"/>
                    <a:pt x="4251" y="1036"/>
                    <a:pt x="3667" y="1036"/>
                  </a:cubicBezTo>
                  <a:cubicBezTo>
                    <a:pt x="2608" y="1036"/>
                    <a:pt x="1727" y="1798"/>
                    <a:pt x="1548" y="2810"/>
                  </a:cubicBezTo>
                  <a:cubicBezTo>
                    <a:pt x="1405" y="2739"/>
                    <a:pt x="1250" y="2691"/>
                    <a:pt x="1072" y="2691"/>
                  </a:cubicBezTo>
                  <a:cubicBezTo>
                    <a:pt x="536" y="2691"/>
                    <a:pt x="84" y="3084"/>
                    <a:pt x="0" y="3608"/>
                  </a:cubicBezTo>
                  <a:lnTo>
                    <a:pt x="14133" y="3608"/>
                  </a:lnTo>
                  <a:cubicBezTo>
                    <a:pt x="14133" y="3608"/>
                    <a:pt x="14133" y="3596"/>
                    <a:pt x="14133" y="3596"/>
                  </a:cubicBezTo>
                  <a:cubicBezTo>
                    <a:pt x="14133" y="2751"/>
                    <a:pt x="13454" y="2072"/>
                    <a:pt x="12609" y="2072"/>
                  </a:cubicBezTo>
                  <a:cubicBezTo>
                    <a:pt x="12395" y="2072"/>
                    <a:pt x="12192" y="2120"/>
                    <a:pt x="12002" y="2191"/>
                  </a:cubicBezTo>
                  <a:cubicBezTo>
                    <a:pt x="11752" y="1322"/>
                    <a:pt x="10954" y="667"/>
                    <a:pt x="10002" y="667"/>
                  </a:cubicBezTo>
                  <a:cubicBezTo>
                    <a:pt x="9597" y="667"/>
                    <a:pt x="9216" y="786"/>
                    <a:pt x="8906" y="989"/>
                  </a:cubicBezTo>
                  <a:cubicBezTo>
                    <a:pt x="8501" y="381"/>
                    <a:pt x="7882" y="0"/>
                    <a:pt x="71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110"/>
            <p:cNvSpPr/>
            <p:nvPr/>
          </p:nvSpPr>
          <p:spPr>
            <a:xfrm>
              <a:off x="6149550" y="3167425"/>
              <a:ext cx="285175" cy="72950"/>
            </a:xfrm>
            <a:custGeom>
              <a:avLst/>
              <a:gdLst/>
              <a:ahLst/>
              <a:cxnLst/>
              <a:rect l="l" t="t" r="r" b="b"/>
              <a:pathLst>
                <a:path w="11407" h="2918" extrusionOk="0">
                  <a:moveTo>
                    <a:pt x="5811" y="0"/>
                  </a:moveTo>
                  <a:cubicBezTo>
                    <a:pt x="5061" y="0"/>
                    <a:pt x="4430" y="560"/>
                    <a:pt x="4168" y="1334"/>
                  </a:cubicBezTo>
                  <a:cubicBezTo>
                    <a:pt x="3858" y="1024"/>
                    <a:pt x="3430" y="834"/>
                    <a:pt x="2965" y="834"/>
                  </a:cubicBezTo>
                  <a:cubicBezTo>
                    <a:pt x="2108" y="834"/>
                    <a:pt x="1394" y="1453"/>
                    <a:pt x="1251" y="2274"/>
                  </a:cubicBezTo>
                  <a:cubicBezTo>
                    <a:pt x="1132" y="2215"/>
                    <a:pt x="1013" y="2179"/>
                    <a:pt x="870" y="2179"/>
                  </a:cubicBezTo>
                  <a:cubicBezTo>
                    <a:pt x="429" y="2179"/>
                    <a:pt x="72" y="2501"/>
                    <a:pt x="1" y="2917"/>
                  </a:cubicBezTo>
                  <a:lnTo>
                    <a:pt x="11407" y="2917"/>
                  </a:lnTo>
                  <a:cubicBezTo>
                    <a:pt x="11407" y="2917"/>
                    <a:pt x="11407" y="2917"/>
                    <a:pt x="11407" y="2905"/>
                  </a:cubicBezTo>
                  <a:cubicBezTo>
                    <a:pt x="11407" y="2227"/>
                    <a:pt x="10859" y="1679"/>
                    <a:pt x="10169" y="1679"/>
                  </a:cubicBezTo>
                  <a:cubicBezTo>
                    <a:pt x="10002" y="1679"/>
                    <a:pt x="9835" y="1715"/>
                    <a:pt x="9681" y="1774"/>
                  </a:cubicBezTo>
                  <a:cubicBezTo>
                    <a:pt x="9490" y="1072"/>
                    <a:pt x="8835" y="548"/>
                    <a:pt x="8073" y="548"/>
                  </a:cubicBezTo>
                  <a:cubicBezTo>
                    <a:pt x="7740" y="548"/>
                    <a:pt x="7442" y="643"/>
                    <a:pt x="7180" y="798"/>
                  </a:cubicBezTo>
                  <a:cubicBezTo>
                    <a:pt x="6859" y="310"/>
                    <a:pt x="6371" y="0"/>
                    <a:pt x="5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110"/>
            <p:cNvSpPr/>
            <p:nvPr/>
          </p:nvSpPr>
          <p:spPr>
            <a:xfrm>
              <a:off x="3146200" y="3199875"/>
              <a:ext cx="613200" cy="156575"/>
            </a:xfrm>
            <a:custGeom>
              <a:avLst/>
              <a:gdLst/>
              <a:ahLst/>
              <a:cxnLst/>
              <a:rect l="l" t="t" r="r" b="b"/>
              <a:pathLst>
                <a:path w="24528" h="6263" extrusionOk="0">
                  <a:moveTo>
                    <a:pt x="12478" y="0"/>
                  </a:moveTo>
                  <a:cubicBezTo>
                    <a:pt x="10883" y="0"/>
                    <a:pt x="9514" y="1191"/>
                    <a:pt x="8966" y="2858"/>
                  </a:cubicBezTo>
                  <a:cubicBezTo>
                    <a:pt x="8299" y="2203"/>
                    <a:pt x="7383" y="1798"/>
                    <a:pt x="6371" y="1798"/>
                  </a:cubicBezTo>
                  <a:cubicBezTo>
                    <a:pt x="4525" y="1798"/>
                    <a:pt x="3001" y="3131"/>
                    <a:pt x="2692" y="4882"/>
                  </a:cubicBezTo>
                  <a:cubicBezTo>
                    <a:pt x="2442" y="4763"/>
                    <a:pt x="2168" y="4679"/>
                    <a:pt x="1870" y="4679"/>
                  </a:cubicBezTo>
                  <a:cubicBezTo>
                    <a:pt x="929" y="4679"/>
                    <a:pt x="156" y="5358"/>
                    <a:pt x="1" y="6263"/>
                  </a:cubicBezTo>
                  <a:lnTo>
                    <a:pt x="24528" y="6263"/>
                  </a:lnTo>
                  <a:cubicBezTo>
                    <a:pt x="24528" y="6251"/>
                    <a:pt x="24528" y="6251"/>
                    <a:pt x="24528" y="6251"/>
                  </a:cubicBezTo>
                  <a:cubicBezTo>
                    <a:pt x="24528" y="4786"/>
                    <a:pt x="23337" y="3596"/>
                    <a:pt x="21873" y="3596"/>
                  </a:cubicBezTo>
                  <a:cubicBezTo>
                    <a:pt x="21503" y="3596"/>
                    <a:pt x="21146" y="3679"/>
                    <a:pt x="20825" y="3810"/>
                  </a:cubicBezTo>
                  <a:cubicBezTo>
                    <a:pt x="20396" y="2286"/>
                    <a:pt x="19003" y="1167"/>
                    <a:pt x="17348" y="1167"/>
                  </a:cubicBezTo>
                  <a:cubicBezTo>
                    <a:pt x="16646" y="1167"/>
                    <a:pt x="16003" y="1369"/>
                    <a:pt x="15443" y="1715"/>
                  </a:cubicBezTo>
                  <a:cubicBezTo>
                    <a:pt x="14753" y="667"/>
                    <a:pt x="13681" y="0"/>
                    <a:pt x="12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110"/>
            <p:cNvSpPr/>
            <p:nvPr/>
          </p:nvSpPr>
          <p:spPr>
            <a:xfrm>
              <a:off x="3404875" y="2910250"/>
              <a:ext cx="130975" cy="175050"/>
            </a:xfrm>
            <a:custGeom>
              <a:avLst/>
              <a:gdLst/>
              <a:ahLst/>
              <a:cxnLst/>
              <a:rect l="l" t="t" r="r" b="b"/>
              <a:pathLst>
                <a:path w="5239" h="7002" extrusionOk="0">
                  <a:moveTo>
                    <a:pt x="5239" y="0"/>
                  </a:moveTo>
                  <a:lnTo>
                    <a:pt x="0" y="7001"/>
                  </a:lnTo>
                  <a:lnTo>
                    <a:pt x="4906" y="687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110"/>
            <p:cNvSpPr/>
            <p:nvPr/>
          </p:nvSpPr>
          <p:spPr>
            <a:xfrm>
              <a:off x="3633175" y="3064725"/>
              <a:ext cx="570625" cy="375375"/>
            </a:xfrm>
            <a:custGeom>
              <a:avLst/>
              <a:gdLst/>
              <a:ahLst/>
              <a:cxnLst/>
              <a:rect l="l" t="t" r="r" b="b"/>
              <a:pathLst>
                <a:path w="22825" h="15015" extrusionOk="0">
                  <a:moveTo>
                    <a:pt x="22825" y="1"/>
                  </a:moveTo>
                  <a:lnTo>
                    <a:pt x="0" y="2811"/>
                  </a:lnTo>
                  <a:lnTo>
                    <a:pt x="0" y="15014"/>
                  </a:lnTo>
                  <a:lnTo>
                    <a:pt x="22825" y="12205"/>
                  </a:lnTo>
                  <a:lnTo>
                    <a:pt x="22825" y="1"/>
                  </a:lnTo>
                  <a:close/>
                </a:path>
              </a:pathLst>
            </a:custGeom>
            <a:solidFill>
              <a:srgbClr val="F2E7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110"/>
            <p:cNvSpPr/>
            <p:nvPr/>
          </p:nvSpPr>
          <p:spPr>
            <a:xfrm>
              <a:off x="3434050" y="2910250"/>
              <a:ext cx="199150" cy="529850"/>
            </a:xfrm>
            <a:custGeom>
              <a:avLst/>
              <a:gdLst/>
              <a:ahLst/>
              <a:cxnLst/>
              <a:rect l="l" t="t" r="r" b="b"/>
              <a:pathLst>
                <a:path w="7966" h="21194" extrusionOk="0">
                  <a:moveTo>
                    <a:pt x="4072" y="0"/>
                  </a:moveTo>
                  <a:lnTo>
                    <a:pt x="0" y="6799"/>
                  </a:lnTo>
                  <a:lnTo>
                    <a:pt x="0" y="17598"/>
                  </a:lnTo>
                  <a:lnTo>
                    <a:pt x="7965" y="21193"/>
                  </a:lnTo>
                  <a:lnTo>
                    <a:pt x="7965" y="8990"/>
                  </a:lnTo>
                  <a:lnTo>
                    <a:pt x="40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110"/>
            <p:cNvSpPr/>
            <p:nvPr/>
          </p:nvSpPr>
          <p:spPr>
            <a:xfrm>
              <a:off x="3633175" y="3064725"/>
              <a:ext cx="570625" cy="375375"/>
            </a:xfrm>
            <a:custGeom>
              <a:avLst/>
              <a:gdLst/>
              <a:ahLst/>
              <a:cxnLst/>
              <a:rect l="l" t="t" r="r" b="b"/>
              <a:pathLst>
                <a:path w="22825" h="15015" extrusionOk="0">
                  <a:moveTo>
                    <a:pt x="22825" y="1"/>
                  </a:moveTo>
                  <a:lnTo>
                    <a:pt x="0" y="2811"/>
                  </a:lnTo>
                  <a:lnTo>
                    <a:pt x="0" y="15014"/>
                  </a:lnTo>
                  <a:lnTo>
                    <a:pt x="22825" y="12205"/>
                  </a:lnTo>
                  <a:lnTo>
                    <a:pt x="228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110"/>
            <p:cNvSpPr/>
            <p:nvPr/>
          </p:nvSpPr>
          <p:spPr>
            <a:xfrm>
              <a:off x="3535850" y="2910250"/>
              <a:ext cx="705750" cy="244700"/>
            </a:xfrm>
            <a:custGeom>
              <a:avLst/>
              <a:gdLst/>
              <a:ahLst/>
              <a:cxnLst/>
              <a:rect l="l" t="t" r="r" b="b"/>
              <a:pathLst>
                <a:path w="28230" h="9788" extrusionOk="0">
                  <a:moveTo>
                    <a:pt x="0" y="0"/>
                  </a:moveTo>
                  <a:lnTo>
                    <a:pt x="3858" y="9787"/>
                  </a:lnTo>
                  <a:lnTo>
                    <a:pt x="28230" y="7227"/>
                  </a:lnTo>
                  <a:lnTo>
                    <a:pt x="28230" y="68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110"/>
            <p:cNvSpPr/>
            <p:nvPr/>
          </p:nvSpPr>
          <p:spPr>
            <a:xfrm>
              <a:off x="3747475" y="3201950"/>
              <a:ext cx="73550" cy="119675"/>
            </a:xfrm>
            <a:custGeom>
              <a:avLst/>
              <a:gdLst/>
              <a:ahLst/>
              <a:cxnLst/>
              <a:rect l="l" t="t" r="r" b="b"/>
              <a:pathLst>
                <a:path w="2942" h="4787" extrusionOk="0">
                  <a:moveTo>
                    <a:pt x="2941" y="0"/>
                  </a:moveTo>
                  <a:lnTo>
                    <a:pt x="0" y="274"/>
                  </a:lnTo>
                  <a:lnTo>
                    <a:pt x="0" y="4787"/>
                  </a:lnTo>
                  <a:lnTo>
                    <a:pt x="2941" y="4441"/>
                  </a:lnTo>
                  <a:lnTo>
                    <a:pt x="29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110"/>
            <p:cNvSpPr/>
            <p:nvPr/>
          </p:nvSpPr>
          <p:spPr>
            <a:xfrm>
              <a:off x="3881725" y="3192125"/>
              <a:ext cx="73525" cy="216425"/>
            </a:xfrm>
            <a:custGeom>
              <a:avLst/>
              <a:gdLst/>
              <a:ahLst/>
              <a:cxnLst/>
              <a:rect l="l" t="t" r="r" b="b"/>
              <a:pathLst>
                <a:path w="2941" h="8657" extrusionOk="0">
                  <a:moveTo>
                    <a:pt x="2941" y="1"/>
                  </a:moveTo>
                  <a:lnTo>
                    <a:pt x="0" y="274"/>
                  </a:lnTo>
                  <a:lnTo>
                    <a:pt x="0" y="8656"/>
                  </a:lnTo>
                  <a:lnTo>
                    <a:pt x="2941" y="8299"/>
                  </a:lnTo>
                  <a:lnTo>
                    <a:pt x="29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110"/>
            <p:cNvSpPr/>
            <p:nvPr/>
          </p:nvSpPr>
          <p:spPr>
            <a:xfrm>
              <a:off x="4015950" y="3182300"/>
              <a:ext cx="73550" cy="119675"/>
            </a:xfrm>
            <a:custGeom>
              <a:avLst/>
              <a:gdLst/>
              <a:ahLst/>
              <a:cxnLst/>
              <a:rect l="l" t="t" r="r" b="b"/>
              <a:pathLst>
                <a:path w="2942" h="4787" extrusionOk="0">
                  <a:moveTo>
                    <a:pt x="2942" y="1"/>
                  </a:moveTo>
                  <a:lnTo>
                    <a:pt x="1" y="286"/>
                  </a:lnTo>
                  <a:lnTo>
                    <a:pt x="1" y="4787"/>
                  </a:lnTo>
                  <a:lnTo>
                    <a:pt x="2942" y="4442"/>
                  </a:lnTo>
                  <a:lnTo>
                    <a:pt x="29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3780;p110"/>
            <p:cNvSpPr/>
            <p:nvPr/>
          </p:nvSpPr>
          <p:spPr>
            <a:xfrm>
              <a:off x="3487925" y="3140925"/>
              <a:ext cx="63425" cy="111050"/>
            </a:xfrm>
            <a:custGeom>
              <a:avLst/>
              <a:gdLst/>
              <a:ahLst/>
              <a:cxnLst/>
              <a:rect l="l" t="t" r="r" b="b"/>
              <a:pathLst>
                <a:path w="2537" h="4442" extrusionOk="0">
                  <a:moveTo>
                    <a:pt x="0" y="1"/>
                  </a:moveTo>
                  <a:lnTo>
                    <a:pt x="0" y="4049"/>
                  </a:lnTo>
                  <a:lnTo>
                    <a:pt x="2536" y="4442"/>
                  </a:lnTo>
                  <a:lnTo>
                    <a:pt x="2536" y="39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110"/>
            <p:cNvSpPr/>
            <p:nvPr/>
          </p:nvSpPr>
          <p:spPr>
            <a:xfrm>
              <a:off x="3535850" y="2866200"/>
              <a:ext cx="705750" cy="274750"/>
            </a:xfrm>
            <a:custGeom>
              <a:avLst/>
              <a:gdLst/>
              <a:ahLst/>
              <a:cxnLst/>
              <a:rect l="l" t="t" r="r" b="b"/>
              <a:pathLst>
                <a:path w="28230" h="10990" extrusionOk="0">
                  <a:moveTo>
                    <a:pt x="22253" y="0"/>
                  </a:moveTo>
                  <a:lnTo>
                    <a:pt x="0" y="1762"/>
                  </a:lnTo>
                  <a:lnTo>
                    <a:pt x="3893" y="10990"/>
                  </a:lnTo>
                  <a:lnTo>
                    <a:pt x="28230" y="8632"/>
                  </a:lnTo>
                  <a:lnTo>
                    <a:pt x="22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110"/>
            <p:cNvSpPr/>
            <p:nvPr/>
          </p:nvSpPr>
          <p:spPr>
            <a:xfrm>
              <a:off x="4027275" y="3230825"/>
              <a:ext cx="613200" cy="156575"/>
            </a:xfrm>
            <a:custGeom>
              <a:avLst/>
              <a:gdLst/>
              <a:ahLst/>
              <a:cxnLst/>
              <a:rect l="l" t="t" r="r" b="b"/>
              <a:pathLst>
                <a:path w="24528" h="6263" extrusionOk="0">
                  <a:moveTo>
                    <a:pt x="12478" y="0"/>
                  </a:moveTo>
                  <a:cubicBezTo>
                    <a:pt x="10883" y="0"/>
                    <a:pt x="9525" y="1191"/>
                    <a:pt x="8966" y="2858"/>
                  </a:cubicBezTo>
                  <a:cubicBezTo>
                    <a:pt x="8299" y="2203"/>
                    <a:pt x="7382" y="1798"/>
                    <a:pt x="6370" y="1798"/>
                  </a:cubicBezTo>
                  <a:cubicBezTo>
                    <a:pt x="4525" y="1798"/>
                    <a:pt x="3001" y="3132"/>
                    <a:pt x="2703" y="4882"/>
                  </a:cubicBezTo>
                  <a:cubicBezTo>
                    <a:pt x="2441" y="4763"/>
                    <a:pt x="2167" y="4679"/>
                    <a:pt x="1870" y="4679"/>
                  </a:cubicBezTo>
                  <a:cubicBezTo>
                    <a:pt x="929" y="4679"/>
                    <a:pt x="155" y="5358"/>
                    <a:pt x="0" y="6263"/>
                  </a:cubicBezTo>
                  <a:lnTo>
                    <a:pt x="24527" y="6263"/>
                  </a:lnTo>
                  <a:cubicBezTo>
                    <a:pt x="24527" y="6251"/>
                    <a:pt x="24527" y="6251"/>
                    <a:pt x="24527" y="6251"/>
                  </a:cubicBezTo>
                  <a:cubicBezTo>
                    <a:pt x="24527" y="4787"/>
                    <a:pt x="23336" y="3596"/>
                    <a:pt x="21872" y="3596"/>
                  </a:cubicBezTo>
                  <a:cubicBezTo>
                    <a:pt x="21503" y="3596"/>
                    <a:pt x="21146" y="3679"/>
                    <a:pt x="20824" y="3810"/>
                  </a:cubicBezTo>
                  <a:cubicBezTo>
                    <a:pt x="20408" y="2286"/>
                    <a:pt x="19015" y="1167"/>
                    <a:pt x="17348" y="1167"/>
                  </a:cubicBezTo>
                  <a:cubicBezTo>
                    <a:pt x="16645" y="1167"/>
                    <a:pt x="16002" y="1370"/>
                    <a:pt x="15443" y="1715"/>
                  </a:cubicBezTo>
                  <a:cubicBezTo>
                    <a:pt x="14752" y="667"/>
                    <a:pt x="13681" y="0"/>
                    <a:pt x="12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3783;p110"/>
            <p:cNvSpPr/>
            <p:nvPr/>
          </p:nvSpPr>
          <p:spPr>
            <a:xfrm>
              <a:off x="4027275" y="3332625"/>
              <a:ext cx="386075" cy="98550"/>
            </a:xfrm>
            <a:custGeom>
              <a:avLst/>
              <a:gdLst/>
              <a:ahLst/>
              <a:cxnLst/>
              <a:rect l="l" t="t" r="r" b="b"/>
              <a:pathLst>
                <a:path w="15443" h="3942" extrusionOk="0">
                  <a:moveTo>
                    <a:pt x="7858" y="0"/>
                  </a:moveTo>
                  <a:cubicBezTo>
                    <a:pt x="6858" y="0"/>
                    <a:pt x="5989" y="750"/>
                    <a:pt x="5644" y="1798"/>
                  </a:cubicBezTo>
                  <a:cubicBezTo>
                    <a:pt x="5227" y="1393"/>
                    <a:pt x="4644" y="1131"/>
                    <a:pt x="4013" y="1131"/>
                  </a:cubicBezTo>
                  <a:cubicBezTo>
                    <a:pt x="2846" y="1131"/>
                    <a:pt x="1893" y="1977"/>
                    <a:pt x="1703" y="3072"/>
                  </a:cubicBezTo>
                  <a:cubicBezTo>
                    <a:pt x="1536" y="3001"/>
                    <a:pt x="1369" y="2953"/>
                    <a:pt x="1179" y="2953"/>
                  </a:cubicBezTo>
                  <a:cubicBezTo>
                    <a:pt x="584" y="2953"/>
                    <a:pt x="95" y="3382"/>
                    <a:pt x="0" y="3941"/>
                  </a:cubicBezTo>
                  <a:lnTo>
                    <a:pt x="15443" y="3941"/>
                  </a:lnTo>
                  <a:cubicBezTo>
                    <a:pt x="15443" y="3013"/>
                    <a:pt x="14693" y="2262"/>
                    <a:pt x="13776" y="2262"/>
                  </a:cubicBezTo>
                  <a:cubicBezTo>
                    <a:pt x="13538" y="2262"/>
                    <a:pt x="13311" y="2310"/>
                    <a:pt x="13121" y="2405"/>
                  </a:cubicBezTo>
                  <a:cubicBezTo>
                    <a:pt x="12847" y="1441"/>
                    <a:pt x="11966" y="738"/>
                    <a:pt x="10930" y="738"/>
                  </a:cubicBezTo>
                  <a:cubicBezTo>
                    <a:pt x="10490" y="738"/>
                    <a:pt x="10073" y="869"/>
                    <a:pt x="9728" y="1084"/>
                  </a:cubicBezTo>
                  <a:cubicBezTo>
                    <a:pt x="9287" y="429"/>
                    <a:pt x="8620" y="0"/>
                    <a:pt x="78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110"/>
            <p:cNvSpPr/>
            <p:nvPr/>
          </p:nvSpPr>
          <p:spPr>
            <a:xfrm>
              <a:off x="6480550" y="1938400"/>
              <a:ext cx="32175" cy="1017700"/>
            </a:xfrm>
            <a:custGeom>
              <a:avLst/>
              <a:gdLst/>
              <a:ahLst/>
              <a:cxnLst/>
              <a:rect l="l" t="t" r="r" b="b"/>
              <a:pathLst>
                <a:path w="1287" h="40708" extrusionOk="0">
                  <a:moveTo>
                    <a:pt x="1" y="1"/>
                  </a:moveTo>
                  <a:lnTo>
                    <a:pt x="1" y="40708"/>
                  </a:lnTo>
                  <a:lnTo>
                    <a:pt x="1286" y="40708"/>
                  </a:lnTo>
                  <a:lnTo>
                    <a:pt x="12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110"/>
            <p:cNvSpPr/>
            <p:nvPr/>
          </p:nvSpPr>
          <p:spPr>
            <a:xfrm>
              <a:off x="6502575" y="1938400"/>
              <a:ext cx="10150" cy="1017700"/>
            </a:xfrm>
            <a:custGeom>
              <a:avLst/>
              <a:gdLst/>
              <a:ahLst/>
              <a:cxnLst/>
              <a:rect l="l" t="t" r="r" b="b"/>
              <a:pathLst>
                <a:path w="406" h="40708" extrusionOk="0">
                  <a:moveTo>
                    <a:pt x="1" y="1"/>
                  </a:moveTo>
                  <a:lnTo>
                    <a:pt x="1" y="40708"/>
                  </a:lnTo>
                  <a:lnTo>
                    <a:pt x="405" y="40708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110"/>
            <p:cNvSpPr/>
            <p:nvPr/>
          </p:nvSpPr>
          <p:spPr>
            <a:xfrm>
              <a:off x="6449000" y="1438350"/>
              <a:ext cx="89925" cy="472700"/>
            </a:xfrm>
            <a:custGeom>
              <a:avLst/>
              <a:gdLst/>
              <a:ahLst/>
              <a:cxnLst/>
              <a:rect l="l" t="t" r="r" b="b"/>
              <a:pathLst>
                <a:path w="3597" h="18908" extrusionOk="0">
                  <a:moveTo>
                    <a:pt x="751" y="0"/>
                  </a:moveTo>
                  <a:lnTo>
                    <a:pt x="0" y="16788"/>
                  </a:lnTo>
                  <a:lnTo>
                    <a:pt x="1751" y="18907"/>
                  </a:lnTo>
                  <a:lnTo>
                    <a:pt x="3596" y="16407"/>
                  </a:lnTo>
                  <a:lnTo>
                    <a:pt x="257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110"/>
            <p:cNvSpPr/>
            <p:nvPr/>
          </p:nvSpPr>
          <p:spPr>
            <a:xfrm>
              <a:off x="6490975" y="1902675"/>
              <a:ext cx="469425" cy="139925"/>
            </a:xfrm>
            <a:custGeom>
              <a:avLst/>
              <a:gdLst/>
              <a:ahLst/>
              <a:cxnLst/>
              <a:rect l="l" t="t" r="r" b="b"/>
              <a:pathLst>
                <a:path w="18777" h="5597" extrusionOk="0">
                  <a:moveTo>
                    <a:pt x="2405" y="1"/>
                  </a:moveTo>
                  <a:lnTo>
                    <a:pt x="0" y="1346"/>
                  </a:lnTo>
                  <a:lnTo>
                    <a:pt x="2131" y="3620"/>
                  </a:lnTo>
                  <a:lnTo>
                    <a:pt x="18443" y="5597"/>
                  </a:lnTo>
                  <a:lnTo>
                    <a:pt x="18776" y="3799"/>
                  </a:lnTo>
                  <a:lnTo>
                    <a:pt x="240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110"/>
            <p:cNvSpPr/>
            <p:nvPr/>
          </p:nvSpPr>
          <p:spPr>
            <a:xfrm>
              <a:off x="6442750" y="1438350"/>
              <a:ext cx="89925" cy="472700"/>
            </a:xfrm>
            <a:custGeom>
              <a:avLst/>
              <a:gdLst/>
              <a:ahLst/>
              <a:cxnLst/>
              <a:rect l="l" t="t" r="r" b="b"/>
              <a:pathLst>
                <a:path w="3597" h="18908" extrusionOk="0">
                  <a:moveTo>
                    <a:pt x="762" y="0"/>
                  </a:moveTo>
                  <a:lnTo>
                    <a:pt x="0" y="16788"/>
                  </a:lnTo>
                  <a:lnTo>
                    <a:pt x="1763" y="18907"/>
                  </a:lnTo>
                  <a:lnTo>
                    <a:pt x="3596" y="16407"/>
                  </a:lnTo>
                  <a:lnTo>
                    <a:pt x="25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110"/>
            <p:cNvSpPr/>
            <p:nvPr/>
          </p:nvSpPr>
          <p:spPr>
            <a:xfrm>
              <a:off x="6490975" y="1894050"/>
              <a:ext cx="469425" cy="139625"/>
            </a:xfrm>
            <a:custGeom>
              <a:avLst/>
              <a:gdLst/>
              <a:ahLst/>
              <a:cxnLst/>
              <a:rect l="l" t="t" r="r" b="b"/>
              <a:pathLst>
                <a:path w="18777" h="5585" extrusionOk="0">
                  <a:moveTo>
                    <a:pt x="2405" y="0"/>
                  </a:moveTo>
                  <a:lnTo>
                    <a:pt x="0" y="1346"/>
                  </a:lnTo>
                  <a:lnTo>
                    <a:pt x="2131" y="3608"/>
                  </a:lnTo>
                  <a:lnTo>
                    <a:pt x="18443" y="5584"/>
                  </a:lnTo>
                  <a:lnTo>
                    <a:pt x="18776" y="3799"/>
                  </a:lnTo>
                  <a:lnTo>
                    <a:pt x="24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110"/>
            <p:cNvSpPr/>
            <p:nvPr/>
          </p:nvSpPr>
          <p:spPr>
            <a:xfrm>
              <a:off x="6070375" y="1919650"/>
              <a:ext cx="421800" cy="263750"/>
            </a:xfrm>
            <a:custGeom>
              <a:avLst/>
              <a:gdLst/>
              <a:ahLst/>
              <a:cxnLst/>
              <a:rect l="l" t="t" r="r" b="b"/>
              <a:pathLst>
                <a:path w="16872" h="10550" extrusionOk="0">
                  <a:moveTo>
                    <a:pt x="13788" y="0"/>
                  </a:moveTo>
                  <a:lnTo>
                    <a:pt x="1" y="8966"/>
                  </a:lnTo>
                  <a:lnTo>
                    <a:pt x="906" y="10549"/>
                  </a:lnTo>
                  <a:lnTo>
                    <a:pt x="15896" y="2953"/>
                  </a:lnTo>
                  <a:lnTo>
                    <a:pt x="16872" y="381"/>
                  </a:lnTo>
                  <a:lnTo>
                    <a:pt x="1378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110"/>
            <p:cNvSpPr/>
            <p:nvPr/>
          </p:nvSpPr>
          <p:spPr>
            <a:xfrm>
              <a:off x="6066225" y="1911025"/>
              <a:ext cx="421500" cy="263750"/>
            </a:xfrm>
            <a:custGeom>
              <a:avLst/>
              <a:gdLst/>
              <a:ahLst/>
              <a:cxnLst/>
              <a:rect l="l" t="t" r="r" b="b"/>
              <a:pathLst>
                <a:path w="16860" h="10550" extrusionOk="0">
                  <a:moveTo>
                    <a:pt x="13776" y="0"/>
                  </a:moveTo>
                  <a:lnTo>
                    <a:pt x="0" y="8966"/>
                  </a:lnTo>
                  <a:lnTo>
                    <a:pt x="893" y="10549"/>
                  </a:lnTo>
                  <a:lnTo>
                    <a:pt x="15883" y="2941"/>
                  </a:lnTo>
                  <a:lnTo>
                    <a:pt x="16859" y="369"/>
                  </a:lnTo>
                  <a:lnTo>
                    <a:pt x="137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110"/>
            <p:cNvSpPr/>
            <p:nvPr/>
          </p:nvSpPr>
          <p:spPr>
            <a:xfrm>
              <a:off x="6445725" y="1872925"/>
              <a:ext cx="90800" cy="90800"/>
            </a:xfrm>
            <a:custGeom>
              <a:avLst/>
              <a:gdLst/>
              <a:ahLst/>
              <a:cxnLst/>
              <a:rect l="l" t="t" r="r" b="b"/>
              <a:pathLst>
                <a:path w="3632" h="3632" extrusionOk="0">
                  <a:moveTo>
                    <a:pt x="1810" y="0"/>
                  </a:moveTo>
                  <a:cubicBezTo>
                    <a:pt x="810" y="0"/>
                    <a:pt x="1" y="810"/>
                    <a:pt x="1" y="1822"/>
                  </a:cubicBezTo>
                  <a:cubicBezTo>
                    <a:pt x="1" y="2822"/>
                    <a:pt x="810" y="3632"/>
                    <a:pt x="1810" y="3632"/>
                  </a:cubicBezTo>
                  <a:cubicBezTo>
                    <a:pt x="2822" y="3632"/>
                    <a:pt x="3632" y="2822"/>
                    <a:pt x="3632" y="1822"/>
                  </a:cubicBezTo>
                  <a:cubicBezTo>
                    <a:pt x="3632" y="810"/>
                    <a:pt x="2822" y="0"/>
                    <a:pt x="18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110"/>
            <p:cNvSpPr/>
            <p:nvPr/>
          </p:nvSpPr>
          <p:spPr>
            <a:xfrm>
              <a:off x="4370175" y="2501850"/>
              <a:ext cx="16975" cy="535525"/>
            </a:xfrm>
            <a:custGeom>
              <a:avLst/>
              <a:gdLst/>
              <a:ahLst/>
              <a:cxnLst/>
              <a:rect l="l" t="t" r="r" b="b"/>
              <a:pathLst>
                <a:path w="679" h="21421" extrusionOk="0">
                  <a:moveTo>
                    <a:pt x="0" y="1"/>
                  </a:moveTo>
                  <a:lnTo>
                    <a:pt x="0" y="21420"/>
                  </a:lnTo>
                  <a:lnTo>
                    <a:pt x="679" y="21420"/>
                  </a:lnTo>
                  <a:lnTo>
                    <a:pt x="67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110"/>
            <p:cNvSpPr/>
            <p:nvPr/>
          </p:nvSpPr>
          <p:spPr>
            <a:xfrm>
              <a:off x="4381775" y="2501850"/>
              <a:ext cx="5375" cy="535525"/>
            </a:xfrm>
            <a:custGeom>
              <a:avLst/>
              <a:gdLst/>
              <a:ahLst/>
              <a:cxnLst/>
              <a:rect l="l" t="t" r="r" b="b"/>
              <a:pathLst>
                <a:path w="215" h="21421" extrusionOk="0">
                  <a:moveTo>
                    <a:pt x="1" y="1"/>
                  </a:moveTo>
                  <a:lnTo>
                    <a:pt x="1" y="21420"/>
                  </a:lnTo>
                  <a:lnTo>
                    <a:pt x="215" y="21420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110"/>
            <p:cNvSpPr/>
            <p:nvPr/>
          </p:nvSpPr>
          <p:spPr>
            <a:xfrm>
              <a:off x="4364800" y="2250950"/>
              <a:ext cx="105400" cy="238725"/>
            </a:xfrm>
            <a:custGeom>
              <a:avLst/>
              <a:gdLst/>
              <a:ahLst/>
              <a:cxnLst/>
              <a:rect l="l" t="t" r="r" b="b"/>
              <a:pathLst>
                <a:path w="4216" h="9549" extrusionOk="0">
                  <a:moveTo>
                    <a:pt x="3311" y="0"/>
                  </a:moveTo>
                  <a:lnTo>
                    <a:pt x="1" y="8192"/>
                  </a:lnTo>
                  <a:lnTo>
                    <a:pt x="501" y="9549"/>
                  </a:lnTo>
                  <a:lnTo>
                    <a:pt x="1846" y="8632"/>
                  </a:lnTo>
                  <a:lnTo>
                    <a:pt x="4216" y="310"/>
                  </a:lnTo>
                  <a:lnTo>
                    <a:pt x="331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110"/>
            <p:cNvSpPr/>
            <p:nvPr/>
          </p:nvSpPr>
          <p:spPr>
            <a:xfrm>
              <a:off x="4371950" y="2495900"/>
              <a:ext cx="222075" cy="139325"/>
            </a:xfrm>
            <a:custGeom>
              <a:avLst/>
              <a:gdLst/>
              <a:ahLst/>
              <a:cxnLst/>
              <a:rect l="l" t="t" r="r" b="b"/>
              <a:pathLst>
                <a:path w="8883" h="5573" extrusionOk="0">
                  <a:moveTo>
                    <a:pt x="1429" y="1"/>
                  </a:moveTo>
                  <a:lnTo>
                    <a:pt x="1" y="239"/>
                  </a:lnTo>
                  <a:lnTo>
                    <a:pt x="656" y="1739"/>
                  </a:lnTo>
                  <a:lnTo>
                    <a:pt x="8406" y="5573"/>
                  </a:lnTo>
                  <a:lnTo>
                    <a:pt x="8883" y="4751"/>
                  </a:lnTo>
                  <a:lnTo>
                    <a:pt x="14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110"/>
            <p:cNvSpPr/>
            <p:nvPr/>
          </p:nvSpPr>
          <p:spPr>
            <a:xfrm>
              <a:off x="4361525" y="2249750"/>
              <a:ext cx="105700" cy="239050"/>
            </a:xfrm>
            <a:custGeom>
              <a:avLst/>
              <a:gdLst/>
              <a:ahLst/>
              <a:cxnLst/>
              <a:rect l="l" t="t" r="r" b="b"/>
              <a:pathLst>
                <a:path w="4228" h="9562" extrusionOk="0">
                  <a:moveTo>
                    <a:pt x="3323" y="0"/>
                  </a:moveTo>
                  <a:lnTo>
                    <a:pt x="1" y="8204"/>
                  </a:lnTo>
                  <a:lnTo>
                    <a:pt x="513" y="9561"/>
                  </a:lnTo>
                  <a:lnTo>
                    <a:pt x="1858" y="8632"/>
                  </a:lnTo>
                  <a:lnTo>
                    <a:pt x="4228" y="322"/>
                  </a:lnTo>
                  <a:lnTo>
                    <a:pt x="33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110"/>
            <p:cNvSpPr/>
            <p:nvPr/>
          </p:nvSpPr>
          <p:spPr>
            <a:xfrm>
              <a:off x="4373450" y="2491450"/>
              <a:ext cx="222075" cy="139625"/>
            </a:xfrm>
            <a:custGeom>
              <a:avLst/>
              <a:gdLst/>
              <a:ahLst/>
              <a:cxnLst/>
              <a:rect l="l" t="t" r="r" b="b"/>
              <a:pathLst>
                <a:path w="8883" h="5585" extrusionOk="0">
                  <a:moveTo>
                    <a:pt x="1429" y="0"/>
                  </a:moveTo>
                  <a:lnTo>
                    <a:pt x="0" y="250"/>
                  </a:lnTo>
                  <a:lnTo>
                    <a:pt x="655" y="1739"/>
                  </a:lnTo>
                  <a:lnTo>
                    <a:pt x="8406" y="5584"/>
                  </a:lnTo>
                  <a:lnTo>
                    <a:pt x="8882" y="4751"/>
                  </a:lnTo>
                  <a:lnTo>
                    <a:pt x="14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110"/>
            <p:cNvSpPr/>
            <p:nvPr/>
          </p:nvSpPr>
          <p:spPr>
            <a:xfrm>
              <a:off x="4126975" y="2480425"/>
              <a:ext cx="246800" cy="74450"/>
            </a:xfrm>
            <a:custGeom>
              <a:avLst/>
              <a:gdLst/>
              <a:ahLst/>
              <a:cxnLst/>
              <a:rect l="l" t="t" r="r" b="b"/>
              <a:pathLst>
                <a:path w="9872" h="2978" extrusionOk="0">
                  <a:moveTo>
                    <a:pt x="8407" y="1"/>
                  </a:moveTo>
                  <a:lnTo>
                    <a:pt x="1" y="2037"/>
                  </a:lnTo>
                  <a:lnTo>
                    <a:pt x="168" y="2977"/>
                  </a:lnTo>
                  <a:lnTo>
                    <a:pt x="8942" y="1834"/>
                  </a:lnTo>
                  <a:lnTo>
                    <a:pt x="9871" y="727"/>
                  </a:lnTo>
                  <a:lnTo>
                    <a:pt x="840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110"/>
            <p:cNvSpPr/>
            <p:nvPr/>
          </p:nvSpPr>
          <p:spPr>
            <a:xfrm>
              <a:off x="4126400" y="2475375"/>
              <a:ext cx="246775" cy="74425"/>
            </a:xfrm>
            <a:custGeom>
              <a:avLst/>
              <a:gdLst/>
              <a:ahLst/>
              <a:cxnLst/>
              <a:rect l="l" t="t" r="r" b="b"/>
              <a:pathLst>
                <a:path w="9871" h="2977" extrusionOk="0">
                  <a:moveTo>
                    <a:pt x="8406" y="0"/>
                  </a:moveTo>
                  <a:lnTo>
                    <a:pt x="0" y="2036"/>
                  </a:lnTo>
                  <a:lnTo>
                    <a:pt x="167" y="2977"/>
                  </a:lnTo>
                  <a:lnTo>
                    <a:pt x="8930" y="1822"/>
                  </a:lnTo>
                  <a:lnTo>
                    <a:pt x="9870" y="727"/>
                  </a:lnTo>
                  <a:lnTo>
                    <a:pt x="84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110"/>
            <p:cNvSpPr/>
            <p:nvPr/>
          </p:nvSpPr>
          <p:spPr>
            <a:xfrm>
              <a:off x="4351125" y="2469125"/>
              <a:ext cx="47950" cy="47950"/>
            </a:xfrm>
            <a:custGeom>
              <a:avLst/>
              <a:gdLst/>
              <a:ahLst/>
              <a:cxnLst/>
              <a:rect l="l" t="t" r="r" b="b"/>
              <a:pathLst>
                <a:path w="1918" h="1918" extrusionOk="0">
                  <a:moveTo>
                    <a:pt x="965" y="0"/>
                  </a:moveTo>
                  <a:cubicBezTo>
                    <a:pt x="429" y="0"/>
                    <a:pt x="0" y="429"/>
                    <a:pt x="0" y="953"/>
                  </a:cubicBezTo>
                  <a:cubicBezTo>
                    <a:pt x="0" y="1489"/>
                    <a:pt x="429" y="1917"/>
                    <a:pt x="965" y="1917"/>
                  </a:cubicBezTo>
                  <a:cubicBezTo>
                    <a:pt x="1489" y="1917"/>
                    <a:pt x="1917" y="1489"/>
                    <a:pt x="1917" y="953"/>
                  </a:cubicBezTo>
                  <a:cubicBezTo>
                    <a:pt x="1917" y="429"/>
                    <a:pt x="1489" y="0"/>
                    <a:pt x="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110"/>
            <p:cNvSpPr/>
            <p:nvPr/>
          </p:nvSpPr>
          <p:spPr>
            <a:xfrm>
              <a:off x="5916800" y="2292325"/>
              <a:ext cx="11625" cy="365225"/>
            </a:xfrm>
            <a:custGeom>
              <a:avLst/>
              <a:gdLst/>
              <a:ahLst/>
              <a:cxnLst/>
              <a:rect l="l" t="t" r="r" b="b"/>
              <a:pathLst>
                <a:path w="465" h="14609" extrusionOk="0">
                  <a:moveTo>
                    <a:pt x="0" y="0"/>
                  </a:moveTo>
                  <a:lnTo>
                    <a:pt x="0" y="14609"/>
                  </a:lnTo>
                  <a:lnTo>
                    <a:pt x="464" y="14609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110"/>
            <p:cNvSpPr/>
            <p:nvPr/>
          </p:nvSpPr>
          <p:spPr>
            <a:xfrm>
              <a:off x="5924525" y="2292325"/>
              <a:ext cx="3900" cy="365225"/>
            </a:xfrm>
            <a:custGeom>
              <a:avLst/>
              <a:gdLst/>
              <a:ahLst/>
              <a:cxnLst/>
              <a:rect l="l" t="t" r="r" b="b"/>
              <a:pathLst>
                <a:path w="156" h="14609" extrusionOk="0">
                  <a:moveTo>
                    <a:pt x="1" y="0"/>
                  </a:moveTo>
                  <a:lnTo>
                    <a:pt x="1" y="14609"/>
                  </a:lnTo>
                  <a:lnTo>
                    <a:pt x="155" y="1460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110"/>
            <p:cNvSpPr/>
            <p:nvPr/>
          </p:nvSpPr>
          <p:spPr>
            <a:xfrm>
              <a:off x="5912925" y="2120875"/>
              <a:ext cx="72050" cy="163125"/>
            </a:xfrm>
            <a:custGeom>
              <a:avLst/>
              <a:gdLst/>
              <a:ahLst/>
              <a:cxnLst/>
              <a:rect l="l" t="t" r="r" b="b"/>
              <a:pathLst>
                <a:path w="2882" h="6525" extrusionOk="0">
                  <a:moveTo>
                    <a:pt x="2263" y="0"/>
                  </a:moveTo>
                  <a:lnTo>
                    <a:pt x="0" y="5596"/>
                  </a:lnTo>
                  <a:lnTo>
                    <a:pt x="346" y="6525"/>
                  </a:lnTo>
                  <a:lnTo>
                    <a:pt x="1274" y="5894"/>
                  </a:lnTo>
                  <a:lnTo>
                    <a:pt x="2882" y="214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110"/>
            <p:cNvSpPr/>
            <p:nvPr/>
          </p:nvSpPr>
          <p:spPr>
            <a:xfrm>
              <a:off x="5917975" y="2288150"/>
              <a:ext cx="151525" cy="95275"/>
            </a:xfrm>
            <a:custGeom>
              <a:avLst/>
              <a:gdLst/>
              <a:ahLst/>
              <a:cxnLst/>
              <a:rect l="l" t="t" r="r" b="b"/>
              <a:pathLst>
                <a:path w="6061" h="3811" extrusionOk="0">
                  <a:moveTo>
                    <a:pt x="977" y="0"/>
                  </a:moveTo>
                  <a:lnTo>
                    <a:pt x="1" y="167"/>
                  </a:lnTo>
                  <a:lnTo>
                    <a:pt x="453" y="1191"/>
                  </a:lnTo>
                  <a:lnTo>
                    <a:pt x="5740" y="3810"/>
                  </a:lnTo>
                  <a:lnTo>
                    <a:pt x="6061" y="3239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110"/>
            <p:cNvSpPr/>
            <p:nvPr/>
          </p:nvSpPr>
          <p:spPr>
            <a:xfrm>
              <a:off x="5910825" y="2120275"/>
              <a:ext cx="72075" cy="162825"/>
            </a:xfrm>
            <a:custGeom>
              <a:avLst/>
              <a:gdLst/>
              <a:ahLst/>
              <a:cxnLst/>
              <a:rect l="l" t="t" r="r" b="b"/>
              <a:pathLst>
                <a:path w="2883" h="6513" extrusionOk="0">
                  <a:moveTo>
                    <a:pt x="2263" y="0"/>
                  </a:moveTo>
                  <a:lnTo>
                    <a:pt x="1" y="5596"/>
                  </a:lnTo>
                  <a:lnTo>
                    <a:pt x="346" y="6513"/>
                  </a:lnTo>
                  <a:lnTo>
                    <a:pt x="1275" y="5894"/>
                  </a:lnTo>
                  <a:lnTo>
                    <a:pt x="2882" y="215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110"/>
            <p:cNvSpPr/>
            <p:nvPr/>
          </p:nvSpPr>
          <p:spPr>
            <a:xfrm>
              <a:off x="5918875" y="2285175"/>
              <a:ext cx="151525" cy="95275"/>
            </a:xfrm>
            <a:custGeom>
              <a:avLst/>
              <a:gdLst/>
              <a:ahLst/>
              <a:cxnLst/>
              <a:rect l="l" t="t" r="r" b="b"/>
              <a:pathLst>
                <a:path w="6061" h="3811" extrusionOk="0">
                  <a:moveTo>
                    <a:pt x="977" y="0"/>
                  </a:moveTo>
                  <a:lnTo>
                    <a:pt x="0" y="167"/>
                  </a:lnTo>
                  <a:lnTo>
                    <a:pt x="453" y="1191"/>
                  </a:lnTo>
                  <a:lnTo>
                    <a:pt x="5739" y="3810"/>
                  </a:lnTo>
                  <a:lnTo>
                    <a:pt x="6061" y="3239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110"/>
            <p:cNvSpPr/>
            <p:nvPr/>
          </p:nvSpPr>
          <p:spPr>
            <a:xfrm>
              <a:off x="5750700" y="2277725"/>
              <a:ext cx="168500" cy="50625"/>
            </a:xfrm>
            <a:custGeom>
              <a:avLst/>
              <a:gdLst/>
              <a:ahLst/>
              <a:cxnLst/>
              <a:rect l="l" t="t" r="r" b="b"/>
              <a:pathLst>
                <a:path w="6740" h="2025" extrusionOk="0">
                  <a:moveTo>
                    <a:pt x="5739" y="1"/>
                  </a:moveTo>
                  <a:lnTo>
                    <a:pt x="0" y="1382"/>
                  </a:lnTo>
                  <a:lnTo>
                    <a:pt x="119" y="2025"/>
                  </a:lnTo>
                  <a:lnTo>
                    <a:pt x="6096" y="1239"/>
                  </a:lnTo>
                  <a:lnTo>
                    <a:pt x="6739" y="489"/>
                  </a:lnTo>
                  <a:lnTo>
                    <a:pt x="57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110"/>
            <p:cNvSpPr/>
            <p:nvPr/>
          </p:nvSpPr>
          <p:spPr>
            <a:xfrm>
              <a:off x="5750400" y="2274150"/>
              <a:ext cx="168200" cy="50625"/>
            </a:xfrm>
            <a:custGeom>
              <a:avLst/>
              <a:gdLst/>
              <a:ahLst/>
              <a:cxnLst/>
              <a:rect l="l" t="t" r="r" b="b"/>
              <a:pathLst>
                <a:path w="6728" h="2025" extrusionOk="0">
                  <a:moveTo>
                    <a:pt x="5739" y="1"/>
                  </a:moveTo>
                  <a:lnTo>
                    <a:pt x="1" y="1382"/>
                  </a:lnTo>
                  <a:lnTo>
                    <a:pt x="108" y="2025"/>
                  </a:lnTo>
                  <a:lnTo>
                    <a:pt x="6097" y="1251"/>
                  </a:lnTo>
                  <a:lnTo>
                    <a:pt x="6728" y="489"/>
                  </a:lnTo>
                  <a:lnTo>
                    <a:pt x="57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110"/>
            <p:cNvSpPr/>
            <p:nvPr/>
          </p:nvSpPr>
          <p:spPr>
            <a:xfrm>
              <a:off x="5903700" y="2270000"/>
              <a:ext cx="32750" cy="32450"/>
            </a:xfrm>
            <a:custGeom>
              <a:avLst/>
              <a:gdLst/>
              <a:ahLst/>
              <a:cxnLst/>
              <a:rect l="l" t="t" r="r" b="b"/>
              <a:pathLst>
                <a:path w="1310" h="1298" extrusionOk="0">
                  <a:moveTo>
                    <a:pt x="655" y="0"/>
                  </a:moveTo>
                  <a:cubicBezTo>
                    <a:pt x="298" y="0"/>
                    <a:pt x="0" y="286"/>
                    <a:pt x="0" y="643"/>
                  </a:cubicBezTo>
                  <a:cubicBezTo>
                    <a:pt x="0" y="1012"/>
                    <a:pt x="298" y="1298"/>
                    <a:pt x="655" y="1298"/>
                  </a:cubicBezTo>
                  <a:cubicBezTo>
                    <a:pt x="1012" y="1298"/>
                    <a:pt x="1310" y="1012"/>
                    <a:pt x="1310" y="643"/>
                  </a:cubicBezTo>
                  <a:cubicBezTo>
                    <a:pt x="1310" y="286"/>
                    <a:pt x="1012" y="0"/>
                    <a:pt x="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110"/>
            <p:cNvSpPr/>
            <p:nvPr/>
          </p:nvSpPr>
          <p:spPr>
            <a:xfrm>
              <a:off x="5400050" y="2039600"/>
              <a:ext cx="23250" cy="728700"/>
            </a:xfrm>
            <a:custGeom>
              <a:avLst/>
              <a:gdLst/>
              <a:ahLst/>
              <a:cxnLst/>
              <a:rect l="l" t="t" r="r" b="b"/>
              <a:pathLst>
                <a:path w="930" h="29148" extrusionOk="0">
                  <a:moveTo>
                    <a:pt x="1" y="1"/>
                  </a:moveTo>
                  <a:lnTo>
                    <a:pt x="1" y="29147"/>
                  </a:lnTo>
                  <a:lnTo>
                    <a:pt x="930" y="29147"/>
                  </a:lnTo>
                  <a:lnTo>
                    <a:pt x="9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110"/>
            <p:cNvSpPr/>
            <p:nvPr/>
          </p:nvSpPr>
          <p:spPr>
            <a:xfrm>
              <a:off x="5417847" y="2039600"/>
              <a:ext cx="7475" cy="728700"/>
            </a:xfrm>
            <a:custGeom>
              <a:avLst/>
              <a:gdLst/>
              <a:ahLst/>
              <a:cxnLst/>
              <a:rect l="l" t="t" r="r" b="b"/>
              <a:pathLst>
                <a:path w="299" h="29148" extrusionOk="0">
                  <a:moveTo>
                    <a:pt x="1" y="1"/>
                  </a:moveTo>
                  <a:lnTo>
                    <a:pt x="1" y="29147"/>
                  </a:lnTo>
                  <a:lnTo>
                    <a:pt x="299" y="29147"/>
                  </a:lnTo>
                  <a:lnTo>
                    <a:pt x="29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110"/>
            <p:cNvSpPr/>
            <p:nvPr/>
          </p:nvSpPr>
          <p:spPr>
            <a:xfrm>
              <a:off x="5198250" y="1783325"/>
              <a:ext cx="213150" cy="283100"/>
            </a:xfrm>
            <a:custGeom>
              <a:avLst/>
              <a:gdLst/>
              <a:ahLst/>
              <a:cxnLst/>
              <a:rect l="l" t="t" r="r" b="b"/>
              <a:pathLst>
                <a:path w="8526" h="11324" extrusionOk="0">
                  <a:moveTo>
                    <a:pt x="1060" y="0"/>
                  </a:moveTo>
                  <a:lnTo>
                    <a:pt x="0" y="762"/>
                  </a:lnTo>
                  <a:lnTo>
                    <a:pt x="6596" y="10835"/>
                  </a:lnTo>
                  <a:lnTo>
                    <a:pt x="8501" y="11323"/>
                  </a:lnTo>
                  <a:lnTo>
                    <a:pt x="8525" y="9097"/>
                  </a:lnTo>
                  <a:lnTo>
                    <a:pt x="106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110"/>
            <p:cNvSpPr/>
            <p:nvPr/>
          </p:nvSpPr>
          <p:spPr>
            <a:xfrm>
              <a:off x="5420300" y="1920850"/>
              <a:ext cx="312275" cy="171750"/>
            </a:xfrm>
            <a:custGeom>
              <a:avLst/>
              <a:gdLst/>
              <a:ahLst/>
              <a:cxnLst/>
              <a:rect l="l" t="t" r="r" b="b"/>
              <a:pathLst>
                <a:path w="12491" h="6870" extrusionOk="0">
                  <a:moveTo>
                    <a:pt x="11931" y="0"/>
                  </a:moveTo>
                  <a:lnTo>
                    <a:pt x="834" y="4655"/>
                  </a:lnTo>
                  <a:lnTo>
                    <a:pt x="0" y="6441"/>
                  </a:lnTo>
                  <a:lnTo>
                    <a:pt x="2191" y="6870"/>
                  </a:lnTo>
                  <a:lnTo>
                    <a:pt x="12490" y="117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110"/>
            <p:cNvSpPr/>
            <p:nvPr/>
          </p:nvSpPr>
          <p:spPr>
            <a:xfrm>
              <a:off x="5194675" y="1786000"/>
              <a:ext cx="213150" cy="283100"/>
            </a:xfrm>
            <a:custGeom>
              <a:avLst/>
              <a:gdLst/>
              <a:ahLst/>
              <a:cxnLst/>
              <a:rect l="l" t="t" r="r" b="b"/>
              <a:pathLst>
                <a:path w="8526" h="11324" extrusionOk="0">
                  <a:moveTo>
                    <a:pt x="1060" y="1"/>
                  </a:moveTo>
                  <a:lnTo>
                    <a:pt x="1" y="763"/>
                  </a:lnTo>
                  <a:lnTo>
                    <a:pt x="6597" y="10835"/>
                  </a:lnTo>
                  <a:lnTo>
                    <a:pt x="8502" y="11323"/>
                  </a:lnTo>
                  <a:lnTo>
                    <a:pt x="8525" y="9097"/>
                  </a:lnTo>
                  <a:lnTo>
                    <a:pt x="10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110"/>
            <p:cNvSpPr/>
            <p:nvPr/>
          </p:nvSpPr>
          <p:spPr>
            <a:xfrm>
              <a:off x="5416725" y="1915775"/>
              <a:ext cx="312275" cy="171775"/>
            </a:xfrm>
            <a:custGeom>
              <a:avLst/>
              <a:gdLst/>
              <a:ahLst/>
              <a:cxnLst/>
              <a:rect l="l" t="t" r="r" b="b"/>
              <a:pathLst>
                <a:path w="12491" h="6871" extrusionOk="0">
                  <a:moveTo>
                    <a:pt x="11931" y="1"/>
                  </a:moveTo>
                  <a:lnTo>
                    <a:pt x="834" y="4656"/>
                  </a:lnTo>
                  <a:lnTo>
                    <a:pt x="1" y="6442"/>
                  </a:lnTo>
                  <a:lnTo>
                    <a:pt x="2179" y="6871"/>
                  </a:lnTo>
                  <a:lnTo>
                    <a:pt x="12490" y="1179"/>
                  </a:lnTo>
                  <a:lnTo>
                    <a:pt x="119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110"/>
            <p:cNvSpPr/>
            <p:nvPr/>
          </p:nvSpPr>
          <p:spPr>
            <a:xfrm>
              <a:off x="5263125" y="2077400"/>
              <a:ext cx="167625" cy="314950"/>
            </a:xfrm>
            <a:custGeom>
              <a:avLst/>
              <a:gdLst/>
              <a:ahLst/>
              <a:cxnLst/>
              <a:rect l="l" t="t" r="r" b="b"/>
              <a:pathLst>
                <a:path w="6705" h="12598" extrusionOk="0">
                  <a:moveTo>
                    <a:pt x="6192" y="1"/>
                  </a:moveTo>
                  <a:lnTo>
                    <a:pt x="4252" y="1072"/>
                  </a:lnTo>
                  <a:lnTo>
                    <a:pt x="1" y="12050"/>
                  </a:lnTo>
                  <a:lnTo>
                    <a:pt x="1180" y="12598"/>
                  </a:lnTo>
                  <a:lnTo>
                    <a:pt x="6704" y="1894"/>
                  </a:lnTo>
                  <a:lnTo>
                    <a:pt x="61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110"/>
            <p:cNvSpPr/>
            <p:nvPr/>
          </p:nvSpPr>
          <p:spPr>
            <a:xfrm>
              <a:off x="5256875" y="2074125"/>
              <a:ext cx="167625" cy="314950"/>
            </a:xfrm>
            <a:custGeom>
              <a:avLst/>
              <a:gdLst/>
              <a:ahLst/>
              <a:cxnLst/>
              <a:rect l="l" t="t" r="r" b="b"/>
              <a:pathLst>
                <a:path w="6705" h="12598" extrusionOk="0">
                  <a:moveTo>
                    <a:pt x="6192" y="1"/>
                  </a:moveTo>
                  <a:lnTo>
                    <a:pt x="4251" y="1072"/>
                  </a:lnTo>
                  <a:lnTo>
                    <a:pt x="1" y="12050"/>
                  </a:lnTo>
                  <a:lnTo>
                    <a:pt x="1180" y="12598"/>
                  </a:lnTo>
                  <a:lnTo>
                    <a:pt x="6704" y="1894"/>
                  </a:lnTo>
                  <a:lnTo>
                    <a:pt x="6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110"/>
            <p:cNvSpPr/>
            <p:nvPr/>
          </p:nvSpPr>
          <p:spPr>
            <a:xfrm>
              <a:off x="5380125" y="2039000"/>
              <a:ext cx="65200" cy="64925"/>
            </a:xfrm>
            <a:custGeom>
              <a:avLst/>
              <a:gdLst/>
              <a:ahLst/>
              <a:cxnLst/>
              <a:rect l="l" t="t" r="r" b="b"/>
              <a:pathLst>
                <a:path w="2608" h="2597" extrusionOk="0">
                  <a:moveTo>
                    <a:pt x="1310" y="1"/>
                  </a:moveTo>
                  <a:cubicBezTo>
                    <a:pt x="584" y="1"/>
                    <a:pt x="0" y="584"/>
                    <a:pt x="0" y="1299"/>
                  </a:cubicBezTo>
                  <a:cubicBezTo>
                    <a:pt x="0" y="2013"/>
                    <a:pt x="584" y="2596"/>
                    <a:pt x="1310" y="2596"/>
                  </a:cubicBezTo>
                  <a:cubicBezTo>
                    <a:pt x="2024" y="2596"/>
                    <a:pt x="2608" y="2013"/>
                    <a:pt x="2608" y="1299"/>
                  </a:cubicBezTo>
                  <a:cubicBezTo>
                    <a:pt x="2608" y="584"/>
                    <a:pt x="2024" y="1"/>
                    <a:pt x="13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110"/>
            <p:cNvSpPr/>
            <p:nvPr/>
          </p:nvSpPr>
          <p:spPr>
            <a:xfrm>
              <a:off x="7405375" y="3059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2854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110"/>
            <p:cNvSpPr/>
            <p:nvPr/>
          </p:nvSpPr>
          <p:spPr>
            <a:xfrm>
              <a:off x="4008525" y="3049550"/>
              <a:ext cx="3708800" cy="809200"/>
            </a:xfrm>
            <a:custGeom>
              <a:avLst/>
              <a:gdLst/>
              <a:ahLst/>
              <a:cxnLst/>
              <a:rect l="l" t="t" r="r" b="b"/>
              <a:pathLst>
                <a:path w="148352" h="32368" extrusionOk="0">
                  <a:moveTo>
                    <a:pt x="128403" y="1"/>
                  </a:moveTo>
                  <a:cubicBezTo>
                    <a:pt x="126146" y="1"/>
                    <a:pt x="123944" y="496"/>
                    <a:pt x="122027" y="1780"/>
                  </a:cubicBezTo>
                  <a:cubicBezTo>
                    <a:pt x="113657" y="7400"/>
                    <a:pt x="108359" y="12281"/>
                    <a:pt x="91535" y="12496"/>
                  </a:cubicBezTo>
                  <a:cubicBezTo>
                    <a:pt x="74712" y="12722"/>
                    <a:pt x="55388" y="17187"/>
                    <a:pt x="47780" y="22247"/>
                  </a:cubicBezTo>
                  <a:cubicBezTo>
                    <a:pt x="40803" y="26902"/>
                    <a:pt x="12764" y="26235"/>
                    <a:pt x="0" y="32367"/>
                  </a:cubicBezTo>
                  <a:lnTo>
                    <a:pt x="148352" y="32367"/>
                  </a:lnTo>
                  <a:lnTo>
                    <a:pt x="148352" y="9555"/>
                  </a:lnTo>
                  <a:lnTo>
                    <a:pt x="144221" y="5614"/>
                  </a:lnTo>
                  <a:cubicBezTo>
                    <a:pt x="144221" y="5614"/>
                    <a:pt x="136003" y="1"/>
                    <a:pt x="1284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110"/>
            <p:cNvSpPr/>
            <p:nvPr/>
          </p:nvSpPr>
          <p:spPr>
            <a:xfrm>
              <a:off x="1655813" y="3473125"/>
              <a:ext cx="1529975" cy="390550"/>
            </a:xfrm>
            <a:custGeom>
              <a:avLst/>
              <a:gdLst/>
              <a:ahLst/>
              <a:cxnLst/>
              <a:rect l="l" t="t" r="r" b="b"/>
              <a:pathLst>
                <a:path w="61199" h="15622" extrusionOk="0">
                  <a:moveTo>
                    <a:pt x="31147" y="1"/>
                  </a:moveTo>
                  <a:cubicBezTo>
                    <a:pt x="27159" y="1"/>
                    <a:pt x="23753" y="2965"/>
                    <a:pt x="22384" y="7145"/>
                  </a:cubicBezTo>
                  <a:cubicBezTo>
                    <a:pt x="20717" y="5501"/>
                    <a:pt x="18419" y="4489"/>
                    <a:pt x="15895" y="4489"/>
                  </a:cubicBezTo>
                  <a:cubicBezTo>
                    <a:pt x="11311" y="4489"/>
                    <a:pt x="7501" y="7811"/>
                    <a:pt x="6739" y="12181"/>
                  </a:cubicBezTo>
                  <a:cubicBezTo>
                    <a:pt x="6108" y="11871"/>
                    <a:pt x="5418" y="11693"/>
                    <a:pt x="4680" y="11693"/>
                  </a:cubicBezTo>
                  <a:cubicBezTo>
                    <a:pt x="2334" y="11693"/>
                    <a:pt x="393" y="13383"/>
                    <a:pt x="0" y="15622"/>
                  </a:cubicBezTo>
                  <a:lnTo>
                    <a:pt x="61199" y="15622"/>
                  </a:lnTo>
                  <a:cubicBezTo>
                    <a:pt x="61199" y="15610"/>
                    <a:pt x="61199" y="15610"/>
                    <a:pt x="61199" y="15598"/>
                  </a:cubicBezTo>
                  <a:cubicBezTo>
                    <a:pt x="61199" y="11943"/>
                    <a:pt x="58234" y="8978"/>
                    <a:pt x="54579" y="8978"/>
                  </a:cubicBezTo>
                  <a:cubicBezTo>
                    <a:pt x="53650" y="8978"/>
                    <a:pt x="52769" y="9169"/>
                    <a:pt x="51959" y="9514"/>
                  </a:cubicBezTo>
                  <a:cubicBezTo>
                    <a:pt x="50912" y="5716"/>
                    <a:pt x="47435" y="2918"/>
                    <a:pt x="43292" y="2918"/>
                  </a:cubicBezTo>
                  <a:cubicBezTo>
                    <a:pt x="41553" y="2918"/>
                    <a:pt x="39922" y="3430"/>
                    <a:pt x="38541" y="4287"/>
                  </a:cubicBezTo>
                  <a:cubicBezTo>
                    <a:pt x="36827" y="1680"/>
                    <a:pt x="34148" y="1"/>
                    <a:pt x="311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110"/>
            <p:cNvSpPr/>
            <p:nvPr/>
          </p:nvSpPr>
          <p:spPr>
            <a:xfrm>
              <a:off x="5460488" y="3289175"/>
              <a:ext cx="2250625" cy="574500"/>
            </a:xfrm>
            <a:custGeom>
              <a:avLst/>
              <a:gdLst/>
              <a:ahLst/>
              <a:cxnLst/>
              <a:rect l="l" t="t" r="r" b="b"/>
              <a:pathLst>
                <a:path w="90025" h="22980" extrusionOk="0">
                  <a:moveTo>
                    <a:pt x="45816" y="1"/>
                  </a:moveTo>
                  <a:cubicBezTo>
                    <a:pt x="39946" y="1"/>
                    <a:pt x="34946" y="4358"/>
                    <a:pt x="32934" y="10502"/>
                  </a:cubicBezTo>
                  <a:cubicBezTo>
                    <a:pt x="30469" y="8097"/>
                    <a:pt x="27100" y="6609"/>
                    <a:pt x="23373" y="6609"/>
                  </a:cubicBezTo>
                  <a:cubicBezTo>
                    <a:pt x="16634" y="6609"/>
                    <a:pt x="11038" y="11490"/>
                    <a:pt x="9907" y="17920"/>
                  </a:cubicBezTo>
                  <a:cubicBezTo>
                    <a:pt x="8990" y="17467"/>
                    <a:pt x="7966" y="17193"/>
                    <a:pt x="6871" y="17193"/>
                  </a:cubicBezTo>
                  <a:cubicBezTo>
                    <a:pt x="3430" y="17193"/>
                    <a:pt x="584" y="19694"/>
                    <a:pt x="1" y="22980"/>
                  </a:cubicBezTo>
                  <a:lnTo>
                    <a:pt x="90012" y="22980"/>
                  </a:lnTo>
                  <a:cubicBezTo>
                    <a:pt x="90012" y="22968"/>
                    <a:pt x="90024" y="22956"/>
                    <a:pt x="90024" y="22956"/>
                  </a:cubicBezTo>
                  <a:cubicBezTo>
                    <a:pt x="90024" y="17574"/>
                    <a:pt x="85655" y="13205"/>
                    <a:pt x="80273" y="13205"/>
                  </a:cubicBezTo>
                  <a:cubicBezTo>
                    <a:pt x="78916" y="13205"/>
                    <a:pt x="77618" y="13491"/>
                    <a:pt x="76439" y="14002"/>
                  </a:cubicBezTo>
                  <a:cubicBezTo>
                    <a:pt x="74879" y="8407"/>
                    <a:pt x="69772" y="4299"/>
                    <a:pt x="63688" y="4299"/>
                  </a:cubicBezTo>
                  <a:cubicBezTo>
                    <a:pt x="61116" y="4299"/>
                    <a:pt x="58723" y="5049"/>
                    <a:pt x="56699" y="6311"/>
                  </a:cubicBezTo>
                  <a:cubicBezTo>
                    <a:pt x="54163" y="2477"/>
                    <a:pt x="50233" y="1"/>
                    <a:pt x="458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110"/>
            <p:cNvSpPr/>
            <p:nvPr/>
          </p:nvSpPr>
          <p:spPr>
            <a:xfrm>
              <a:off x="3512313" y="3449600"/>
              <a:ext cx="1621650" cy="414075"/>
            </a:xfrm>
            <a:custGeom>
              <a:avLst/>
              <a:gdLst/>
              <a:ahLst/>
              <a:cxnLst/>
              <a:rect l="l" t="t" r="r" b="b"/>
              <a:pathLst>
                <a:path w="64866" h="16563" extrusionOk="0">
                  <a:moveTo>
                    <a:pt x="33016" y="1"/>
                  </a:moveTo>
                  <a:cubicBezTo>
                    <a:pt x="28790" y="1"/>
                    <a:pt x="25182" y="3144"/>
                    <a:pt x="23729" y="7573"/>
                  </a:cubicBezTo>
                  <a:cubicBezTo>
                    <a:pt x="21955" y="5835"/>
                    <a:pt x="19527" y="4763"/>
                    <a:pt x="16848" y="4763"/>
                  </a:cubicBezTo>
                  <a:cubicBezTo>
                    <a:pt x="11990" y="4763"/>
                    <a:pt x="7954" y="8287"/>
                    <a:pt x="7144" y="12919"/>
                  </a:cubicBezTo>
                  <a:cubicBezTo>
                    <a:pt x="6477" y="12597"/>
                    <a:pt x="5739" y="12395"/>
                    <a:pt x="4953" y="12395"/>
                  </a:cubicBezTo>
                  <a:cubicBezTo>
                    <a:pt x="2477" y="12395"/>
                    <a:pt x="417" y="14193"/>
                    <a:pt x="0" y="16562"/>
                  </a:cubicBezTo>
                  <a:lnTo>
                    <a:pt x="64866" y="16562"/>
                  </a:lnTo>
                  <a:cubicBezTo>
                    <a:pt x="64866" y="16550"/>
                    <a:pt x="64866" y="16550"/>
                    <a:pt x="64866" y="16538"/>
                  </a:cubicBezTo>
                  <a:cubicBezTo>
                    <a:pt x="64866" y="12669"/>
                    <a:pt x="61722" y="9526"/>
                    <a:pt x="57841" y="9526"/>
                  </a:cubicBezTo>
                  <a:cubicBezTo>
                    <a:pt x="56865" y="9526"/>
                    <a:pt x="55924" y="9728"/>
                    <a:pt x="55079" y="10097"/>
                  </a:cubicBezTo>
                  <a:cubicBezTo>
                    <a:pt x="53959" y="6061"/>
                    <a:pt x="50280" y="3108"/>
                    <a:pt x="45887" y="3108"/>
                  </a:cubicBezTo>
                  <a:cubicBezTo>
                    <a:pt x="44041" y="3108"/>
                    <a:pt x="42315" y="3644"/>
                    <a:pt x="40851" y="4549"/>
                  </a:cubicBezTo>
                  <a:cubicBezTo>
                    <a:pt x="39029" y="1787"/>
                    <a:pt x="36195" y="1"/>
                    <a:pt x="330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110"/>
            <p:cNvSpPr/>
            <p:nvPr/>
          </p:nvSpPr>
          <p:spPr>
            <a:xfrm>
              <a:off x="4241588" y="3588925"/>
              <a:ext cx="1076350" cy="274750"/>
            </a:xfrm>
            <a:custGeom>
              <a:avLst/>
              <a:gdLst/>
              <a:ahLst/>
              <a:cxnLst/>
              <a:rect l="l" t="t" r="r" b="b"/>
              <a:pathLst>
                <a:path w="43054" h="10990" extrusionOk="0">
                  <a:moveTo>
                    <a:pt x="21908" y="0"/>
                  </a:moveTo>
                  <a:cubicBezTo>
                    <a:pt x="19110" y="0"/>
                    <a:pt x="16717" y="2084"/>
                    <a:pt x="15753" y="5025"/>
                  </a:cubicBezTo>
                  <a:cubicBezTo>
                    <a:pt x="14574" y="3882"/>
                    <a:pt x="12955" y="3168"/>
                    <a:pt x="11181" y="3168"/>
                  </a:cubicBezTo>
                  <a:cubicBezTo>
                    <a:pt x="7954" y="3168"/>
                    <a:pt x="5275" y="5501"/>
                    <a:pt x="4739" y="8573"/>
                  </a:cubicBezTo>
                  <a:cubicBezTo>
                    <a:pt x="4299" y="8359"/>
                    <a:pt x="3811" y="8228"/>
                    <a:pt x="3287" y="8228"/>
                  </a:cubicBezTo>
                  <a:cubicBezTo>
                    <a:pt x="1632" y="8228"/>
                    <a:pt x="275" y="9418"/>
                    <a:pt x="1" y="10990"/>
                  </a:cubicBezTo>
                  <a:lnTo>
                    <a:pt x="43054" y="10990"/>
                  </a:lnTo>
                  <a:cubicBezTo>
                    <a:pt x="43054" y="10990"/>
                    <a:pt x="43054" y="10990"/>
                    <a:pt x="43054" y="10978"/>
                  </a:cubicBezTo>
                  <a:cubicBezTo>
                    <a:pt x="43054" y="8406"/>
                    <a:pt x="40970" y="6323"/>
                    <a:pt x="38398" y="6323"/>
                  </a:cubicBezTo>
                  <a:cubicBezTo>
                    <a:pt x="37744" y="6323"/>
                    <a:pt x="37124" y="6454"/>
                    <a:pt x="36553" y="6704"/>
                  </a:cubicBezTo>
                  <a:cubicBezTo>
                    <a:pt x="35815" y="4025"/>
                    <a:pt x="33374" y="2060"/>
                    <a:pt x="30457" y="2060"/>
                  </a:cubicBezTo>
                  <a:cubicBezTo>
                    <a:pt x="29231" y="2060"/>
                    <a:pt x="28088" y="2417"/>
                    <a:pt x="27111" y="3025"/>
                  </a:cubicBezTo>
                  <a:cubicBezTo>
                    <a:pt x="25897" y="1191"/>
                    <a:pt x="24028" y="0"/>
                    <a:pt x="219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110"/>
            <p:cNvSpPr/>
            <p:nvPr/>
          </p:nvSpPr>
          <p:spPr>
            <a:xfrm>
              <a:off x="4749063" y="3588900"/>
              <a:ext cx="1076350" cy="274775"/>
            </a:xfrm>
            <a:custGeom>
              <a:avLst/>
              <a:gdLst/>
              <a:ahLst/>
              <a:cxnLst/>
              <a:rect l="l" t="t" r="r" b="b"/>
              <a:pathLst>
                <a:path w="43054" h="10991" extrusionOk="0">
                  <a:moveTo>
                    <a:pt x="21920" y="1"/>
                  </a:moveTo>
                  <a:cubicBezTo>
                    <a:pt x="19110" y="1"/>
                    <a:pt x="16717" y="2084"/>
                    <a:pt x="15753" y="5025"/>
                  </a:cubicBezTo>
                  <a:cubicBezTo>
                    <a:pt x="14574" y="3882"/>
                    <a:pt x="12967" y="3168"/>
                    <a:pt x="11181" y="3168"/>
                  </a:cubicBezTo>
                  <a:cubicBezTo>
                    <a:pt x="7954" y="3168"/>
                    <a:pt x="5275" y="5502"/>
                    <a:pt x="4739" y="8573"/>
                  </a:cubicBezTo>
                  <a:cubicBezTo>
                    <a:pt x="4299" y="8359"/>
                    <a:pt x="3811" y="8228"/>
                    <a:pt x="3287" y="8228"/>
                  </a:cubicBezTo>
                  <a:cubicBezTo>
                    <a:pt x="1644" y="8228"/>
                    <a:pt x="275" y="9419"/>
                    <a:pt x="1" y="10990"/>
                  </a:cubicBezTo>
                  <a:lnTo>
                    <a:pt x="43054" y="10990"/>
                  </a:lnTo>
                  <a:cubicBezTo>
                    <a:pt x="43054" y="10990"/>
                    <a:pt x="43054" y="10990"/>
                    <a:pt x="43054" y="10978"/>
                  </a:cubicBezTo>
                  <a:cubicBezTo>
                    <a:pt x="43054" y="8407"/>
                    <a:pt x="40970" y="6323"/>
                    <a:pt x="38398" y="6323"/>
                  </a:cubicBezTo>
                  <a:cubicBezTo>
                    <a:pt x="37744" y="6323"/>
                    <a:pt x="37124" y="6454"/>
                    <a:pt x="36565" y="6704"/>
                  </a:cubicBezTo>
                  <a:cubicBezTo>
                    <a:pt x="35815" y="4025"/>
                    <a:pt x="33374" y="2061"/>
                    <a:pt x="30469" y="2061"/>
                  </a:cubicBezTo>
                  <a:cubicBezTo>
                    <a:pt x="29231" y="2061"/>
                    <a:pt x="28088" y="2418"/>
                    <a:pt x="27123" y="3025"/>
                  </a:cubicBezTo>
                  <a:cubicBezTo>
                    <a:pt x="25909" y="1191"/>
                    <a:pt x="24028" y="1"/>
                    <a:pt x="219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110"/>
            <p:cNvSpPr/>
            <p:nvPr/>
          </p:nvSpPr>
          <p:spPr>
            <a:xfrm>
              <a:off x="2647613" y="3588900"/>
              <a:ext cx="1076350" cy="274775"/>
            </a:xfrm>
            <a:custGeom>
              <a:avLst/>
              <a:gdLst/>
              <a:ahLst/>
              <a:cxnLst/>
              <a:rect l="l" t="t" r="r" b="b"/>
              <a:pathLst>
                <a:path w="43054" h="10991" extrusionOk="0">
                  <a:moveTo>
                    <a:pt x="21908" y="1"/>
                  </a:moveTo>
                  <a:cubicBezTo>
                    <a:pt x="19110" y="1"/>
                    <a:pt x="16716" y="2084"/>
                    <a:pt x="15752" y="5025"/>
                  </a:cubicBezTo>
                  <a:cubicBezTo>
                    <a:pt x="14573" y="3882"/>
                    <a:pt x="12954" y="3168"/>
                    <a:pt x="11180" y="3168"/>
                  </a:cubicBezTo>
                  <a:cubicBezTo>
                    <a:pt x="7953" y="3168"/>
                    <a:pt x="5275" y="5502"/>
                    <a:pt x="4739" y="8573"/>
                  </a:cubicBezTo>
                  <a:cubicBezTo>
                    <a:pt x="4298" y="8359"/>
                    <a:pt x="3810" y="8228"/>
                    <a:pt x="3286" y="8228"/>
                  </a:cubicBezTo>
                  <a:cubicBezTo>
                    <a:pt x="1631" y="8228"/>
                    <a:pt x="274" y="9419"/>
                    <a:pt x="0" y="10990"/>
                  </a:cubicBezTo>
                  <a:lnTo>
                    <a:pt x="43053" y="10990"/>
                  </a:lnTo>
                  <a:cubicBezTo>
                    <a:pt x="43053" y="10990"/>
                    <a:pt x="43053" y="10990"/>
                    <a:pt x="43053" y="10978"/>
                  </a:cubicBezTo>
                  <a:cubicBezTo>
                    <a:pt x="43053" y="8407"/>
                    <a:pt x="40970" y="6323"/>
                    <a:pt x="38398" y="6323"/>
                  </a:cubicBezTo>
                  <a:cubicBezTo>
                    <a:pt x="37743" y="6323"/>
                    <a:pt x="37124" y="6454"/>
                    <a:pt x="36552" y="6704"/>
                  </a:cubicBezTo>
                  <a:cubicBezTo>
                    <a:pt x="35814" y="4025"/>
                    <a:pt x="33373" y="2061"/>
                    <a:pt x="30456" y="2061"/>
                  </a:cubicBezTo>
                  <a:cubicBezTo>
                    <a:pt x="29230" y="2061"/>
                    <a:pt x="28087" y="2418"/>
                    <a:pt x="27111" y="3025"/>
                  </a:cubicBezTo>
                  <a:cubicBezTo>
                    <a:pt x="25896" y="1191"/>
                    <a:pt x="24027" y="1"/>
                    <a:pt x="219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" name="Google Shape;5119;p116">
            <a:extLst>
              <a:ext uri="{FF2B5EF4-FFF2-40B4-BE49-F238E27FC236}">
                <a16:creationId xmlns:a16="http://schemas.microsoft.com/office/drawing/2014/main" id="{9F6F65B8-087D-E4F9-6B93-6E609E844069}"/>
              </a:ext>
            </a:extLst>
          </p:cNvPr>
          <p:cNvGrpSpPr/>
          <p:nvPr/>
        </p:nvGrpSpPr>
        <p:grpSpPr>
          <a:xfrm>
            <a:off x="5956051" y="215991"/>
            <a:ext cx="2509429" cy="2164492"/>
            <a:chOff x="374725" y="472500"/>
            <a:chExt cx="5903150" cy="5091725"/>
          </a:xfrm>
        </p:grpSpPr>
        <p:sp>
          <p:nvSpPr>
            <p:cNvPr id="7" name="Google Shape;5120;p116">
              <a:extLst>
                <a:ext uri="{FF2B5EF4-FFF2-40B4-BE49-F238E27FC236}">
                  <a16:creationId xmlns:a16="http://schemas.microsoft.com/office/drawing/2014/main" id="{35977B17-4B90-71CE-20F6-73EFFFA0F3A7}"/>
                </a:ext>
              </a:extLst>
            </p:cNvPr>
            <p:cNvSpPr/>
            <p:nvPr/>
          </p:nvSpPr>
          <p:spPr>
            <a:xfrm>
              <a:off x="1086725" y="878225"/>
              <a:ext cx="633750" cy="330700"/>
            </a:xfrm>
            <a:custGeom>
              <a:avLst/>
              <a:gdLst/>
              <a:ahLst/>
              <a:cxnLst/>
              <a:rect l="l" t="t" r="r" b="b"/>
              <a:pathLst>
                <a:path w="25350" h="13228" extrusionOk="0">
                  <a:moveTo>
                    <a:pt x="12740" y="0"/>
                  </a:moveTo>
                  <a:cubicBezTo>
                    <a:pt x="10895" y="0"/>
                    <a:pt x="9228" y="774"/>
                    <a:pt x="8061" y="2036"/>
                  </a:cubicBezTo>
                  <a:cubicBezTo>
                    <a:pt x="7269" y="2874"/>
                    <a:pt x="6167" y="3336"/>
                    <a:pt x="5011" y="3336"/>
                  </a:cubicBezTo>
                  <a:cubicBezTo>
                    <a:pt x="4968" y="3336"/>
                    <a:pt x="4925" y="3335"/>
                    <a:pt x="4882" y="3334"/>
                  </a:cubicBezTo>
                  <a:lnTo>
                    <a:pt x="4728" y="3334"/>
                  </a:lnTo>
                  <a:cubicBezTo>
                    <a:pt x="2120" y="3334"/>
                    <a:pt x="1" y="5441"/>
                    <a:pt x="1" y="8037"/>
                  </a:cubicBezTo>
                  <a:cubicBezTo>
                    <a:pt x="1" y="10644"/>
                    <a:pt x="2120" y="12752"/>
                    <a:pt x="4728" y="12752"/>
                  </a:cubicBezTo>
                  <a:cubicBezTo>
                    <a:pt x="6192" y="12752"/>
                    <a:pt x="7502" y="12085"/>
                    <a:pt x="8359" y="11049"/>
                  </a:cubicBezTo>
                  <a:cubicBezTo>
                    <a:pt x="9502" y="12121"/>
                    <a:pt x="11050" y="12775"/>
                    <a:pt x="12740" y="12775"/>
                  </a:cubicBezTo>
                  <a:cubicBezTo>
                    <a:pt x="13669" y="12775"/>
                    <a:pt x="14550" y="12573"/>
                    <a:pt x="15348" y="12216"/>
                  </a:cubicBezTo>
                  <a:cubicBezTo>
                    <a:pt x="16086" y="12847"/>
                    <a:pt x="17050" y="13228"/>
                    <a:pt x="18098" y="13228"/>
                  </a:cubicBezTo>
                  <a:cubicBezTo>
                    <a:pt x="19467" y="13228"/>
                    <a:pt x="20682" y="12585"/>
                    <a:pt x="21444" y="11573"/>
                  </a:cubicBezTo>
                  <a:cubicBezTo>
                    <a:pt x="21861" y="11966"/>
                    <a:pt x="22420" y="12216"/>
                    <a:pt x="23039" y="12216"/>
                  </a:cubicBezTo>
                  <a:cubicBezTo>
                    <a:pt x="24313" y="12216"/>
                    <a:pt x="25349" y="11180"/>
                    <a:pt x="25349" y="9906"/>
                  </a:cubicBezTo>
                  <a:cubicBezTo>
                    <a:pt x="25349" y="8632"/>
                    <a:pt x="24313" y="7596"/>
                    <a:pt x="23039" y="7596"/>
                  </a:cubicBezTo>
                  <a:lnTo>
                    <a:pt x="23027" y="7596"/>
                  </a:lnTo>
                  <a:cubicBezTo>
                    <a:pt x="22504" y="7596"/>
                    <a:pt x="22003" y="7346"/>
                    <a:pt x="21730" y="6894"/>
                  </a:cubicBezTo>
                  <a:cubicBezTo>
                    <a:pt x="21325" y="6203"/>
                    <a:pt x="20741" y="5644"/>
                    <a:pt x="20027" y="5286"/>
                  </a:cubicBezTo>
                  <a:cubicBezTo>
                    <a:pt x="19384" y="4953"/>
                    <a:pt x="18872" y="4417"/>
                    <a:pt x="18574" y="3762"/>
                  </a:cubicBezTo>
                  <a:cubicBezTo>
                    <a:pt x="17562" y="1536"/>
                    <a:pt x="15336" y="0"/>
                    <a:pt x="127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121;p116">
              <a:extLst>
                <a:ext uri="{FF2B5EF4-FFF2-40B4-BE49-F238E27FC236}">
                  <a16:creationId xmlns:a16="http://schemas.microsoft.com/office/drawing/2014/main" id="{52EE1E07-0E3D-8118-D326-BE09AE054E22}"/>
                </a:ext>
              </a:extLst>
            </p:cNvPr>
            <p:cNvSpPr/>
            <p:nvPr/>
          </p:nvSpPr>
          <p:spPr>
            <a:xfrm>
              <a:off x="5475375" y="1268150"/>
              <a:ext cx="633725" cy="331000"/>
            </a:xfrm>
            <a:custGeom>
              <a:avLst/>
              <a:gdLst/>
              <a:ahLst/>
              <a:cxnLst/>
              <a:rect l="l" t="t" r="r" b="b"/>
              <a:pathLst>
                <a:path w="25349" h="13240" extrusionOk="0">
                  <a:moveTo>
                    <a:pt x="12728" y="0"/>
                  </a:moveTo>
                  <a:cubicBezTo>
                    <a:pt x="10883" y="0"/>
                    <a:pt x="9216" y="786"/>
                    <a:pt x="8049" y="2036"/>
                  </a:cubicBezTo>
                  <a:cubicBezTo>
                    <a:pt x="7266" y="2876"/>
                    <a:pt x="6191" y="3337"/>
                    <a:pt x="5050" y="3337"/>
                  </a:cubicBezTo>
                  <a:cubicBezTo>
                    <a:pt x="4994" y="3337"/>
                    <a:pt x="4938" y="3336"/>
                    <a:pt x="4882" y="3334"/>
                  </a:cubicBezTo>
                  <a:lnTo>
                    <a:pt x="4715" y="3334"/>
                  </a:lnTo>
                  <a:cubicBezTo>
                    <a:pt x="2108" y="3334"/>
                    <a:pt x="0" y="5441"/>
                    <a:pt x="0" y="8049"/>
                  </a:cubicBezTo>
                  <a:cubicBezTo>
                    <a:pt x="0" y="10644"/>
                    <a:pt x="2108" y="12764"/>
                    <a:pt x="4715" y="12764"/>
                  </a:cubicBezTo>
                  <a:cubicBezTo>
                    <a:pt x="6180" y="12764"/>
                    <a:pt x="7490" y="12097"/>
                    <a:pt x="8359" y="11049"/>
                  </a:cubicBezTo>
                  <a:cubicBezTo>
                    <a:pt x="9502" y="12121"/>
                    <a:pt x="11038" y="12776"/>
                    <a:pt x="12728" y="12776"/>
                  </a:cubicBezTo>
                  <a:cubicBezTo>
                    <a:pt x="13669" y="12776"/>
                    <a:pt x="14550" y="12573"/>
                    <a:pt x="15348" y="12216"/>
                  </a:cubicBezTo>
                  <a:cubicBezTo>
                    <a:pt x="16086" y="12859"/>
                    <a:pt x="17038" y="13240"/>
                    <a:pt x="18098" y="13240"/>
                  </a:cubicBezTo>
                  <a:cubicBezTo>
                    <a:pt x="19455" y="13240"/>
                    <a:pt x="20670" y="12585"/>
                    <a:pt x="21444" y="11585"/>
                  </a:cubicBezTo>
                  <a:cubicBezTo>
                    <a:pt x="21860" y="11978"/>
                    <a:pt x="22420" y="12216"/>
                    <a:pt x="23039" y="12216"/>
                  </a:cubicBezTo>
                  <a:cubicBezTo>
                    <a:pt x="24313" y="12216"/>
                    <a:pt x="25349" y="11180"/>
                    <a:pt x="25349" y="9906"/>
                  </a:cubicBezTo>
                  <a:cubicBezTo>
                    <a:pt x="25349" y="8632"/>
                    <a:pt x="24313" y="7596"/>
                    <a:pt x="23039" y="7596"/>
                  </a:cubicBezTo>
                  <a:lnTo>
                    <a:pt x="23027" y="7596"/>
                  </a:lnTo>
                  <a:cubicBezTo>
                    <a:pt x="22503" y="7596"/>
                    <a:pt x="21991" y="7346"/>
                    <a:pt x="21729" y="6894"/>
                  </a:cubicBezTo>
                  <a:cubicBezTo>
                    <a:pt x="21325" y="6215"/>
                    <a:pt x="20729" y="5656"/>
                    <a:pt x="20027" y="5287"/>
                  </a:cubicBezTo>
                  <a:cubicBezTo>
                    <a:pt x="19384" y="4953"/>
                    <a:pt x="18860" y="4429"/>
                    <a:pt x="18562" y="3763"/>
                  </a:cubicBezTo>
                  <a:cubicBezTo>
                    <a:pt x="17562" y="1548"/>
                    <a:pt x="15324" y="0"/>
                    <a:pt x="127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122;p116">
              <a:extLst>
                <a:ext uri="{FF2B5EF4-FFF2-40B4-BE49-F238E27FC236}">
                  <a16:creationId xmlns:a16="http://schemas.microsoft.com/office/drawing/2014/main" id="{172EC741-1892-D993-D320-C8680CBDA321}"/>
                </a:ext>
              </a:extLst>
            </p:cNvPr>
            <p:cNvSpPr/>
            <p:nvPr/>
          </p:nvSpPr>
          <p:spPr>
            <a:xfrm>
              <a:off x="384850" y="3958950"/>
              <a:ext cx="633750" cy="331025"/>
            </a:xfrm>
            <a:custGeom>
              <a:avLst/>
              <a:gdLst/>
              <a:ahLst/>
              <a:cxnLst/>
              <a:rect l="l" t="t" r="r" b="b"/>
              <a:pathLst>
                <a:path w="25350" h="13241" extrusionOk="0">
                  <a:moveTo>
                    <a:pt x="12740" y="0"/>
                  </a:moveTo>
                  <a:cubicBezTo>
                    <a:pt x="10883" y="0"/>
                    <a:pt x="9216" y="786"/>
                    <a:pt x="8049" y="2036"/>
                  </a:cubicBezTo>
                  <a:cubicBezTo>
                    <a:pt x="7277" y="2866"/>
                    <a:pt x="6190" y="3337"/>
                    <a:pt x="5047" y="3337"/>
                  </a:cubicBezTo>
                  <a:cubicBezTo>
                    <a:pt x="4992" y="3337"/>
                    <a:pt x="4937" y="3336"/>
                    <a:pt x="4882" y="3334"/>
                  </a:cubicBezTo>
                  <a:lnTo>
                    <a:pt x="4716" y="3334"/>
                  </a:lnTo>
                  <a:cubicBezTo>
                    <a:pt x="2108" y="3334"/>
                    <a:pt x="1" y="5442"/>
                    <a:pt x="1" y="8049"/>
                  </a:cubicBezTo>
                  <a:cubicBezTo>
                    <a:pt x="1" y="10645"/>
                    <a:pt x="2108" y="12752"/>
                    <a:pt x="4716" y="12752"/>
                  </a:cubicBezTo>
                  <a:cubicBezTo>
                    <a:pt x="6180" y="12752"/>
                    <a:pt x="7490" y="12085"/>
                    <a:pt x="8359" y="11049"/>
                  </a:cubicBezTo>
                  <a:cubicBezTo>
                    <a:pt x="9502" y="12121"/>
                    <a:pt x="11038" y="12776"/>
                    <a:pt x="12740" y="12776"/>
                  </a:cubicBezTo>
                  <a:cubicBezTo>
                    <a:pt x="13669" y="12776"/>
                    <a:pt x="14550" y="12573"/>
                    <a:pt x="15348" y="12216"/>
                  </a:cubicBezTo>
                  <a:cubicBezTo>
                    <a:pt x="16086" y="12847"/>
                    <a:pt x="17051" y="13240"/>
                    <a:pt x="18098" y="13240"/>
                  </a:cubicBezTo>
                  <a:cubicBezTo>
                    <a:pt x="19456" y="13240"/>
                    <a:pt x="20670" y="12585"/>
                    <a:pt x="21444" y="11585"/>
                  </a:cubicBezTo>
                  <a:cubicBezTo>
                    <a:pt x="21861" y="11966"/>
                    <a:pt x="22420" y="12216"/>
                    <a:pt x="23039" y="12216"/>
                  </a:cubicBezTo>
                  <a:cubicBezTo>
                    <a:pt x="24313" y="12216"/>
                    <a:pt x="25349" y="11180"/>
                    <a:pt x="25349" y="9906"/>
                  </a:cubicBezTo>
                  <a:cubicBezTo>
                    <a:pt x="25349" y="8633"/>
                    <a:pt x="24313" y="7597"/>
                    <a:pt x="23039" y="7597"/>
                  </a:cubicBezTo>
                  <a:lnTo>
                    <a:pt x="23027" y="7597"/>
                  </a:lnTo>
                  <a:cubicBezTo>
                    <a:pt x="22504" y="7597"/>
                    <a:pt x="22004" y="7347"/>
                    <a:pt x="21730" y="6894"/>
                  </a:cubicBezTo>
                  <a:cubicBezTo>
                    <a:pt x="21325" y="6204"/>
                    <a:pt x="20730" y="5644"/>
                    <a:pt x="20027" y="5287"/>
                  </a:cubicBezTo>
                  <a:cubicBezTo>
                    <a:pt x="19384" y="4953"/>
                    <a:pt x="18872" y="4418"/>
                    <a:pt x="18575" y="3763"/>
                  </a:cubicBezTo>
                  <a:cubicBezTo>
                    <a:pt x="17563" y="1548"/>
                    <a:pt x="15336" y="0"/>
                    <a:pt x="127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123;p116">
              <a:extLst>
                <a:ext uri="{FF2B5EF4-FFF2-40B4-BE49-F238E27FC236}">
                  <a16:creationId xmlns:a16="http://schemas.microsoft.com/office/drawing/2014/main" id="{80083197-55D2-BB4C-FD63-5D62586F250F}"/>
                </a:ext>
              </a:extLst>
            </p:cNvPr>
            <p:cNvSpPr/>
            <p:nvPr/>
          </p:nvSpPr>
          <p:spPr>
            <a:xfrm>
              <a:off x="5922150" y="1734275"/>
              <a:ext cx="79800" cy="61925"/>
            </a:xfrm>
            <a:custGeom>
              <a:avLst/>
              <a:gdLst/>
              <a:ahLst/>
              <a:cxnLst/>
              <a:rect l="l" t="t" r="r" b="b"/>
              <a:pathLst>
                <a:path w="3192" h="2477" extrusionOk="0">
                  <a:moveTo>
                    <a:pt x="1596" y="0"/>
                  </a:moveTo>
                  <a:cubicBezTo>
                    <a:pt x="13" y="0"/>
                    <a:pt x="1" y="2477"/>
                    <a:pt x="1596" y="2477"/>
                  </a:cubicBezTo>
                  <a:cubicBezTo>
                    <a:pt x="3192" y="2477"/>
                    <a:pt x="3192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124;p116">
              <a:extLst>
                <a:ext uri="{FF2B5EF4-FFF2-40B4-BE49-F238E27FC236}">
                  <a16:creationId xmlns:a16="http://schemas.microsoft.com/office/drawing/2014/main" id="{FB6AA8E5-2A7C-9A83-67A3-0AAB1B4F0187}"/>
                </a:ext>
              </a:extLst>
            </p:cNvPr>
            <p:cNvSpPr/>
            <p:nvPr/>
          </p:nvSpPr>
          <p:spPr>
            <a:xfrm>
              <a:off x="5782250" y="1734275"/>
              <a:ext cx="79500" cy="61925"/>
            </a:xfrm>
            <a:custGeom>
              <a:avLst/>
              <a:gdLst/>
              <a:ahLst/>
              <a:cxnLst/>
              <a:rect l="l" t="t" r="r" b="b"/>
              <a:pathLst>
                <a:path w="3180" h="2477" extrusionOk="0">
                  <a:moveTo>
                    <a:pt x="1596" y="0"/>
                  </a:moveTo>
                  <a:cubicBezTo>
                    <a:pt x="1" y="0"/>
                    <a:pt x="1" y="2477"/>
                    <a:pt x="1596" y="2477"/>
                  </a:cubicBezTo>
                  <a:cubicBezTo>
                    <a:pt x="3180" y="2477"/>
                    <a:pt x="3180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125;p116">
              <a:extLst>
                <a:ext uri="{FF2B5EF4-FFF2-40B4-BE49-F238E27FC236}">
                  <a16:creationId xmlns:a16="http://schemas.microsoft.com/office/drawing/2014/main" id="{668A82D1-A029-5B90-0E34-4A96F486655A}"/>
                </a:ext>
              </a:extLst>
            </p:cNvPr>
            <p:cNvSpPr/>
            <p:nvPr/>
          </p:nvSpPr>
          <p:spPr>
            <a:xfrm>
              <a:off x="6058175" y="1734275"/>
              <a:ext cx="79800" cy="61925"/>
            </a:xfrm>
            <a:custGeom>
              <a:avLst/>
              <a:gdLst/>
              <a:ahLst/>
              <a:cxnLst/>
              <a:rect l="l" t="t" r="r" b="b"/>
              <a:pathLst>
                <a:path w="3192" h="2477" extrusionOk="0">
                  <a:moveTo>
                    <a:pt x="1596" y="0"/>
                  </a:moveTo>
                  <a:cubicBezTo>
                    <a:pt x="1" y="0"/>
                    <a:pt x="1" y="2477"/>
                    <a:pt x="1596" y="2477"/>
                  </a:cubicBezTo>
                  <a:cubicBezTo>
                    <a:pt x="3192" y="2477"/>
                    <a:pt x="3192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126;p116">
              <a:extLst>
                <a:ext uri="{FF2B5EF4-FFF2-40B4-BE49-F238E27FC236}">
                  <a16:creationId xmlns:a16="http://schemas.microsoft.com/office/drawing/2014/main" id="{BD64A3E9-3B08-A01E-55B4-442FD8311A0F}"/>
                </a:ext>
              </a:extLst>
            </p:cNvPr>
            <p:cNvSpPr/>
            <p:nvPr/>
          </p:nvSpPr>
          <p:spPr>
            <a:xfrm>
              <a:off x="1596325" y="1410425"/>
              <a:ext cx="79800" cy="61925"/>
            </a:xfrm>
            <a:custGeom>
              <a:avLst/>
              <a:gdLst/>
              <a:ahLst/>
              <a:cxnLst/>
              <a:rect l="l" t="t" r="r" b="b"/>
              <a:pathLst>
                <a:path w="3192" h="2477" extrusionOk="0">
                  <a:moveTo>
                    <a:pt x="1596" y="0"/>
                  </a:moveTo>
                  <a:cubicBezTo>
                    <a:pt x="0" y="0"/>
                    <a:pt x="0" y="2477"/>
                    <a:pt x="1596" y="2477"/>
                  </a:cubicBezTo>
                  <a:cubicBezTo>
                    <a:pt x="3191" y="2477"/>
                    <a:pt x="3191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127;p116">
              <a:extLst>
                <a:ext uri="{FF2B5EF4-FFF2-40B4-BE49-F238E27FC236}">
                  <a16:creationId xmlns:a16="http://schemas.microsoft.com/office/drawing/2014/main" id="{A0E946D4-1357-D376-CB96-A21DD813D475}"/>
                </a:ext>
              </a:extLst>
            </p:cNvPr>
            <p:cNvSpPr/>
            <p:nvPr/>
          </p:nvSpPr>
          <p:spPr>
            <a:xfrm>
              <a:off x="1456125" y="1410425"/>
              <a:ext cx="79800" cy="61925"/>
            </a:xfrm>
            <a:custGeom>
              <a:avLst/>
              <a:gdLst/>
              <a:ahLst/>
              <a:cxnLst/>
              <a:rect l="l" t="t" r="r" b="b"/>
              <a:pathLst>
                <a:path w="3192" h="2477" extrusionOk="0">
                  <a:moveTo>
                    <a:pt x="1596" y="0"/>
                  </a:moveTo>
                  <a:cubicBezTo>
                    <a:pt x="12" y="0"/>
                    <a:pt x="0" y="2477"/>
                    <a:pt x="1596" y="2477"/>
                  </a:cubicBezTo>
                  <a:cubicBezTo>
                    <a:pt x="3191" y="2477"/>
                    <a:pt x="3191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128;p116">
              <a:extLst>
                <a:ext uri="{FF2B5EF4-FFF2-40B4-BE49-F238E27FC236}">
                  <a16:creationId xmlns:a16="http://schemas.microsoft.com/office/drawing/2014/main" id="{DDC434BF-20F3-D642-1F41-6EF767AB7DDE}"/>
                </a:ext>
              </a:extLst>
            </p:cNvPr>
            <p:cNvSpPr/>
            <p:nvPr/>
          </p:nvSpPr>
          <p:spPr>
            <a:xfrm>
              <a:off x="1732350" y="1410425"/>
              <a:ext cx="79800" cy="61925"/>
            </a:xfrm>
            <a:custGeom>
              <a:avLst/>
              <a:gdLst/>
              <a:ahLst/>
              <a:cxnLst/>
              <a:rect l="l" t="t" r="r" b="b"/>
              <a:pathLst>
                <a:path w="3192" h="2477" extrusionOk="0">
                  <a:moveTo>
                    <a:pt x="1596" y="0"/>
                  </a:moveTo>
                  <a:cubicBezTo>
                    <a:pt x="0" y="0"/>
                    <a:pt x="0" y="2477"/>
                    <a:pt x="1596" y="2477"/>
                  </a:cubicBezTo>
                  <a:cubicBezTo>
                    <a:pt x="3179" y="2477"/>
                    <a:pt x="3191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129;p116">
              <a:extLst>
                <a:ext uri="{FF2B5EF4-FFF2-40B4-BE49-F238E27FC236}">
                  <a16:creationId xmlns:a16="http://schemas.microsoft.com/office/drawing/2014/main" id="{48889BA6-7E68-C6CD-35DD-5C7B1D257177}"/>
                </a:ext>
              </a:extLst>
            </p:cNvPr>
            <p:cNvSpPr/>
            <p:nvPr/>
          </p:nvSpPr>
          <p:spPr>
            <a:xfrm>
              <a:off x="514925" y="3691050"/>
              <a:ext cx="79800" cy="61950"/>
            </a:xfrm>
            <a:custGeom>
              <a:avLst/>
              <a:gdLst/>
              <a:ahLst/>
              <a:cxnLst/>
              <a:rect l="l" t="t" r="r" b="b"/>
              <a:pathLst>
                <a:path w="3192" h="2478" extrusionOk="0">
                  <a:moveTo>
                    <a:pt x="1596" y="1"/>
                  </a:moveTo>
                  <a:cubicBezTo>
                    <a:pt x="1" y="1"/>
                    <a:pt x="1" y="2477"/>
                    <a:pt x="1596" y="2477"/>
                  </a:cubicBezTo>
                  <a:cubicBezTo>
                    <a:pt x="3180" y="2477"/>
                    <a:pt x="3192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130;p116">
              <a:extLst>
                <a:ext uri="{FF2B5EF4-FFF2-40B4-BE49-F238E27FC236}">
                  <a16:creationId xmlns:a16="http://schemas.microsoft.com/office/drawing/2014/main" id="{E102DF12-2C48-7C69-2403-EDFA48E436A2}"/>
                </a:ext>
              </a:extLst>
            </p:cNvPr>
            <p:cNvSpPr/>
            <p:nvPr/>
          </p:nvSpPr>
          <p:spPr>
            <a:xfrm>
              <a:off x="374725" y="3691050"/>
              <a:ext cx="79800" cy="61950"/>
            </a:xfrm>
            <a:custGeom>
              <a:avLst/>
              <a:gdLst/>
              <a:ahLst/>
              <a:cxnLst/>
              <a:rect l="l" t="t" r="r" b="b"/>
              <a:pathLst>
                <a:path w="3192" h="2478" extrusionOk="0">
                  <a:moveTo>
                    <a:pt x="1596" y="1"/>
                  </a:moveTo>
                  <a:cubicBezTo>
                    <a:pt x="13" y="1"/>
                    <a:pt x="1" y="2477"/>
                    <a:pt x="1596" y="2477"/>
                  </a:cubicBezTo>
                  <a:cubicBezTo>
                    <a:pt x="3192" y="2477"/>
                    <a:pt x="3192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131;p116">
              <a:extLst>
                <a:ext uri="{FF2B5EF4-FFF2-40B4-BE49-F238E27FC236}">
                  <a16:creationId xmlns:a16="http://schemas.microsoft.com/office/drawing/2014/main" id="{B0A71C32-83E0-5D8C-E3B6-5B8EDA81817E}"/>
                </a:ext>
              </a:extLst>
            </p:cNvPr>
            <p:cNvSpPr/>
            <p:nvPr/>
          </p:nvSpPr>
          <p:spPr>
            <a:xfrm>
              <a:off x="650950" y="3691050"/>
              <a:ext cx="79500" cy="61950"/>
            </a:xfrm>
            <a:custGeom>
              <a:avLst/>
              <a:gdLst/>
              <a:ahLst/>
              <a:cxnLst/>
              <a:rect l="l" t="t" r="r" b="b"/>
              <a:pathLst>
                <a:path w="3180" h="2478" extrusionOk="0">
                  <a:moveTo>
                    <a:pt x="1596" y="1"/>
                  </a:moveTo>
                  <a:cubicBezTo>
                    <a:pt x="1" y="1"/>
                    <a:pt x="1" y="2477"/>
                    <a:pt x="1596" y="2477"/>
                  </a:cubicBezTo>
                  <a:cubicBezTo>
                    <a:pt x="3180" y="2477"/>
                    <a:pt x="3180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132;p116">
              <a:extLst>
                <a:ext uri="{FF2B5EF4-FFF2-40B4-BE49-F238E27FC236}">
                  <a16:creationId xmlns:a16="http://schemas.microsoft.com/office/drawing/2014/main" id="{50B62988-BBD6-6B01-A5F5-9F559C71070B}"/>
                </a:ext>
              </a:extLst>
            </p:cNvPr>
            <p:cNvSpPr/>
            <p:nvPr/>
          </p:nvSpPr>
          <p:spPr>
            <a:xfrm>
              <a:off x="6198375" y="1177950"/>
              <a:ext cx="79500" cy="61950"/>
            </a:xfrm>
            <a:custGeom>
              <a:avLst/>
              <a:gdLst/>
              <a:ahLst/>
              <a:cxnLst/>
              <a:rect l="l" t="t" r="r" b="b"/>
              <a:pathLst>
                <a:path w="3180" h="2478" extrusionOk="0">
                  <a:moveTo>
                    <a:pt x="1596" y="1"/>
                  </a:moveTo>
                  <a:cubicBezTo>
                    <a:pt x="1" y="1"/>
                    <a:pt x="1" y="2477"/>
                    <a:pt x="1596" y="2477"/>
                  </a:cubicBezTo>
                  <a:cubicBezTo>
                    <a:pt x="3180" y="2477"/>
                    <a:pt x="3180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133;p116">
              <a:extLst>
                <a:ext uri="{FF2B5EF4-FFF2-40B4-BE49-F238E27FC236}">
                  <a16:creationId xmlns:a16="http://schemas.microsoft.com/office/drawing/2014/main" id="{EEEC88AC-D1DF-E437-8132-EA995F3C4871}"/>
                </a:ext>
              </a:extLst>
            </p:cNvPr>
            <p:cNvSpPr/>
            <p:nvPr/>
          </p:nvSpPr>
          <p:spPr>
            <a:xfrm>
              <a:off x="6058175" y="1177950"/>
              <a:ext cx="79800" cy="61950"/>
            </a:xfrm>
            <a:custGeom>
              <a:avLst/>
              <a:gdLst/>
              <a:ahLst/>
              <a:cxnLst/>
              <a:rect l="l" t="t" r="r" b="b"/>
              <a:pathLst>
                <a:path w="3192" h="2478" extrusionOk="0">
                  <a:moveTo>
                    <a:pt x="1596" y="1"/>
                  </a:moveTo>
                  <a:cubicBezTo>
                    <a:pt x="1" y="1"/>
                    <a:pt x="1" y="2477"/>
                    <a:pt x="1596" y="2477"/>
                  </a:cubicBezTo>
                  <a:cubicBezTo>
                    <a:pt x="3192" y="2477"/>
                    <a:pt x="3192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134;p116">
              <a:extLst>
                <a:ext uri="{FF2B5EF4-FFF2-40B4-BE49-F238E27FC236}">
                  <a16:creationId xmlns:a16="http://schemas.microsoft.com/office/drawing/2014/main" id="{26A26043-E647-4324-ACAA-CC139A3080B0}"/>
                </a:ext>
              </a:extLst>
            </p:cNvPr>
            <p:cNvSpPr/>
            <p:nvPr/>
          </p:nvSpPr>
          <p:spPr>
            <a:xfrm>
              <a:off x="2638125" y="472500"/>
              <a:ext cx="79500" cy="61950"/>
            </a:xfrm>
            <a:custGeom>
              <a:avLst/>
              <a:gdLst/>
              <a:ahLst/>
              <a:cxnLst/>
              <a:rect l="l" t="t" r="r" b="b"/>
              <a:pathLst>
                <a:path w="3180" h="2478" extrusionOk="0">
                  <a:moveTo>
                    <a:pt x="1596" y="1"/>
                  </a:moveTo>
                  <a:cubicBezTo>
                    <a:pt x="0" y="1"/>
                    <a:pt x="0" y="2477"/>
                    <a:pt x="1596" y="2477"/>
                  </a:cubicBezTo>
                  <a:cubicBezTo>
                    <a:pt x="3179" y="2477"/>
                    <a:pt x="3179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135;p116">
              <a:extLst>
                <a:ext uri="{FF2B5EF4-FFF2-40B4-BE49-F238E27FC236}">
                  <a16:creationId xmlns:a16="http://schemas.microsoft.com/office/drawing/2014/main" id="{37031FDB-4AEF-8C6D-79E6-AE8917A4BCD1}"/>
                </a:ext>
              </a:extLst>
            </p:cNvPr>
            <p:cNvSpPr/>
            <p:nvPr/>
          </p:nvSpPr>
          <p:spPr>
            <a:xfrm>
              <a:off x="2497925" y="472500"/>
              <a:ext cx="79800" cy="61950"/>
            </a:xfrm>
            <a:custGeom>
              <a:avLst/>
              <a:gdLst/>
              <a:ahLst/>
              <a:cxnLst/>
              <a:rect l="l" t="t" r="r" b="b"/>
              <a:pathLst>
                <a:path w="3192" h="2478" extrusionOk="0">
                  <a:moveTo>
                    <a:pt x="1596" y="1"/>
                  </a:moveTo>
                  <a:cubicBezTo>
                    <a:pt x="0" y="1"/>
                    <a:pt x="0" y="2477"/>
                    <a:pt x="1596" y="2477"/>
                  </a:cubicBezTo>
                  <a:cubicBezTo>
                    <a:pt x="3191" y="2477"/>
                    <a:pt x="3191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136;p116">
              <a:extLst>
                <a:ext uri="{FF2B5EF4-FFF2-40B4-BE49-F238E27FC236}">
                  <a16:creationId xmlns:a16="http://schemas.microsoft.com/office/drawing/2014/main" id="{44201E5F-9EE8-741D-B318-1C35F92A7347}"/>
                </a:ext>
              </a:extLst>
            </p:cNvPr>
            <p:cNvSpPr/>
            <p:nvPr/>
          </p:nvSpPr>
          <p:spPr>
            <a:xfrm>
              <a:off x="1765675" y="670150"/>
              <a:ext cx="1684175" cy="1723450"/>
            </a:xfrm>
            <a:custGeom>
              <a:avLst/>
              <a:gdLst/>
              <a:ahLst/>
              <a:cxnLst/>
              <a:rect l="l" t="t" r="r" b="b"/>
              <a:pathLst>
                <a:path w="67367" h="68938" extrusionOk="0">
                  <a:moveTo>
                    <a:pt x="67366" y="22992"/>
                  </a:moveTo>
                  <a:lnTo>
                    <a:pt x="37601" y="68938"/>
                  </a:lnTo>
                  <a:lnTo>
                    <a:pt x="1" y="45018"/>
                  </a:lnTo>
                  <a:lnTo>
                    <a:pt x="21908" y="12633"/>
                  </a:lnTo>
                  <a:cubicBezTo>
                    <a:pt x="27254" y="4739"/>
                    <a:pt x="36160" y="1"/>
                    <a:pt x="45697" y="1"/>
                  </a:cubicBezTo>
                  <a:lnTo>
                    <a:pt x="54091" y="1"/>
                  </a:lnTo>
                  <a:close/>
                </a:path>
              </a:pathLst>
            </a:custGeom>
            <a:solidFill>
              <a:srgbClr val="3BDA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137;p116">
              <a:extLst>
                <a:ext uri="{FF2B5EF4-FFF2-40B4-BE49-F238E27FC236}">
                  <a16:creationId xmlns:a16="http://schemas.microsoft.com/office/drawing/2014/main" id="{2B70BF18-788D-76E6-20C6-81944D62FD70}"/>
                </a:ext>
              </a:extLst>
            </p:cNvPr>
            <p:cNvSpPr/>
            <p:nvPr/>
          </p:nvSpPr>
          <p:spPr>
            <a:xfrm>
              <a:off x="1765675" y="670150"/>
              <a:ext cx="1684175" cy="1723450"/>
            </a:xfrm>
            <a:custGeom>
              <a:avLst/>
              <a:gdLst/>
              <a:ahLst/>
              <a:cxnLst/>
              <a:rect l="l" t="t" r="r" b="b"/>
              <a:pathLst>
                <a:path w="67367" h="68938" extrusionOk="0">
                  <a:moveTo>
                    <a:pt x="45697" y="1"/>
                  </a:moveTo>
                  <a:cubicBezTo>
                    <a:pt x="36160" y="1"/>
                    <a:pt x="27254" y="4739"/>
                    <a:pt x="21908" y="12633"/>
                  </a:cubicBezTo>
                  <a:lnTo>
                    <a:pt x="1" y="45018"/>
                  </a:lnTo>
                  <a:lnTo>
                    <a:pt x="37601" y="68938"/>
                  </a:lnTo>
                  <a:lnTo>
                    <a:pt x="67366" y="22992"/>
                  </a:lnTo>
                  <a:lnTo>
                    <a:pt x="540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138;p116">
              <a:extLst>
                <a:ext uri="{FF2B5EF4-FFF2-40B4-BE49-F238E27FC236}">
                  <a16:creationId xmlns:a16="http://schemas.microsoft.com/office/drawing/2014/main" id="{57556284-6609-4C33-B104-475273A3770E}"/>
                </a:ext>
              </a:extLst>
            </p:cNvPr>
            <p:cNvSpPr/>
            <p:nvPr/>
          </p:nvSpPr>
          <p:spPr>
            <a:xfrm>
              <a:off x="1765675" y="1257725"/>
              <a:ext cx="1465100" cy="1135875"/>
            </a:xfrm>
            <a:custGeom>
              <a:avLst/>
              <a:gdLst/>
              <a:ahLst/>
              <a:cxnLst/>
              <a:rect l="l" t="t" r="r" b="b"/>
              <a:pathLst>
                <a:path w="58604" h="45435" extrusionOk="0">
                  <a:moveTo>
                    <a:pt x="14550" y="0"/>
                  </a:moveTo>
                  <a:lnTo>
                    <a:pt x="1" y="21515"/>
                  </a:lnTo>
                  <a:lnTo>
                    <a:pt x="37601" y="45435"/>
                  </a:lnTo>
                  <a:lnTo>
                    <a:pt x="58603" y="13026"/>
                  </a:lnTo>
                  <a:cubicBezTo>
                    <a:pt x="58520" y="12954"/>
                    <a:pt x="58461" y="12883"/>
                    <a:pt x="58377" y="12812"/>
                  </a:cubicBezTo>
                  <a:cubicBezTo>
                    <a:pt x="56236" y="10836"/>
                    <a:pt x="53362" y="9568"/>
                    <a:pt x="50479" y="9568"/>
                  </a:cubicBezTo>
                  <a:cubicBezTo>
                    <a:pt x="49835" y="9568"/>
                    <a:pt x="49191" y="9631"/>
                    <a:pt x="48555" y="9764"/>
                  </a:cubicBezTo>
                  <a:cubicBezTo>
                    <a:pt x="44317" y="10647"/>
                    <a:pt x="40741" y="14397"/>
                    <a:pt x="36525" y="14397"/>
                  </a:cubicBezTo>
                  <a:cubicBezTo>
                    <a:pt x="36251" y="14397"/>
                    <a:pt x="35975" y="14381"/>
                    <a:pt x="35696" y="14347"/>
                  </a:cubicBezTo>
                  <a:cubicBezTo>
                    <a:pt x="32898" y="14014"/>
                    <a:pt x="30648" y="11954"/>
                    <a:pt x="28754" y="9883"/>
                  </a:cubicBezTo>
                  <a:cubicBezTo>
                    <a:pt x="25564" y="6406"/>
                    <a:pt x="22551" y="2429"/>
                    <a:pt x="18134" y="774"/>
                  </a:cubicBezTo>
                  <a:cubicBezTo>
                    <a:pt x="16979" y="334"/>
                    <a:pt x="15777" y="96"/>
                    <a:pt x="145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139;p116">
              <a:extLst>
                <a:ext uri="{FF2B5EF4-FFF2-40B4-BE49-F238E27FC236}">
                  <a16:creationId xmlns:a16="http://schemas.microsoft.com/office/drawing/2014/main" id="{97F58F6D-7FE1-5C94-3262-787EC4AB168F}"/>
                </a:ext>
              </a:extLst>
            </p:cNvPr>
            <p:cNvSpPr/>
            <p:nvPr/>
          </p:nvSpPr>
          <p:spPr>
            <a:xfrm>
              <a:off x="2443150" y="670150"/>
              <a:ext cx="2655125" cy="1596350"/>
            </a:xfrm>
            <a:custGeom>
              <a:avLst/>
              <a:gdLst/>
              <a:ahLst/>
              <a:cxnLst/>
              <a:rect l="l" t="t" r="r" b="b"/>
              <a:pathLst>
                <a:path w="106205" h="63854" extrusionOk="0">
                  <a:moveTo>
                    <a:pt x="16526" y="1"/>
                  </a:moveTo>
                  <a:cubicBezTo>
                    <a:pt x="16753" y="13"/>
                    <a:pt x="16967" y="24"/>
                    <a:pt x="17193" y="36"/>
                  </a:cubicBezTo>
                  <a:cubicBezTo>
                    <a:pt x="10811" y="358"/>
                    <a:pt x="4787" y="2787"/>
                    <a:pt x="1" y="6859"/>
                  </a:cubicBezTo>
                  <a:cubicBezTo>
                    <a:pt x="4162" y="5154"/>
                    <a:pt x="7881" y="4476"/>
                    <a:pt x="11166" y="4476"/>
                  </a:cubicBezTo>
                  <a:cubicBezTo>
                    <a:pt x="22129" y="4476"/>
                    <a:pt x="28248" y="12031"/>
                    <a:pt x="29778" y="14193"/>
                  </a:cubicBezTo>
                  <a:cubicBezTo>
                    <a:pt x="30611" y="15574"/>
                    <a:pt x="31504" y="17086"/>
                    <a:pt x="32457" y="18753"/>
                  </a:cubicBezTo>
                  <a:lnTo>
                    <a:pt x="49757" y="48709"/>
                  </a:lnTo>
                  <a:lnTo>
                    <a:pt x="36053" y="56627"/>
                  </a:lnTo>
                  <a:lnTo>
                    <a:pt x="81582" y="63854"/>
                  </a:lnTo>
                  <a:lnTo>
                    <a:pt x="106204" y="16122"/>
                  </a:lnTo>
                  <a:lnTo>
                    <a:pt x="91917" y="24373"/>
                  </a:lnTo>
                  <a:lnTo>
                    <a:pt x="86976" y="15824"/>
                  </a:lnTo>
                  <a:cubicBezTo>
                    <a:pt x="81320" y="6037"/>
                    <a:pt x="70867" y="1"/>
                    <a:pt x="595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140;p116">
              <a:extLst>
                <a:ext uri="{FF2B5EF4-FFF2-40B4-BE49-F238E27FC236}">
                  <a16:creationId xmlns:a16="http://schemas.microsoft.com/office/drawing/2014/main" id="{EC7D5919-8C72-D521-AC23-3DB484E2CA1D}"/>
                </a:ext>
              </a:extLst>
            </p:cNvPr>
            <p:cNvSpPr/>
            <p:nvPr/>
          </p:nvSpPr>
          <p:spPr>
            <a:xfrm>
              <a:off x="3231950" y="975975"/>
              <a:ext cx="1866325" cy="771125"/>
            </a:xfrm>
            <a:custGeom>
              <a:avLst/>
              <a:gdLst/>
              <a:ahLst/>
              <a:cxnLst/>
              <a:rect l="l" t="t" r="r" b="b"/>
              <a:pathLst>
                <a:path w="74653" h="30845" extrusionOk="0">
                  <a:moveTo>
                    <a:pt x="35970" y="0"/>
                  </a:moveTo>
                  <a:cubicBezTo>
                    <a:pt x="34583" y="0"/>
                    <a:pt x="33176" y="289"/>
                    <a:pt x="31885" y="793"/>
                  </a:cubicBezTo>
                  <a:cubicBezTo>
                    <a:pt x="29182" y="1865"/>
                    <a:pt x="26896" y="3781"/>
                    <a:pt x="24777" y="5782"/>
                  </a:cubicBezTo>
                  <a:cubicBezTo>
                    <a:pt x="22878" y="7577"/>
                    <a:pt x="20586" y="9614"/>
                    <a:pt x="18110" y="9614"/>
                  </a:cubicBezTo>
                  <a:cubicBezTo>
                    <a:pt x="17729" y="9614"/>
                    <a:pt x="17344" y="9566"/>
                    <a:pt x="16955" y="9461"/>
                  </a:cubicBezTo>
                  <a:cubicBezTo>
                    <a:pt x="12871" y="8353"/>
                    <a:pt x="12240" y="2031"/>
                    <a:pt x="8239" y="662"/>
                  </a:cubicBezTo>
                  <a:cubicBezTo>
                    <a:pt x="7748" y="493"/>
                    <a:pt x="7254" y="416"/>
                    <a:pt x="6763" y="416"/>
                  </a:cubicBezTo>
                  <a:cubicBezTo>
                    <a:pt x="4316" y="416"/>
                    <a:pt x="1950" y="2338"/>
                    <a:pt x="393" y="4401"/>
                  </a:cubicBezTo>
                  <a:cubicBezTo>
                    <a:pt x="262" y="4579"/>
                    <a:pt x="131" y="4770"/>
                    <a:pt x="0" y="4948"/>
                  </a:cubicBezTo>
                  <a:cubicBezTo>
                    <a:pt x="298" y="5460"/>
                    <a:pt x="595" y="5972"/>
                    <a:pt x="905" y="6520"/>
                  </a:cubicBezTo>
                  <a:lnTo>
                    <a:pt x="14883" y="30725"/>
                  </a:lnTo>
                  <a:cubicBezTo>
                    <a:pt x="15788" y="30690"/>
                    <a:pt x="16693" y="30642"/>
                    <a:pt x="17586" y="30582"/>
                  </a:cubicBezTo>
                  <a:cubicBezTo>
                    <a:pt x="25184" y="30103"/>
                    <a:pt x="32801" y="29369"/>
                    <a:pt x="40400" y="29369"/>
                  </a:cubicBezTo>
                  <a:cubicBezTo>
                    <a:pt x="43185" y="29369"/>
                    <a:pt x="45967" y="29467"/>
                    <a:pt x="48744" y="29713"/>
                  </a:cubicBezTo>
                  <a:cubicBezTo>
                    <a:pt x="52685" y="30059"/>
                    <a:pt x="56757" y="30678"/>
                    <a:pt x="60746" y="30844"/>
                  </a:cubicBezTo>
                  <a:lnTo>
                    <a:pt x="74652" y="3889"/>
                  </a:lnTo>
                  <a:lnTo>
                    <a:pt x="60365" y="12140"/>
                  </a:lnTo>
                  <a:lnTo>
                    <a:pt x="58400" y="8746"/>
                  </a:lnTo>
                  <a:cubicBezTo>
                    <a:pt x="57626" y="9080"/>
                    <a:pt x="56829" y="9366"/>
                    <a:pt x="56007" y="9592"/>
                  </a:cubicBezTo>
                  <a:cubicBezTo>
                    <a:pt x="54926" y="9881"/>
                    <a:pt x="53791" y="10043"/>
                    <a:pt x="52664" y="10043"/>
                  </a:cubicBezTo>
                  <a:cubicBezTo>
                    <a:pt x="50824" y="10043"/>
                    <a:pt x="49008" y="9611"/>
                    <a:pt x="47494" y="8592"/>
                  </a:cubicBezTo>
                  <a:cubicBezTo>
                    <a:pt x="44613" y="6651"/>
                    <a:pt x="43255" y="2972"/>
                    <a:pt x="40303" y="1150"/>
                  </a:cubicBezTo>
                  <a:cubicBezTo>
                    <a:pt x="39004" y="351"/>
                    <a:pt x="37499" y="0"/>
                    <a:pt x="35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141;p116">
              <a:extLst>
                <a:ext uri="{FF2B5EF4-FFF2-40B4-BE49-F238E27FC236}">
                  <a16:creationId xmlns:a16="http://schemas.microsoft.com/office/drawing/2014/main" id="{5CCDE9A4-B76E-E229-361C-47C6A960B786}"/>
                </a:ext>
              </a:extLst>
            </p:cNvPr>
            <p:cNvSpPr/>
            <p:nvPr/>
          </p:nvSpPr>
          <p:spPr>
            <a:xfrm>
              <a:off x="4377325" y="2801025"/>
              <a:ext cx="1418950" cy="872500"/>
            </a:xfrm>
            <a:custGeom>
              <a:avLst/>
              <a:gdLst/>
              <a:ahLst/>
              <a:cxnLst/>
              <a:rect l="l" t="t" r="r" b="b"/>
              <a:pathLst>
                <a:path w="56758" h="34900" extrusionOk="0">
                  <a:moveTo>
                    <a:pt x="29242" y="0"/>
                  </a:moveTo>
                  <a:cubicBezTo>
                    <a:pt x="28722" y="0"/>
                    <a:pt x="28204" y="67"/>
                    <a:pt x="27694" y="217"/>
                  </a:cubicBezTo>
                  <a:cubicBezTo>
                    <a:pt x="26444" y="598"/>
                    <a:pt x="25396" y="1431"/>
                    <a:pt x="24456" y="2324"/>
                  </a:cubicBezTo>
                  <a:cubicBezTo>
                    <a:pt x="23027" y="3681"/>
                    <a:pt x="21777" y="5217"/>
                    <a:pt x="20753" y="6884"/>
                  </a:cubicBezTo>
                  <a:cubicBezTo>
                    <a:pt x="19538" y="8884"/>
                    <a:pt x="18300" y="11313"/>
                    <a:pt x="15990" y="11706"/>
                  </a:cubicBezTo>
                  <a:cubicBezTo>
                    <a:pt x="15794" y="11739"/>
                    <a:pt x="15599" y="11755"/>
                    <a:pt x="15404" y="11755"/>
                  </a:cubicBezTo>
                  <a:cubicBezTo>
                    <a:pt x="13772" y="11755"/>
                    <a:pt x="12234" y="10647"/>
                    <a:pt x="11180" y="9349"/>
                  </a:cubicBezTo>
                  <a:cubicBezTo>
                    <a:pt x="9990" y="7896"/>
                    <a:pt x="9180" y="6158"/>
                    <a:pt x="7906" y="4789"/>
                  </a:cubicBezTo>
                  <a:cubicBezTo>
                    <a:pt x="6909" y="3707"/>
                    <a:pt x="5474" y="2867"/>
                    <a:pt x="4058" y="2867"/>
                  </a:cubicBezTo>
                  <a:cubicBezTo>
                    <a:pt x="3665" y="2867"/>
                    <a:pt x="3274" y="2932"/>
                    <a:pt x="2894" y="3074"/>
                  </a:cubicBezTo>
                  <a:cubicBezTo>
                    <a:pt x="1774" y="3491"/>
                    <a:pt x="989" y="4479"/>
                    <a:pt x="310" y="5455"/>
                  </a:cubicBezTo>
                  <a:cubicBezTo>
                    <a:pt x="203" y="5610"/>
                    <a:pt x="107" y="5777"/>
                    <a:pt x="0" y="5932"/>
                  </a:cubicBezTo>
                  <a:lnTo>
                    <a:pt x="14788" y="34899"/>
                  </a:lnTo>
                  <a:cubicBezTo>
                    <a:pt x="20050" y="32959"/>
                    <a:pt x="24908" y="29268"/>
                    <a:pt x="30504" y="28351"/>
                  </a:cubicBezTo>
                  <a:cubicBezTo>
                    <a:pt x="31659" y="28160"/>
                    <a:pt x="32820" y="28091"/>
                    <a:pt x="33984" y="28091"/>
                  </a:cubicBezTo>
                  <a:cubicBezTo>
                    <a:pt x="36992" y="28091"/>
                    <a:pt x="40024" y="28551"/>
                    <a:pt x="43043" y="28551"/>
                  </a:cubicBezTo>
                  <a:cubicBezTo>
                    <a:pt x="43289" y="28551"/>
                    <a:pt x="43534" y="28548"/>
                    <a:pt x="43780" y="28541"/>
                  </a:cubicBezTo>
                  <a:cubicBezTo>
                    <a:pt x="48447" y="28411"/>
                    <a:pt x="53150" y="26887"/>
                    <a:pt x="56757" y="23970"/>
                  </a:cubicBezTo>
                  <a:cubicBezTo>
                    <a:pt x="56317" y="21172"/>
                    <a:pt x="55472" y="18421"/>
                    <a:pt x="54209" y="15814"/>
                  </a:cubicBezTo>
                  <a:lnTo>
                    <a:pt x="48530" y="4134"/>
                  </a:lnTo>
                  <a:cubicBezTo>
                    <a:pt x="48340" y="4253"/>
                    <a:pt x="48161" y="4372"/>
                    <a:pt x="47959" y="4479"/>
                  </a:cubicBezTo>
                  <a:cubicBezTo>
                    <a:pt x="46544" y="5261"/>
                    <a:pt x="44925" y="5661"/>
                    <a:pt x="43307" y="5661"/>
                  </a:cubicBezTo>
                  <a:cubicBezTo>
                    <a:pt x="42217" y="5661"/>
                    <a:pt x="41127" y="5479"/>
                    <a:pt x="40101" y="5110"/>
                  </a:cubicBezTo>
                  <a:cubicBezTo>
                    <a:pt x="37946" y="4336"/>
                    <a:pt x="36160" y="2824"/>
                    <a:pt x="34195" y="1645"/>
                  </a:cubicBezTo>
                  <a:cubicBezTo>
                    <a:pt x="32696" y="731"/>
                    <a:pt x="30959" y="0"/>
                    <a:pt x="292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142;p116">
              <a:extLst>
                <a:ext uri="{FF2B5EF4-FFF2-40B4-BE49-F238E27FC236}">
                  <a16:creationId xmlns:a16="http://schemas.microsoft.com/office/drawing/2014/main" id="{33EC4F58-8BD6-8EEC-79C3-1E415B87B86B}"/>
                </a:ext>
              </a:extLst>
            </p:cNvPr>
            <p:cNvSpPr/>
            <p:nvPr/>
          </p:nvSpPr>
          <p:spPr>
            <a:xfrm>
              <a:off x="1342725" y="3880075"/>
              <a:ext cx="1698750" cy="1183200"/>
            </a:xfrm>
            <a:custGeom>
              <a:avLst/>
              <a:gdLst/>
              <a:ahLst/>
              <a:cxnLst/>
              <a:rect l="l" t="t" r="r" b="b"/>
              <a:pathLst>
                <a:path w="67950" h="47328" extrusionOk="0">
                  <a:moveTo>
                    <a:pt x="13276" y="0"/>
                  </a:moveTo>
                  <a:lnTo>
                    <a:pt x="0" y="22991"/>
                  </a:lnTo>
                  <a:lnTo>
                    <a:pt x="4191" y="30254"/>
                  </a:lnTo>
                  <a:cubicBezTo>
                    <a:pt x="8966" y="38517"/>
                    <a:pt x="17514" y="43875"/>
                    <a:pt x="27027" y="44542"/>
                  </a:cubicBezTo>
                  <a:lnTo>
                    <a:pt x="66020" y="47328"/>
                  </a:lnTo>
                  <a:lnTo>
                    <a:pt x="67949" y="2810"/>
                  </a:lnTo>
                  <a:lnTo>
                    <a:pt x="132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5143;p116">
              <a:extLst>
                <a:ext uri="{FF2B5EF4-FFF2-40B4-BE49-F238E27FC236}">
                  <a16:creationId xmlns:a16="http://schemas.microsoft.com/office/drawing/2014/main" id="{45114C9E-1CCA-FAE2-5D9A-D35FC244B4D1}"/>
                </a:ext>
              </a:extLst>
            </p:cNvPr>
            <p:cNvSpPr/>
            <p:nvPr/>
          </p:nvSpPr>
          <p:spPr>
            <a:xfrm>
              <a:off x="1342725" y="4074175"/>
              <a:ext cx="1688625" cy="989100"/>
            </a:xfrm>
            <a:custGeom>
              <a:avLst/>
              <a:gdLst/>
              <a:ahLst/>
              <a:cxnLst/>
              <a:rect l="l" t="t" r="r" b="b"/>
              <a:pathLst>
                <a:path w="67545" h="39564" extrusionOk="0">
                  <a:moveTo>
                    <a:pt x="59634" y="1"/>
                  </a:moveTo>
                  <a:cubicBezTo>
                    <a:pt x="55783" y="1"/>
                    <a:pt x="52103" y="2512"/>
                    <a:pt x="49042" y="5059"/>
                  </a:cubicBezTo>
                  <a:cubicBezTo>
                    <a:pt x="45506" y="8012"/>
                    <a:pt x="41708" y="11358"/>
                    <a:pt x="37100" y="11477"/>
                  </a:cubicBezTo>
                  <a:cubicBezTo>
                    <a:pt x="37018" y="11479"/>
                    <a:pt x="36936" y="11480"/>
                    <a:pt x="36854" y="11480"/>
                  </a:cubicBezTo>
                  <a:cubicBezTo>
                    <a:pt x="31668" y="11480"/>
                    <a:pt x="27416" y="7433"/>
                    <a:pt x="22598" y="5428"/>
                  </a:cubicBezTo>
                  <a:cubicBezTo>
                    <a:pt x="20420" y="4516"/>
                    <a:pt x="18089" y="4086"/>
                    <a:pt x="15748" y="4086"/>
                  </a:cubicBezTo>
                  <a:cubicBezTo>
                    <a:pt x="11767" y="4086"/>
                    <a:pt x="7758" y="5328"/>
                    <a:pt x="4429" y="7548"/>
                  </a:cubicBezTo>
                  <a:lnTo>
                    <a:pt x="0" y="15227"/>
                  </a:lnTo>
                  <a:lnTo>
                    <a:pt x="4191" y="22490"/>
                  </a:lnTo>
                  <a:cubicBezTo>
                    <a:pt x="8966" y="30753"/>
                    <a:pt x="17514" y="36111"/>
                    <a:pt x="27027" y="36778"/>
                  </a:cubicBezTo>
                  <a:lnTo>
                    <a:pt x="66020" y="39564"/>
                  </a:lnTo>
                  <a:lnTo>
                    <a:pt x="67544" y="4452"/>
                  </a:lnTo>
                  <a:cubicBezTo>
                    <a:pt x="65949" y="2380"/>
                    <a:pt x="64056" y="773"/>
                    <a:pt x="61484" y="202"/>
                  </a:cubicBezTo>
                  <a:cubicBezTo>
                    <a:pt x="60864" y="64"/>
                    <a:pt x="60247" y="1"/>
                    <a:pt x="596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5144;p116">
              <a:extLst>
                <a:ext uri="{FF2B5EF4-FFF2-40B4-BE49-F238E27FC236}">
                  <a16:creationId xmlns:a16="http://schemas.microsoft.com/office/drawing/2014/main" id="{98102A93-F136-93A7-1FE5-A855E7084AB0}"/>
                </a:ext>
              </a:extLst>
            </p:cNvPr>
            <p:cNvSpPr/>
            <p:nvPr/>
          </p:nvSpPr>
          <p:spPr>
            <a:xfrm>
              <a:off x="4927100" y="3012700"/>
              <a:ext cx="133950" cy="298275"/>
            </a:xfrm>
            <a:custGeom>
              <a:avLst/>
              <a:gdLst/>
              <a:ahLst/>
              <a:cxnLst/>
              <a:rect l="l" t="t" r="r" b="b"/>
              <a:pathLst>
                <a:path w="5358" h="11931" extrusionOk="0">
                  <a:moveTo>
                    <a:pt x="1917" y="1"/>
                  </a:moveTo>
                  <a:cubicBezTo>
                    <a:pt x="405" y="3703"/>
                    <a:pt x="0" y="8025"/>
                    <a:pt x="846" y="11931"/>
                  </a:cubicBezTo>
                  <a:cubicBezTo>
                    <a:pt x="2370" y="11645"/>
                    <a:pt x="3632" y="10859"/>
                    <a:pt x="5156" y="10561"/>
                  </a:cubicBezTo>
                  <a:cubicBezTo>
                    <a:pt x="5358" y="6811"/>
                    <a:pt x="4191" y="3001"/>
                    <a:pt x="19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145;p116">
              <a:extLst>
                <a:ext uri="{FF2B5EF4-FFF2-40B4-BE49-F238E27FC236}">
                  <a16:creationId xmlns:a16="http://schemas.microsoft.com/office/drawing/2014/main" id="{39272257-D933-3C7D-294C-B28E779D0BD7}"/>
                </a:ext>
              </a:extLst>
            </p:cNvPr>
            <p:cNvSpPr/>
            <p:nvPr/>
          </p:nvSpPr>
          <p:spPr>
            <a:xfrm>
              <a:off x="5381325" y="2920725"/>
              <a:ext cx="208075" cy="329225"/>
            </a:xfrm>
            <a:custGeom>
              <a:avLst/>
              <a:gdLst/>
              <a:ahLst/>
              <a:cxnLst/>
              <a:rect l="l" t="t" r="r" b="b"/>
              <a:pathLst>
                <a:path w="8323" h="13169" extrusionOk="0">
                  <a:moveTo>
                    <a:pt x="7430" y="1"/>
                  </a:moveTo>
                  <a:cubicBezTo>
                    <a:pt x="3846" y="3215"/>
                    <a:pt x="1131" y="7704"/>
                    <a:pt x="0" y="12395"/>
                  </a:cubicBezTo>
                  <a:cubicBezTo>
                    <a:pt x="1798" y="12883"/>
                    <a:pt x="3572" y="12681"/>
                    <a:pt x="5382" y="13169"/>
                  </a:cubicBezTo>
                  <a:cubicBezTo>
                    <a:pt x="7584" y="9204"/>
                    <a:pt x="8323" y="4442"/>
                    <a:pt x="74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5146;p116">
              <a:extLst>
                <a:ext uri="{FF2B5EF4-FFF2-40B4-BE49-F238E27FC236}">
                  <a16:creationId xmlns:a16="http://schemas.microsoft.com/office/drawing/2014/main" id="{BE8A17CA-B27C-DD6E-F3F5-8174B57B861F}"/>
                </a:ext>
              </a:extLst>
            </p:cNvPr>
            <p:cNvSpPr/>
            <p:nvPr/>
          </p:nvSpPr>
          <p:spPr>
            <a:xfrm>
              <a:off x="4654450" y="3288650"/>
              <a:ext cx="280400" cy="139600"/>
            </a:xfrm>
            <a:custGeom>
              <a:avLst/>
              <a:gdLst/>
              <a:ahLst/>
              <a:cxnLst/>
              <a:rect l="l" t="t" r="r" b="b"/>
              <a:pathLst>
                <a:path w="11216" h="5584" extrusionOk="0">
                  <a:moveTo>
                    <a:pt x="5258" y="0"/>
                  </a:moveTo>
                  <a:cubicBezTo>
                    <a:pt x="3471" y="0"/>
                    <a:pt x="1685" y="293"/>
                    <a:pt x="0" y="881"/>
                  </a:cubicBezTo>
                  <a:cubicBezTo>
                    <a:pt x="3048" y="3464"/>
                    <a:pt x="7037" y="5179"/>
                    <a:pt x="11013" y="5584"/>
                  </a:cubicBezTo>
                  <a:cubicBezTo>
                    <a:pt x="11216" y="4048"/>
                    <a:pt x="10847" y="2607"/>
                    <a:pt x="11049" y="1071"/>
                  </a:cubicBezTo>
                  <a:cubicBezTo>
                    <a:pt x="9211" y="358"/>
                    <a:pt x="7234" y="0"/>
                    <a:pt x="52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5147;p116">
              <a:extLst>
                <a:ext uri="{FF2B5EF4-FFF2-40B4-BE49-F238E27FC236}">
                  <a16:creationId xmlns:a16="http://schemas.microsoft.com/office/drawing/2014/main" id="{8D007F49-0564-B6AA-DD1C-F71E50C78FC5}"/>
                </a:ext>
              </a:extLst>
            </p:cNvPr>
            <p:cNvSpPr/>
            <p:nvPr/>
          </p:nvSpPr>
          <p:spPr>
            <a:xfrm>
              <a:off x="4966975" y="3104375"/>
              <a:ext cx="192325" cy="264950"/>
            </a:xfrm>
            <a:custGeom>
              <a:avLst/>
              <a:gdLst/>
              <a:ahLst/>
              <a:cxnLst/>
              <a:rect l="l" t="t" r="r" b="b"/>
              <a:pathLst>
                <a:path w="7693" h="10598" extrusionOk="0">
                  <a:moveTo>
                    <a:pt x="7442" y="1"/>
                  </a:moveTo>
                  <a:cubicBezTo>
                    <a:pt x="4144" y="2263"/>
                    <a:pt x="1429" y="5656"/>
                    <a:pt x="1" y="9383"/>
                  </a:cubicBezTo>
                  <a:cubicBezTo>
                    <a:pt x="1429" y="9978"/>
                    <a:pt x="2906" y="10002"/>
                    <a:pt x="4334" y="10597"/>
                  </a:cubicBezTo>
                  <a:cubicBezTo>
                    <a:pt x="6573" y="7573"/>
                    <a:pt x="7692" y="3751"/>
                    <a:pt x="74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5148;p116">
              <a:extLst>
                <a:ext uri="{FF2B5EF4-FFF2-40B4-BE49-F238E27FC236}">
                  <a16:creationId xmlns:a16="http://schemas.microsoft.com/office/drawing/2014/main" id="{36EFE6EC-38B7-F323-CB06-56D1E9C2D3DC}"/>
                </a:ext>
              </a:extLst>
            </p:cNvPr>
            <p:cNvSpPr/>
            <p:nvPr/>
          </p:nvSpPr>
          <p:spPr>
            <a:xfrm>
              <a:off x="4700275" y="3012700"/>
              <a:ext cx="336075" cy="448300"/>
            </a:xfrm>
            <a:custGeom>
              <a:avLst/>
              <a:gdLst/>
              <a:ahLst/>
              <a:cxnLst/>
              <a:rect l="l" t="t" r="r" b="b"/>
              <a:pathLst>
                <a:path w="13443" h="17932" extrusionOk="0">
                  <a:moveTo>
                    <a:pt x="1" y="1"/>
                  </a:moveTo>
                  <a:lnTo>
                    <a:pt x="1" y="1"/>
                  </a:lnTo>
                  <a:cubicBezTo>
                    <a:pt x="929" y="6549"/>
                    <a:pt x="3965" y="13062"/>
                    <a:pt x="8442" y="17931"/>
                  </a:cubicBezTo>
                  <a:cubicBezTo>
                    <a:pt x="10383" y="16241"/>
                    <a:pt x="11502" y="14074"/>
                    <a:pt x="13443" y="12383"/>
                  </a:cubicBezTo>
                  <a:cubicBezTo>
                    <a:pt x="10609" y="6847"/>
                    <a:pt x="5751" y="2382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5149;p116">
              <a:extLst>
                <a:ext uri="{FF2B5EF4-FFF2-40B4-BE49-F238E27FC236}">
                  <a16:creationId xmlns:a16="http://schemas.microsoft.com/office/drawing/2014/main" id="{6477F088-DD74-72AA-0167-E3DC9F6D38C5}"/>
                </a:ext>
              </a:extLst>
            </p:cNvPr>
            <p:cNvSpPr/>
            <p:nvPr/>
          </p:nvSpPr>
          <p:spPr>
            <a:xfrm>
              <a:off x="5091400" y="2954950"/>
              <a:ext cx="335775" cy="448300"/>
            </a:xfrm>
            <a:custGeom>
              <a:avLst/>
              <a:gdLst/>
              <a:ahLst/>
              <a:cxnLst/>
              <a:rect l="l" t="t" r="r" b="b"/>
              <a:pathLst>
                <a:path w="13431" h="17932" extrusionOk="0">
                  <a:moveTo>
                    <a:pt x="0" y="1"/>
                  </a:moveTo>
                  <a:cubicBezTo>
                    <a:pt x="929" y="6549"/>
                    <a:pt x="3965" y="13050"/>
                    <a:pt x="8442" y="17932"/>
                  </a:cubicBezTo>
                  <a:cubicBezTo>
                    <a:pt x="10371" y="16241"/>
                    <a:pt x="11502" y="14062"/>
                    <a:pt x="13431" y="12383"/>
                  </a:cubicBezTo>
                  <a:cubicBezTo>
                    <a:pt x="10597" y="6847"/>
                    <a:pt x="5739" y="238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5150;p116">
              <a:extLst>
                <a:ext uri="{FF2B5EF4-FFF2-40B4-BE49-F238E27FC236}">
                  <a16:creationId xmlns:a16="http://schemas.microsoft.com/office/drawing/2014/main" id="{5160C7EF-AD58-8015-994B-C9AACA064F3C}"/>
                </a:ext>
              </a:extLst>
            </p:cNvPr>
            <p:cNvSpPr/>
            <p:nvPr/>
          </p:nvSpPr>
          <p:spPr>
            <a:xfrm>
              <a:off x="1947250" y="1636350"/>
              <a:ext cx="635825" cy="281000"/>
            </a:xfrm>
            <a:custGeom>
              <a:avLst/>
              <a:gdLst/>
              <a:ahLst/>
              <a:cxnLst/>
              <a:rect l="l" t="t" r="r" b="b"/>
              <a:pathLst>
                <a:path w="25433" h="11240" extrusionOk="0">
                  <a:moveTo>
                    <a:pt x="11621" y="0"/>
                  </a:moveTo>
                  <a:cubicBezTo>
                    <a:pt x="11074" y="1048"/>
                    <a:pt x="10657" y="2191"/>
                    <a:pt x="10407" y="3382"/>
                  </a:cubicBezTo>
                  <a:cubicBezTo>
                    <a:pt x="9359" y="1965"/>
                    <a:pt x="7966" y="810"/>
                    <a:pt x="6371" y="60"/>
                  </a:cubicBezTo>
                  <a:lnTo>
                    <a:pt x="6371" y="60"/>
                  </a:lnTo>
                  <a:cubicBezTo>
                    <a:pt x="6513" y="1548"/>
                    <a:pt x="6930" y="3036"/>
                    <a:pt x="7573" y="4417"/>
                  </a:cubicBezTo>
                  <a:cubicBezTo>
                    <a:pt x="5669" y="3723"/>
                    <a:pt x="3654" y="3362"/>
                    <a:pt x="1633" y="3362"/>
                  </a:cubicBezTo>
                  <a:cubicBezTo>
                    <a:pt x="1089" y="3362"/>
                    <a:pt x="544" y="3388"/>
                    <a:pt x="1" y="3441"/>
                  </a:cubicBezTo>
                  <a:cubicBezTo>
                    <a:pt x="1477" y="5477"/>
                    <a:pt x="3358" y="7287"/>
                    <a:pt x="5489" y="8727"/>
                  </a:cubicBezTo>
                  <a:cubicBezTo>
                    <a:pt x="4406" y="9287"/>
                    <a:pt x="3418" y="10025"/>
                    <a:pt x="2596" y="10906"/>
                  </a:cubicBezTo>
                  <a:cubicBezTo>
                    <a:pt x="3513" y="11110"/>
                    <a:pt x="4467" y="11210"/>
                    <a:pt x="5425" y="11210"/>
                  </a:cubicBezTo>
                  <a:cubicBezTo>
                    <a:pt x="6656" y="11210"/>
                    <a:pt x="7895" y="11044"/>
                    <a:pt x="9073" y="10716"/>
                  </a:cubicBezTo>
                  <a:cubicBezTo>
                    <a:pt x="9514" y="10906"/>
                    <a:pt x="9954" y="11085"/>
                    <a:pt x="10395" y="11240"/>
                  </a:cubicBezTo>
                  <a:cubicBezTo>
                    <a:pt x="10871" y="10013"/>
                    <a:pt x="10966" y="8751"/>
                    <a:pt x="11276" y="7513"/>
                  </a:cubicBezTo>
                  <a:cubicBezTo>
                    <a:pt x="11752" y="7382"/>
                    <a:pt x="12217" y="7239"/>
                    <a:pt x="12717" y="7156"/>
                  </a:cubicBezTo>
                  <a:cubicBezTo>
                    <a:pt x="13217" y="7239"/>
                    <a:pt x="13681" y="7382"/>
                    <a:pt x="14157" y="7513"/>
                  </a:cubicBezTo>
                  <a:cubicBezTo>
                    <a:pt x="14467" y="8751"/>
                    <a:pt x="14562" y="10013"/>
                    <a:pt x="15038" y="11240"/>
                  </a:cubicBezTo>
                  <a:cubicBezTo>
                    <a:pt x="15479" y="11085"/>
                    <a:pt x="15919" y="10906"/>
                    <a:pt x="16360" y="10716"/>
                  </a:cubicBezTo>
                  <a:cubicBezTo>
                    <a:pt x="17538" y="11044"/>
                    <a:pt x="18777" y="11210"/>
                    <a:pt x="20008" y="11210"/>
                  </a:cubicBezTo>
                  <a:cubicBezTo>
                    <a:pt x="20966" y="11210"/>
                    <a:pt x="21920" y="11110"/>
                    <a:pt x="22837" y="10906"/>
                  </a:cubicBezTo>
                  <a:cubicBezTo>
                    <a:pt x="22015" y="10025"/>
                    <a:pt x="21027" y="9287"/>
                    <a:pt x="19956" y="8727"/>
                  </a:cubicBezTo>
                  <a:cubicBezTo>
                    <a:pt x="22075" y="7287"/>
                    <a:pt x="23956" y="5477"/>
                    <a:pt x="25432" y="3441"/>
                  </a:cubicBezTo>
                  <a:cubicBezTo>
                    <a:pt x="24892" y="3388"/>
                    <a:pt x="24348" y="3362"/>
                    <a:pt x="23804" y="3362"/>
                  </a:cubicBezTo>
                  <a:cubicBezTo>
                    <a:pt x="21786" y="3362"/>
                    <a:pt x="19764" y="3723"/>
                    <a:pt x="17860" y="4417"/>
                  </a:cubicBezTo>
                  <a:cubicBezTo>
                    <a:pt x="18503" y="3036"/>
                    <a:pt x="18920" y="1548"/>
                    <a:pt x="19063" y="60"/>
                  </a:cubicBezTo>
                  <a:lnTo>
                    <a:pt x="19063" y="60"/>
                  </a:lnTo>
                  <a:cubicBezTo>
                    <a:pt x="17467" y="810"/>
                    <a:pt x="16074" y="1965"/>
                    <a:pt x="15026" y="3382"/>
                  </a:cubicBezTo>
                  <a:cubicBezTo>
                    <a:pt x="14776" y="2191"/>
                    <a:pt x="14360" y="1048"/>
                    <a:pt x="13812" y="0"/>
                  </a:cubicBezTo>
                  <a:cubicBezTo>
                    <a:pt x="13348" y="762"/>
                    <a:pt x="12979" y="1572"/>
                    <a:pt x="12717" y="2429"/>
                  </a:cubicBezTo>
                  <a:cubicBezTo>
                    <a:pt x="12455" y="1572"/>
                    <a:pt x="12086" y="762"/>
                    <a:pt x="116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5151;p116">
              <a:extLst>
                <a:ext uri="{FF2B5EF4-FFF2-40B4-BE49-F238E27FC236}">
                  <a16:creationId xmlns:a16="http://schemas.microsoft.com/office/drawing/2014/main" id="{BC45D721-F188-835B-38A8-E1DBA7DE1422}"/>
                </a:ext>
              </a:extLst>
            </p:cNvPr>
            <p:cNvSpPr/>
            <p:nvPr/>
          </p:nvSpPr>
          <p:spPr>
            <a:xfrm>
              <a:off x="1815100" y="4378650"/>
              <a:ext cx="651300" cy="287550"/>
            </a:xfrm>
            <a:custGeom>
              <a:avLst/>
              <a:gdLst/>
              <a:ahLst/>
              <a:cxnLst/>
              <a:rect l="l" t="t" r="r" b="b"/>
              <a:pathLst>
                <a:path w="26052" h="11502" extrusionOk="0">
                  <a:moveTo>
                    <a:pt x="11907" y="0"/>
                  </a:moveTo>
                  <a:cubicBezTo>
                    <a:pt x="11347" y="1072"/>
                    <a:pt x="10930" y="2251"/>
                    <a:pt x="10668" y="3453"/>
                  </a:cubicBezTo>
                  <a:cubicBezTo>
                    <a:pt x="9597" y="2001"/>
                    <a:pt x="8168" y="822"/>
                    <a:pt x="6525" y="60"/>
                  </a:cubicBezTo>
                  <a:lnTo>
                    <a:pt x="6525" y="60"/>
                  </a:lnTo>
                  <a:cubicBezTo>
                    <a:pt x="6680" y="1584"/>
                    <a:pt x="7108" y="3108"/>
                    <a:pt x="7763" y="4513"/>
                  </a:cubicBezTo>
                  <a:cubicBezTo>
                    <a:pt x="5803" y="3806"/>
                    <a:pt x="3723" y="3435"/>
                    <a:pt x="1642" y="3435"/>
                  </a:cubicBezTo>
                  <a:cubicBezTo>
                    <a:pt x="1094" y="3435"/>
                    <a:pt x="546" y="3460"/>
                    <a:pt x="0" y="3513"/>
                  </a:cubicBezTo>
                  <a:cubicBezTo>
                    <a:pt x="1524" y="5608"/>
                    <a:pt x="3453" y="7454"/>
                    <a:pt x="5620" y="8930"/>
                  </a:cubicBezTo>
                  <a:cubicBezTo>
                    <a:pt x="4513" y="9501"/>
                    <a:pt x="3513" y="10252"/>
                    <a:pt x="2667" y="11168"/>
                  </a:cubicBezTo>
                  <a:cubicBezTo>
                    <a:pt x="3604" y="11376"/>
                    <a:pt x="4578" y="11480"/>
                    <a:pt x="5558" y="11480"/>
                  </a:cubicBezTo>
                  <a:cubicBezTo>
                    <a:pt x="6821" y="11480"/>
                    <a:pt x="8092" y="11308"/>
                    <a:pt x="9299" y="10966"/>
                  </a:cubicBezTo>
                  <a:cubicBezTo>
                    <a:pt x="9752" y="11168"/>
                    <a:pt x="10204" y="11347"/>
                    <a:pt x="10656" y="11502"/>
                  </a:cubicBezTo>
                  <a:cubicBezTo>
                    <a:pt x="11145" y="10252"/>
                    <a:pt x="11240" y="8966"/>
                    <a:pt x="11549" y="7692"/>
                  </a:cubicBezTo>
                  <a:cubicBezTo>
                    <a:pt x="12038" y="7561"/>
                    <a:pt x="12526" y="7406"/>
                    <a:pt x="13026" y="7323"/>
                  </a:cubicBezTo>
                  <a:cubicBezTo>
                    <a:pt x="13538" y="7406"/>
                    <a:pt x="14014" y="7561"/>
                    <a:pt x="14514" y="7692"/>
                  </a:cubicBezTo>
                  <a:cubicBezTo>
                    <a:pt x="14824" y="8966"/>
                    <a:pt x="14919" y="10252"/>
                    <a:pt x="15407" y="11502"/>
                  </a:cubicBezTo>
                  <a:cubicBezTo>
                    <a:pt x="15859" y="11347"/>
                    <a:pt x="16312" y="11168"/>
                    <a:pt x="16764" y="10966"/>
                  </a:cubicBezTo>
                  <a:cubicBezTo>
                    <a:pt x="17971" y="11308"/>
                    <a:pt x="19242" y="11480"/>
                    <a:pt x="20505" y="11480"/>
                  </a:cubicBezTo>
                  <a:cubicBezTo>
                    <a:pt x="21485" y="11480"/>
                    <a:pt x="22460" y="11376"/>
                    <a:pt x="23396" y="11168"/>
                  </a:cubicBezTo>
                  <a:cubicBezTo>
                    <a:pt x="22551" y="10252"/>
                    <a:pt x="21539" y="9501"/>
                    <a:pt x="20443" y="8930"/>
                  </a:cubicBezTo>
                  <a:cubicBezTo>
                    <a:pt x="22610" y="7454"/>
                    <a:pt x="24539" y="5608"/>
                    <a:pt x="26051" y="3513"/>
                  </a:cubicBezTo>
                  <a:cubicBezTo>
                    <a:pt x="25508" y="3460"/>
                    <a:pt x="24961" y="3435"/>
                    <a:pt x="24414" y="3435"/>
                  </a:cubicBezTo>
                  <a:cubicBezTo>
                    <a:pt x="22336" y="3435"/>
                    <a:pt x="20251" y="3806"/>
                    <a:pt x="18300" y="4513"/>
                  </a:cubicBezTo>
                  <a:cubicBezTo>
                    <a:pt x="18955" y="3108"/>
                    <a:pt x="19384" y="1584"/>
                    <a:pt x="19538" y="60"/>
                  </a:cubicBezTo>
                  <a:lnTo>
                    <a:pt x="19538" y="60"/>
                  </a:lnTo>
                  <a:cubicBezTo>
                    <a:pt x="17895" y="822"/>
                    <a:pt x="16467" y="2001"/>
                    <a:pt x="15395" y="3453"/>
                  </a:cubicBezTo>
                  <a:cubicBezTo>
                    <a:pt x="15133" y="2251"/>
                    <a:pt x="14716" y="1072"/>
                    <a:pt x="14157" y="0"/>
                  </a:cubicBezTo>
                  <a:cubicBezTo>
                    <a:pt x="13681" y="774"/>
                    <a:pt x="13300" y="1608"/>
                    <a:pt x="13026" y="2477"/>
                  </a:cubicBezTo>
                  <a:cubicBezTo>
                    <a:pt x="12764" y="1608"/>
                    <a:pt x="12383" y="774"/>
                    <a:pt x="119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5152;p116">
              <a:extLst>
                <a:ext uri="{FF2B5EF4-FFF2-40B4-BE49-F238E27FC236}">
                  <a16:creationId xmlns:a16="http://schemas.microsoft.com/office/drawing/2014/main" id="{56246903-91C2-8149-7B7D-462C8CB0EB18}"/>
                </a:ext>
              </a:extLst>
            </p:cNvPr>
            <p:cNvSpPr/>
            <p:nvPr/>
          </p:nvSpPr>
          <p:spPr>
            <a:xfrm>
              <a:off x="2199075" y="4333700"/>
              <a:ext cx="651300" cy="287850"/>
            </a:xfrm>
            <a:custGeom>
              <a:avLst/>
              <a:gdLst/>
              <a:ahLst/>
              <a:cxnLst/>
              <a:rect l="l" t="t" r="r" b="b"/>
              <a:pathLst>
                <a:path w="26052" h="11514" extrusionOk="0">
                  <a:moveTo>
                    <a:pt x="11907" y="0"/>
                  </a:moveTo>
                  <a:cubicBezTo>
                    <a:pt x="11335" y="1072"/>
                    <a:pt x="10918" y="2251"/>
                    <a:pt x="10656" y="3453"/>
                  </a:cubicBezTo>
                  <a:cubicBezTo>
                    <a:pt x="9597" y="2001"/>
                    <a:pt x="8156" y="822"/>
                    <a:pt x="6525" y="60"/>
                  </a:cubicBezTo>
                  <a:lnTo>
                    <a:pt x="6525" y="60"/>
                  </a:lnTo>
                  <a:cubicBezTo>
                    <a:pt x="6680" y="1584"/>
                    <a:pt x="7108" y="3108"/>
                    <a:pt x="7763" y="4513"/>
                  </a:cubicBezTo>
                  <a:cubicBezTo>
                    <a:pt x="5803" y="3806"/>
                    <a:pt x="3723" y="3435"/>
                    <a:pt x="1642" y="3435"/>
                  </a:cubicBezTo>
                  <a:cubicBezTo>
                    <a:pt x="1094" y="3435"/>
                    <a:pt x="546" y="3461"/>
                    <a:pt x="0" y="3513"/>
                  </a:cubicBezTo>
                  <a:cubicBezTo>
                    <a:pt x="1512" y="5608"/>
                    <a:pt x="3453" y="7454"/>
                    <a:pt x="5620" y="8930"/>
                  </a:cubicBezTo>
                  <a:cubicBezTo>
                    <a:pt x="4513" y="9502"/>
                    <a:pt x="3501" y="10264"/>
                    <a:pt x="2655" y="11168"/>
                  </a:cubicBezTo>
                  <a:cubicBezTo>
                    <a:pt x="3597" y="11377"/>
                    <a:pt x="4575" y="11480"/>
                    <a:pt x="5556" y="11480"/>
                  </a:cubicBezTo>
                  <a:cubicBezTo>
                    <a:pt x="6821" y="11480"/>
                    <a:pt x="8092" y="11308"/>
                    <a:pt x="9299" y="10966"/>
                  </a:cubicBezTo>
                  <a:cubicBezTo>
                    <a:pt x="9740" y="11168"/>
                    <a:pt x="10192" y="11347"/>
                    <a:pt x="10656" y="11514"/>
                  </a:cubicBezTo>
                  <a:cubicBezTo>
                    <a:pt x="11133" y="10252"/>
                    <a:pt x="11228" y="8966"/>
                    <a:pt x="11549" y="7692"/>
                  </a:cubicBezTo>
                  <a:cubicBezTo>
                    <a:pt x="12038" y="7561"/>
                    <a:pt x="12514" y="7406"/>
                    <a:pt x="13026" y="7323"/>
                  </a:cubicBezTo>
                  <a:cubicBezTo>
                    <a:pt x="13538" y="7406"/>
                    <a:pt x="14014" y="7561"/>
                    <a:pt x="14502" y="7692"/>
                  </a:cubicBezTo>
                  <a:cubicBezTo>
                    <a:pt x="14824" y="8966"/>
                    <a:pt x="14919" y="10252"/>
                    <a:pt x="15407" y="11514"/>
                  </a:cubicBezTo>
                  <a:cubicBezTo>
                    <a:pt x="15860" y="11347"/>
                    <a:pt x="16312" y="11168"/>
                    <a:pt x="16752" y="10966"/>
                  </a:cubicBezTo>
                  <a:cubicBezTo>
                    <a:pt x="17966" y="11308"/>
                    <a:pt x="19236" y="11480"/>
                    <a:pt x="20499" y="11480"/>
                  </a:cubicBezTo>
                  <a:cubicBezTo>
                    <a:pt x="21479" y="11480"/>
                    <a:pt x="22455" y="11377"/>
                    <a:pt x="23396" y="11168"/>
                  </a:cubicBezTo>
                  <a:cubicBezTo>
                    <a:pt x="22551" y="10264"/>
                    <a:pt x="21539" y="9502"/>
                    <a:pt x="20432" y="8930"/>
                  </a:cubicBezTo>
                  <a:cubicBezTo>
                    <a:pt x="22610" y="7454"/>
                    <a:pt x="24539" y="5608"/>
                    <a:pt x="26051" y="3513"/>
                  </a:cubicBezTo>
                  <a:cubicBezTo>
                    <a:pt x="25505" y="3461"/>
                    <a:pt x="24957" y="3435"/>
                    <a:pt x="24409" y="3435"/>
                  </a:cubicBezTo>
                  <a:cubicBezTo>
                    <a:pt x="22328" y="3435"/>
                    <a:pt x="20249" y="3806"/>
                    <a:pt x="18288" y="4513"/>
                  </a:cubicBezTo>
                  <a:cubicBezTo>
                    <a:pt x="18955" y="3108"/>
                    <a:pt x="19384" y="1584"/>
                    <a:pt x="19527" y="60"/>
                  </a:cubicBezTo>
                  <a:lnTo>
                    <a:pt x="19527" y="60"/>
                  </a:lnTo>
                  <a:cubicBezTo>
                    <a:pt x="17895" y="822"/>
                    <a:pt x="16467" y="2001"/>
                    <a:pt x="15395" y="3453"/>
                  </a:cubicBezTo>
                  <a:cubicBezTo>
                    <a:pt x="15133" y="2251"/>
                    <a:pt x="14717" y="1072"/>
                    <a:pt x="14157" y="0"/>
                  </a:cubicBezTo>
                  <a:cubicBezTo>
                    <a:pt x="13669" y="774"/>
                    <a:pt x="13300" y="1608"/>
                    <a:pt x="13026" y="2477"/>
                  </a:cubicBezTo>
                  <a:cubicBezTo>
                    <a:pt x="12764" y="1608"/>
                    <a:pt x="12383" y="774"/>
                    <a:pt x="119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153;p116">
              <a:extLst>
                <a:ext uri="{FF2B5EF4-FFF2-40B4-BE49-F238E27FC236}">
                  <a16:creationId xmlns:a16="http://schemas.microsoft.com/office/drawing/2014/main" id="{11DF2E20-1B36-6428-3F00-30D6AB5EAF82}"/>
                </a:ext>
              </a:extLst>
            </p:cNvPr>
            <p:cNvSpPr/>
            <p:nvPr/>
          </p:nvSpPr>
          <p:spPr>
            <a:xfrm>
              <a:off x="5345600" y="1783075"/>
              <a:ext cx="105400" cy="1452600"/>
            </a:xfrm>
            <a:custGeom>
              <a:avLst/>
              <a:gdLst/>
              <a:ahLst/>
              <a:cxnLst/>
              <a:rect l="l" t="t" r="r" b="b"/>
              <a:pathLst>
                <a:path w="4216" h="58104" extrusionOk="0">
                  <a:moveTo>
                    <a:pt x="0" y="1"/>
                  </a:moveTo>
                  <a:lnTo>
                    <a:pt x="0" y="58103"/>
                  </a:lnTo>
                  <a:cubicBezTo>
                    <a:pt x="1405" y="57972"/>
                    <a:pt x="2810" y="57865"/>
                    <a:pt x="4215" y="57806"/>
                  </a:cubicBezTo>
                  <a:lnTo>
                    <a:pt x="42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5154;p116">
              <a:extLst>
                <a:ext uri="{FF2B5EF4-FFF2-40B4-BE49-F238E27FC236}">
                  <a16:creationId xmlns:a16="http://schemas.microsoft.com/office/drawing/2014/main" id="{987DC385-D186-D89F-28E1-A8D74327048F}"/>
                </a:ext>
              </a:extLst>
            </p:cNvPr>
            <p:cNvSpPr/>
            <p:nvPr/>
          </p:nvSpPr>
          <p:spPr>
            <a:xfrm>
              <a:off x="5177425" y="1684575"/>
              <a:ext cx="481025" cy="197350"/>
            </a:xfrm>
            <a:custGeom>
              <a:avLst/>
              <a:gdLst/>
              <a:ahLst/>
              <a:cxnLst/>
              <a:rect l="l" t="t" r="r" b="b"/>
              <a:pathLst>
                <a:path w="19241" h="7894" extrusionOk="0">
                  <a:moveTo>
                    <a:pt x="0" y="0"/>
                  </a:moveTo>
                  <a:lnTo>
                    <a:pt x="0" y="7894"/>
                  </a:lnTo>
                  <a:lnTo>
                    <a:pt x="15288" y="7894"/>
                  </a:lnTo>
                  <a:cubicBezTo>
                    <a:pt x="17479" y="7894"/>
                    <a:pt x="19241" y="6132"/>
                    <a:pt x="19241" y="3953"/>
                  </a:cubicBezTo>
                  <a:cubicBezTo>
                    <a:pt x="19241" y="1762"/>
                    <a:pt x="17479" y="0"/>
                    <a:pt x="152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5155;p116">
              <a:extLst>
                <a:ext uri="{FF2B5EF4-FFF2-40B4-BE49-F238E27FC236}">
                  <a16:creationId xmlns:a16="http://schemas.microsoft.com/office/drawing/2014/main" id="{4B0D2BF6-75A3-1BD1-0965-C8D56BF1ACA2}"/>
                </a:ext>
              </a:extLst>
            </p:cNvPr>
            <p:cNvSpPr/>
            <p:nvPr/>
          </p:nvSpPr>
          <p:spPr>
            <a:xfrm>
              <a:off x="5177425" y="1684575"/>
              <a:ext cx="481025" cy="197350"/>
            </a:xfrm>
            <a:custGeom>
              <a:avLst/>
              <a:gdLst/>
              <a:ahLst/>
              <a:cxnLst/>
              <a:rect l="l" t="t" r="r" b="b"/>
              <a:pathLst>
                <a:path w="19241" h="7894" extrusionOk="0">
                  <a:moveTo>
                    <a:pt x="0" y="0"/>
                  </a:moveTo>
                  <a:lnTo>
                    <a:pt x="0" y="7894"/>
                  </a:lnTo>
                  <a:lnTo>
                    <a:pt x="15288" y="7894"/>
                  </a:lnTo>
                  <a:cubicBezTo>
                    <a:pt x="17479" y="7894"/>
                    <a:pt x="19241" y="6132"/>
                    <a:pt x="19241" y="3953"/>
                  </a:cubicBezTo>
                  <a:cubicBezTo>
                    <a:pt x="19241" y="1762"/>
                    <a:pt x="17479" y="0"/>
                    <a:pt x="152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156;p116">
              <a:extLst>
                <a:ext uri="{FF2B5EF4-FFF2-40B4-BE49-F238E27FC236}">
                  <a16:creationId xmlns:a16="http://schemas.microsoft.com/office/drawing/2014/main" id="{BB8D4857-5FD0-6DAB-520C-AED5E18DD414}"/>
                </a:ext>
              </a:extLst>
            </p:cNvPr>
            <p:cNvSpPr/>
            <p:nvPr/>
          </p:nvSpPr>
          <p:spPr>
            <a:xfrm>
              <a:off x="5177425" y="1733975"/>
              <a:ext cx="481025" cy="147950"/>
            </a:xfrm>
            <a:custGeom>
              <a:avLst/>
              <a:gdLst/>
              <a:ahLst/>
              <a:cxnLst/>
              <a:rect l="l" t="t" r="r" b="b"/>
              <a:pathLst>
                <a:path w="19241" h="5918" extrusionOk="0">
                  <a:moveTo>
                    <a:pt x="18693" y="0"/>
                  </a:moveTo>
                  <a:cubicBezTo>
                    <a:pt x="18014" y="1167"/>
                    <a:pt x="16752" y="1977"/>
                    <a:pt x="15288" y="1977"/>
                  </a:cubicBezTo>
                  <a:lnTo>
                    <a:pt x="0" y="1977"/>
                  </a:lnTo>
                  <a:lnTo>
                    <a:pt x="0" y="5918"/>
                  </a:lnTo>
                  <a:lnTo>
                    <a:pt x="15288" y="5918"/>
                  </a:lnTo>
                  <a:cubicBezTo>
                    <a:pt x="17479" y="5918"/>
                    <a:pt x="19241" y="4156"/>
                    <a:pt x="19241" y="1977"/>
                  </a:cubicBezTo>
                  <a:cubicBezTo>
                    <a:pt x="19241" y="1251"/>
                    <a:pt x="19038" y="584"/>
                    <a:pt x="186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5157;p116">
              <a:extLst>
                <a:ext uri="{FF2B5EF4-FFF2-40B4-BE49-F238E27FC236}">
                  <a16:creationId xmlns:a16="http://schemas.microsoft.com/office/drawing/2014/main" id="{2FDE8284-B91C-8F72-E60B-E0EACC7B9172}"/>
                </a:ext>
              </a:extLst>
            </p:cNvPr>
            <p:cNvSpPr/>
            <p:nvPr/>
          </p:nvSpPr>
          <p:spPr>
            <a:xfrm>
              <a:off x="5127425" y="1151750"/>
              <a:ext cx="100325" cy="631650"/>
            </a:xfrm>
            <a:custGeom>
              <a:avLst/>
              <a:gdLst/>
              <a:ahLst/>
              <a:cxnLst/>
              <a:rect l="l" t="t" r="r" b="b"/>
              <a:pathLst>
                <a:path w="4013" h="25266" extrusionOk="0">
                  <a:moveTo>
                    <a:pt x="2000" y="1"/>
                  </a:moveTo>
                  <a:cubicBezTo>
                    <a:pt x="834" y="1870"/>
                    <a:pt x="0" y="6823"/>
                    <a:pt x="0" y="12633"/>
                  </a:cubicBezTo>
                  <a:cubicBezTo>
                    <a:pt x="0" y="18456"/>
                    <a:pt x="834" y="23397"/>
                    <a:pt x="2000" y="25266"/>
                  </a:cubicBezTo>
                  <a:cubicBezTo>
                    <a:pt x="3179" y="23397"/>
                    <a:pt x="4012" y="18456"/>
                    <a:pt x="4012" y="12633"/>
                  </a:cubicBezTo>
                  <a:cubicBezTo>
                    <a:pt x="4012" y="6823"/>
                    <a:pt x="3179" y="1870"/>
                    <a:pt x="20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158;p116">
              <a:extLst>
                <a:ext uri="{FF2B5EF4-FFF2-40B4-BE49-F238E27FC236}">
                  <a16:creationId xmlns:a16="http://schemas.microsoft.com/office/drawing/2014/main" id="{56B05FDA-B603-B6C7-AFF2-6E9D8A02DE6A}"/>
                </a:ext>
              </a:extLst>
            </p:cNvPr>
            <p:cNvSpPr/>
            <p:nvPr/>
          </p:nvSpPr>
          <p:spPr>
            <a:xfrm>
              <a:off x="5177425" y="1151750"/>
              <a:ext cx="50325" cy="631650"/>
            </a:xfrm>
            <a:custGeom>
              <a:avLst/>
              <a:gdLst/>
              <a:ahLst/>
              <a:cxnLst/>
              <a:rect l="l" t="t" r="r" b="b"/>
              <a:pathLst>
                <a:path w="2013" h="25266" extrusionOk="0">
                  <a:moveTo>
                    <a:pt x="0" y="1"/>
                  </a:moveTo>
                  <a:lnTo>
                    <a:pt x="0" y="25266"/>
                  </a:lnTo>
                  <a:cubicBezTo>
                    <a:pt x="1179" y="23397"/>
                    <a:pt x="2012" y="18456"/>
                    <a:pt x="2012" y="12633"/>
                  </a:cubicBezTo>
                  <a:cubicBezTo>
                    <a:pt x="2012" y="6823"/>
                    <a:pt x="1179" y="1870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159;p116">
              <a:extLst>
                <a:ext uri="{FF2B5EF4-FFF2-40B4-BE49-F238E27FC236}">
                  <a16:creationId xmlns:a16="http://schemas.microsoft.com/office/drawing/2014/main" id="{706A37E5-1875-7A18-7FD4-6C5ACCFB9C25}"/>
                </a:ext>
              </a:extLst>
            </p:cNvPr>
            <p:cNvSpPr/>
            <p:nvPr/>
          </p:nvSpPr>
          <p:spPr>
            <a:xfrm>
              <a:off x="4630625" y="1783325"/>
              <a:ext cx="546825" cy="315675"/>
            </a:xfrm>
            <a:custGeom>
              <a:avLst/>
              <a:gdLst/>
              <a:ahLst/>
              <a:cxnLst/>
              <a:rect l="l" t="t" r="r" b="b"/>
              <a:pathLst>
                <a:path w="21873" h="12627" extrusionOk="0">
                  <a:moveTo>
                    <a:pt x="21717" y="0"/>
                  </a:moveTo>
                  <a:cubicBezTo>
                    <a:pt x="19465" y="0"/>
                    <a:pt x="14863" y="1725"/>
                    <a:pt x="9942" y="4575"/>
                  </a:cubicBezTo>
                  <a:cubicBezTo>
                    <a:pt x="4906" y="7480"/>
                    <a:pt x="1036" y="10683"/>
                    <a:pt x="1" y="12623"/>
                  </a:cubicBezTo>
                  <a:cubicBezTo>
                    <a:pt x="51" y="12625"/>
                    <a:pt x="102" y="12626"/>
                    <a:pt x="155" y="12626"/>
                  </a:cubicBezTo>
                  <a:cubicBezTo>
                    <a:pt x="2418" y="12626"/>
                    <a:pt x="7021" y="10890"/>
                    <a:pt x="11943" y="8052"/>
                  </a:cubicBezTo>
                  <a:cubicBezTo>
                    <a:pt x="16979" y="5146"/>
                    <a:pt x="20848" y="1944"/>
                    <a:pt x="21872" y="3"/>
                  </a:cubicBezTo>
                  <a:cubicBezTo>
                    <a:pt x="21822" y="1"/>
                    <a:pt x="21770" y="0"/>
                    <a:pt x="217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160;p116">
              <a:extLst>
                <a:ext uri="{FF2B5EF4-FFF2-40B4-BE49-F238E27FC236}">
                  <a16:creationId xmlns:a16="http://schemas.microsoft.com/office/drawing/2014/main" id="{98BD12BB-6A40-A940-7261-2D34E2C65C34}"/>
                </a:ext>
              </a:extLst>
            </p:cNvPr>
            <p:cNvSpPr/>
            <p:nvPr/>
          </p:nvSpPr>
          <p:spPr>
            <a:xfrm>
              <a:off x="4630625" y="1783325"/>
              <a:ext cx="546825" cy="315600"/>
            </a:xfrm>
            <a:custGeom>
              <a:avLst/>
              <a:gdLst/>
              <a:ahLst/>
              <a:cxnLst/>
              <a:rect l="l" t="t" r="r" b="b"/>
              <a:pathLst>
                <a:path w="21873" h="12624" extrusionOk="0">
                  <a:moveTo>
                    <a:pt x="21717" y="0"/>
                  </a:moveTo>
                  <a:cubicBezTo>
                    <a:pt x="19465" y="0"/>
                    <a:pt x="14863" y="1725"/>
                    <a:pt x="9942" y="4575"/>
                  </a:cubicBezTo>
                  <a:cubicBezTo>
                    <a:pt x="4894" y="7480"/>
                    <a:pt x="1036" y="10683"/>
                    <a:pt x="1" y="12623"/>
                  </a:cubicBezTo>
                  <a:lnTo>
                    <a:pt x="21872" y="3"/>
                  </a:lnTo>
                  <a:cubicBezTo>
                    <a:pt x="21822" y="1"/>
                    <a:pt x="21770" y="0"/>
                    <a:pt x="217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161;p116">
              <a:extLst>
                <a:ext uri="{FF2B5EF4-FFF2-40B4-BE49-F238E27FC236}">
                  <a16:creationId xmlns:a16="http://schemas.microsoft.com/office/drawing/2014/main" id="{7FACB9B9-D7D8-540C-F30F-3761209F6A86}"/>
                </a:ext>
              </a:extLst>
            </p:cNvPr>
            <p:cNvSpPr/>
            <p:nvPr/>
          </p:nvSpPr>
          <p:spPr>
            <a:xfrm>
              <a:off x="5177425" y="1783325"/>
              <a:ext cx="546825" cy="315675"/>
            </a:xfrm>
            <a:custGeom>
              <a:avLst/>
              <a:gdLst/>
              <a:ahLst/>
              <a:cxnLst/>
              <a:rect l="l" t="t" r="r" b="b"/>
              <a:pathLst>
                <a:path w="21873" h="12627" extrusionOk="0">
                  <a:moveTo>
                    <a:pt x="156" y="0"/>
                  </a:moveTo>
                  <a:cubicBezTo>
                    <a:pt x="103" y="0"/>
                    <a:pt x="51" y="1"/>
                    <a:pt x="0" y="3"/>
                  </a:cubicBezTo>
                  <a:cubicBezTo>
                    <a:pt x="1036" y="1944"/>
                    <a:pt x="4894" y="5146"/>
                    <a:pt x="9942" y="8052"/>
                  </a:cubicBezTo>
                  <a:cubicBezTo>
                    <a:pt x="14863" y="10890"/>
                    <a:pt x="19466" y="12626"/>
                    <a:pt x="21718" y="12626"/>
                  </a:cubicBezTo>
                  <a:cubicBezTo>
                    <a:pt x="21771" y="12626"/>
                    <a:pt x="21822" y="12625"/>
                    <a:pt x="21872" y="12623"/>
                  </a:cubicBezTo>
                  <a:cubicBezTo>
                    <a:pt x="20848" y="10683"/>
                    <a:pt x="16979" y="7480"/>
                    <a:pt x="11942" y="4575"/>
                  </a:cubicBezTo>
                  <a:cubicBezTo>
                    <a:pt x="7022" y="1725"/>
                    <a:pt x="2419" y="0"/>
                    <a:pt x="1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162;p116">
              <a:extLst>
                <a:ext uri="{FF2B5EF4-FFF2-40B4-BE49-F238E27FC236}">
                  <a16:creationId xmlns:a16="http://schemas.microsoft.com/office/drawing/2014/main" id="{E2A817B3-C40D-6A7C-10C0-64E2384A21AA}"/>
                </a:ext>
              </a:extLst>
            </p:cNvPr>
            <p:cNvSpPr/>
            <p:nvPr/>
          </p:nvSpPr>
          <p:spPr>
            <a:xfrm>
              <a:off x="5177425" y="1783375"/>
              <a:ext cx="546825" cy="315625"/>
            </a:xfrm>
            <a:custGeom>
              <a:avLst/>
              <a:gdLst/>
              <a:ahLst/>
              <a:cxnLst/>
              <a:rect l="l" t="t" r="r" b="b"/>
              <a:pathLst>
                <a:path w="21873" h="12625" extrusionOk="0">
                  <a:moveTo>
                    <a:pt x="0" y="1"/>
                  </a:moveTo>
                  <a:cubicBezTo>
                    <a:pt x="1036" y="1942"/>
                    <a:pt x="4894" y="5144"/>
                    <a:pt x="9942" y="8050"/>
                  </a:cubicBezTo>
                  <a:cubicBezTo>
                    <a:pt x="14863" y="10888"/>
                    <a:pt x="19466" y="12624"/>
                    <a:pt x="21718" y="12624"/>
                  </a:cubicBezTo>
                  <a:cubicBezTo>
                    <a:pt x="21771" y="12624"/>
                    <a:pt x="21822" y="12623"/>
                    <a:pt x="21872" y="1262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163;p116">
              <a:extLst>
                <a:ext uri="{FF2B5EF4-FFF2-40B4-BE49-F238E27FC236}">
                  <a16:creationId xmlns:a16="http://schemas.microsoft.com/office/drawing/2014/main" id="{840D6A22-6BE6-1ED3-A866-D164C03B36C3}"/>
                </a:ext>
              </a:extLst>
            </p:cNvPr>
            <p:cNvSpPr/>
            <p:nvPr/>
          </p:nvSpPr>
          <p:spPr>
            <a:xfrm>
              <a:off x="5078900" y="1684575"/>
              <a:ext cx="197375" cy="197350"/>
            </a:xfrm>
            <a:custGeom>
              <a:avLst/>
              <a:gdLst/>
              <a:ahLst/>
              <a:cxnLst/>
              <a:rect l="l" t="t" r="r" b="b"/>
              <a:pathLst>
                <a:path w="7895" h="7894" extrusionOk="0">
                  <a:moveTo>
                    <a:pt x="3941" y="0"/>
                  </a:moveTo>
                  <a:cubicBezTo>
                    <a:pt x="1762" y="0"/>
                    <a:pt x="0" y="1762"/>
                    <a:pt x="0" y="3953"/>
                  </a:cubicBezTo>
                  <a:cubicBezTo>
                    <a:pt x="0" y="6132"/>
                    <a:pt x="1762" y="7894"/>
                    <a:pt x="3941" y="7894"/>
                  </a:cubicBezTo>
                  <a:cubicBezTo>
                    <a:pt x="6132" y="7894"/>
                    <a:pt x="7894" y="6132"/>
                    <a:pt x="7894" y="3953"/>
                  </a:cubicBezTo>
                  <a:cubicBezTo>
                    <a:pt x="7894" y="1762"/>
                    <a:pt x="6132" y="0"/>
                    <a:pt x="39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64;p116">
              <a:extLst>
                <a:ext uri="{FF2B5EF4-FFF2-40B4-BE49-F238E27FC236}">
                  <a16:creationId xmlns:a16="http://schemas.microsoft.com/office/drawing/2014/main" id="{6E738866-6C3C-E240-79AD-293627747EF6}"/>
                </a:ext>
              </a:extLst>
            </p:cNvPr>
            <p:cNvSpPr/>
            <p:nvPr/>
          </p:nvSpPr>
          <p:spPr>
            <a:xfrm>
              <a:off x="4982750" y="2572775"/>
              <a:ext cx="81000" cy="1117425"/>
            </a:xfrm>
            <a:custGeom>
              <a:avLst/>
              <a:gdLst/>
              <a:ahLst/>
              <a:cxnLst/>
              <a:rect l="l" t="t" r="r" b="b"/>
              <a:pathLst>
                <a:path w="3240" h="44697" extrusionOk="0">
                  <a:moveTo>
                    <a:pt x="1" y="0"/>
                  </a:moveTo>
                  <a:lnTo>
                    <a:pt x="1" y="44696"/>
                  </a:lnTo>
                  <a:cubicBezTo>
                    <a:pt x="1084" y="44589"/>
                    <a:pt x="2168" y="44506"/>
                    <a:pt x="3239" y="44458"/>
                  </a:cubicBezTo>
                  <a:lnTo>
                    <a:pt x="32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165;p116">
              <a:extLst>
                <a:ext uri="{FF2B5EF4-FFF2-40B4-BE49-F238E27FC236}">
                  <a16:creationId xmlns:a16="http://schemas.microsoft.com/office/drawing/2014/main" id="{158F6D13-9798-134E-A5A4-FA9ADFD91212}"/>
                </a:ext>
              </a:extLst>
            </p:cNvPr>
            <p:cNvSpPr/>
            <p:nvPr/>
          </p:nvSpPr>
          <p:spPr>
            <a:xfrm>
              <a:off x="4853575" y="2496575"/>
              <a:ext cx="370000" cy="152125"/>
            </a:xfrm>
            <a:custGeom>
              <a:avLst/>
              <a:gdLst/>
              <a:ahLst/>
              <a:cxnLst/>
              <a:rect l="l" t="t" r="r" b="b"/>
              <a:pathLst>
                <a:path w="14800" h="6085" extrusionOk="0">
                  <a:moveTo>
                    <a:pt x="0" y="0"/>
                  </a:moveTo>
                  <a:lnTo>
                    <a:pt x="0" y="6084"/>
                  </a:lnTo>
                  <a:lnTo>
                    <a:pt x="11764" y="6084"/>
                  </a:lnTo>
                  <a:cubicBezTo>
                    <a:pt x="13442" y="6084"/>
                    <a:pt x="14800" y="4727"/>
                    <a:pt x="14800" y="3048"/>
                  </a:cubicBezTo>
                  <a:cubicBezTo>
                    <a:pt x="14800" y="1369"/>
                    <a:pt x="13442" y="0"/>
                    <a:pt x="117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166;p116">
              <a:extLst>
                <a:ext uri="{FF2B5EF4-FFF2-40B4-BE49-F238E27FC236}">
                  <a16:creationId xmlns:a16="http://schemas.microsoft.com/office/drawing/2014/main" id="{D86276BF-1994-C1A8-7E1C-2CD91E8BD417}"/>
                </a:ext>
              </a:extLst>
            </p:cNvPr>
            <p:cNvSpPr/>
            <p:nvPr/>
          </p:nvSpPr>
          <p:spPr>
            <a:xfrm>
              <a:off x="4853575" y="2496575"/>
              <a:ext cx="370000" cy="152125"/>
            </a:xfrm>
            <a:custGeom>
              <a:avLst/>
              <a:gdLst/>
              <a:ahLst/>
              <a:cxnLst/>
              <a:rect l="l" t="t" r="r" b="b"/>
              <a:pathLst>
                <a:path w="14800" h="6085" extrusionOk="0">
                  <a:moveTo>
                    <a:pt x="0" y="0"/>
                  </a:moveTo>
                  <a:lnTo>
                    <a:pt x="0" y="6084"/>
                  </a:lnTo>
                  <a:lnTo>
                    <a:pt x="11764" y="6084"/>
                  </a:lnTo>
                  <a:cubicBezTo>
                    <a:pt x="13442" y="6084"/>
                    <a:pt x="14800" y="4727"/>
                    <a:pt x="14800" y="3048"/>
                  </a:cubicBezTo>
                  <a:cubicBezTo>
                    <a:pt x="14800" y="1369"/>
                    <a:pt x="13442" y="0"/>
                    <a:pt x="11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167;p116">
              <a:extLst>
                <a:ext uri="{FF2B5EF4-FFF2-40B4-BE49-F238E27FC236}">
                  <a16:creationId xmlns:a16="http://schemas.microsoft.com/office/drawing/2014/main" id="{33E95FF8-5912-8253-974B-A850226B81D4}"/>
                </a:ext>
              </a:extLst>
            </p:cNvPr>
            <p:cNvSpPr/>
            <p:nvPr/>
          </p:nvSpPr>
          <p:spPr>
            <a:xfrm>
              <a:off x="4853575" y="2534675"/>
              <a:ext cx="370000" cy="114025"/>
            </a:xfrm>
            <a:custGeom>
              <a:avLst/>
              <a:gdLst/>
              <a:ahLst/>
              <a:cxnLst/>
              <a:rect l="l" t="t" r="r" b="b"/>
              <a:pathLst>
                <a:path w="14800" h="4561" extrusionOk="0">
                  <a:moveTo>
                    <a:pt x="14383" y="0"/>
                  </a:moveTo>
                  <a:cubicBezTo>
                    <a:pt x="13847" y="905"/>
                    <a:pt x="12883" y="1524"/>
                    <a:pt x="11764" y="1524"/>
                  </a:cubicBezTo>
                  <a:lnTo>
                    <a:pt x="0" y="1524"/>
                  </a:lnTo>
                  <a:lnTo>
                    <a:pt x="0" y="4560"/>
                  </a:lnTo>
                  <a:lnTo>
                    <a:pt x="11764" y="4560"/>
                  </a:lnTo>
                  <a:cubicBezTo>
                    <a:pt x="13442" y="4560"/>
                    <a:pt x="14800" y="3203"/>
                    <a:pt x="14800" y="1524"/>
                  </a:cubicBezTo>
                  <a:cubicBezTo>
                    <a:pt x="14800" y="965"/>
                    <a:pt x="14645" y="453"/>
                    <a:pt x="14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168;p116">
              <a:extLst>
                <a:ext uri="{FF2B5EF4-FFF2-40B4-BE49-F238E27FC236}">
                  <a16:creationId xmlns:a16="http://schemas.microsoft.com/office/drawing/2014/main" id="{F7287408-96CB-DC3D-AA8E-352582F2D2C9}"/>
                </a:ext>
              </a:extLst>
            </p:cNvPr>
            <p:cNvSpPr/>
            <p:nvPr/>
          </p:nvSpPr>
          <p:spPr>
            <a:xfrm>
              <a:off x="4814875" y="2087000"/>
              <a:ext cx="77425" cy="485800"/>
            </a:xfrm>
            <a:custGeom>
              <a:avLst/>
              <a:gdLst/>
              <a:ahLst/>
              <a:cxnLst/>
              <a:rect l="l" t="t" r="r" b="b"/>
              <a:pathLst>
                <a:path w="3097" h="19432" extrusionOk="0">
                  <a:moveTo>
                    <a:pt x="1548" y="0"/>
                  </a:moveTo>
                  <a:cubicBezTo>
                    <a:pt x="643" y="1429"/>
                    <a:pt x="1" y="5239"/>
                    <a:pt x="1" y="9716"/>
                  </a:cubicBezTo>
                  <a:cubicBezTo>
                    <a:pt x="1" y="14192"/>
                    <a:pt x="643" y="17991"/>
                    <a:pt x="1548" y="19431"/>
                  </a:cubicBezTo>
                  <a:cubicBezTo>
                    <a:pt x="2453" y="17991"/>
                    <a:pt x="3096" y="14192"/>
                    <a:pt x="3096" y="9716"/>
                  </a:cubicBezTo>
                  <a:cubicBezTo>
                    <a:pt x="3096" y="5239"/>
                    <a:pt x="2453" y="1429"/>
                    <a:pt x="15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169;p116">
              <a:extLst>
                <a:ext uri="{FF2B5EF4-FFF2-40B4-BE49-F238E27FC236}">
                  <a16:creationId xmlns:a16="http://schemas.microsoft.com/office/drawing/2014/main" id="{93752FB3-13EF-1EED-DB3C-5137F993D113}"/>
                </a:ext>
              </a:extLst>
            </p:cNvPr>
            <p:cNvSpPr/>
            <p:nvPr/>
          </p:nvSpPr>
          <p:spPr>
            <a:xfrm>
              <a:off x="4853575" y="2087000"/>
              <a:ext cx="38725" cy="485800"/>
            </a:xfrm>
            <a:custGeom>
              <a:avLst/>
              <a:gdLst/>
              <a:ahLst/>
              <a:cxnLst/>
              <a:rect l="l" t="t" r="r" b="b"/>
              <a:pathLst>
                <a:path w="1549" h="19432" extrusionOk="0">
                  <a:moveTo>
                    <a:pt x="0" y="0"/>
                  </a:moveTo>
                  <a:lnTo>
                    <a:pt x="0" y="19431"/>
                  </a:lnTo>
                  <a:cubicBezTo>
                    <a:pt x="905" y="17991"/>
                    <a:pt x="1548" y="14192"/>
                    <a:pt x="1548" y="9716"/>
                  </a:cubicBezTo>
                  <a:cubicBezTo>
                    <a:pt x="1548" y="5239"/>
                    <a:pt x="905" y="1429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170;p116">
              <a:extLst>
                <a:ext uri="{FF2B5EF4-FFF2-40B4-BE49-F238E27FC236}">
                  <a16:creationId xmlns:a16="http://schemas.microsoft.com/office/drawing/2014/main" id="{47BEC833-B3ED-8712-7AC3-77EF6BDBADC3}"/>
                </a:ext>
              </a:extLst>
            </p:cNvPr>
            <p:cNvSpPr/>
            <p:nvPr/>
          </p:nvSpPr>
          <p:spPr>
            <a:xfrm>
              <a:off x="4432975" y="2572700"/>
              <a:ext cx="420625" cy="243025"/>
            </a:xfrm>
            <a:custGeom>
              <a:avLst/>
              <a:gdLst/>
              <a:ahLst/>
              <a:cxnLst/>
              <a:rect l="l" t="t" r="r" b="b"/>
              <a:pathLst>
                <a:path w="16825" h="9721" extrusionOk="0">
                  <a:moveTo>
                    <a:pt x="16692" y="0"/>
                  </a:moveTo>
                  <a:cubicBezTo>
                    <a:pt x="14950" y="0"/>
                    <a:pt x="11416" y="1334"/>
                    <a:pt x="7633" y="3516"/>
                  </a:cubicBezTo>
                  <a:cubicBezTo>
                    <a:pt x="3763" y="5754"/>
                    <a:pt x="787" y="8218"/>
                    <a:pt x="1" y="9719"/>
                  </a:cubicBezTo>
                  <a:cubicBezTo>
                    <a:pt x="37" y="9720"/>
                    <a:pt x="74" y="9721"/>
                    <a:pt x="111" y="9721"/>
                  </a:cubicBezTo>
                  <a:cubicBezTo>
                    <a:pt x="1846" y="9721"/>
                    <a:pt x="5393" y="8385"/>
                    <a:pt x="9181" y="6194"/>
                  </a:cubicBezTo>
                  <a:cubicBezTo>
                    <a:pt x="13062" y="3956"/>
                    <a:pt x="16039" y="1491"/>
                    <a:pt x="16824" y="3"/>
                  </a:cubicBezTo>
                  <a:cubicBezTo>
                    <a:pt x="16781" y="1"/>
                    <a:pt x="16737" y="0"/>
                    <a:pt x="166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171;p116">
              <a:extLst>
                <a:ext uri="{FF2B5EF4-FFF2-40B4-BE49-F238E27FC236}">
                  <a16:creationId xmlns:a16="http://schemas.microsoft.com/office/drawing/2014/main" id="{BDC6F55B-C4BD-412C-B00C-880E22D0861A}"/>
                </a:ext>
              </a:extLst>
            </p:cNvPr>
            <p:cNvSpPr/>
            <p:nvPr/>
          </p:nvSpPr>
          <p:spPr>
            <a:xfrm>
              <a:off x="4432975" y="2572700"/>
              <a:ext cx="420625" cy="242975"/>
            </a:xfrm>
            <a:custGeom>
              <a:avLst/>
              <a:gdLst/>
              <a:ahLst/>
              <a:cxnLst/>
              <a:rect l="l" t="t" r="r" b="b"/>
              <a:pathLst>
                <a:path w="16825" h="9719" extrusionOk="0">
                  <a:moveTo>
                    <a:pt x="16692" y="0"/>
                  </a:moveTo>
                  <a:cubicBezTo>
                    <a:pt x="14950" y="0"/>
                    <a:pt x="11416" y="1334"/>
                    <a:pt x="7633" y="3516"/>
                  </a:cubicBezTo>
                  <a:cubicBezTo>
                    <a:pt x="3763" y="5754"/>
                    <a:pt x="787" y="8218"/>
                    <a:pt x="1" y="9719"/>
                  </a:cubicBezTo>
                  <a:lnTo>
                    <a:pt x="16824" y="3"/>
                  </a:lnTo>
                  <a:cubicBezTo>
                    <a:pt x="16781" y="1"/>
                    <a:pt x="16737" y="0"/>
                    <a:pt x="166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172;p116">
              <a:extLst>
                <a:ext uri="{FF2B5EF4-FFF2-40B4-BE49-F238E27FC236}">
                  <a16:creationId xmlns:a16="http://schemas.microsoft.com/office/drawing/2014/main" id="{8CD99313-2A75-7C2E-6D7E-A67036A8DEE2}"/>
                </a:ext>
              </a:extLst>
            </p:cNvPr>
            <p:cNvSpPr/>
            <p:nvPr/>
          </p:nvSpPr>
          <p:spPr>
            <a:xfrm>
              <a:off x="4853575" y="2572700"/>
              <a:ext cx="420600" cy="243025"/>
            </a:xfrm>
            <a:custGeom>
              <a:avLst/>
              <a:gdLst/>
              <a:ahLst/>
              <a:cxnLst/>
              <a:rect l="l" t="t" r="r" b="b"/>
              <a:pathLst>
                <a:path w="16824" h="9721" extrusionOk="0">
                  <a:moveTo>
                    <a:pt x="132" y="0"/>
                  </a:moveTo>
                  <a:cubicBezTo>
                    <a:pt x="87" y="0"/>
                    <a:pt x="43" y="1"/>
                    <a:pt x="0" y="3"/>
                  </a:cubicBezTo>
                  <a:cubicBezTo>
                    <a:pt x="786" y="1491"/>
                    <a:pt x="3763" y="3956"/>
                    <a:pt x="7644" y="6194"/>
                  </a:cubicBezTo>
                  <a:cubicBezTo>
                    <a:pt x="11431" y="8385"/>
                    <a:pt x="14979" y="9721"/>
                    <a:pt x="16713" y="9721"/>
                  </a:cubicBezTo>
                  <a:cubicBezTo>
                    <a:pt x="16751" y="9721"/>
                    <a:pt x="16788" y="9720"/>
                    <a:pt x="16824" y="9719"/>
                  </a:cubicBezTo>
                  <a:cubicBezTo>
                    <a:pt x="16038" y="8218"/>
                    <a:pt x="13061" y="5754"/>
                    <a:pt x="9180" y="3516"/>
                  </a:cubicBezTo>
                  <a:cubicBezTo>
                    <a:pt x="5409" y="1334"/>
                    <a:pt x="1875" y="0"/>
                    <a:pt x="1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5173;p116">
              <a:extLst>
                <a:ext uri="{FF2B5EF4-FFF2-40B4-BE49-F238E27FC236}">
                  <a16:creationId xmlns:a16="http://schemas.microsoft.com/office/drawing/2014/main" id="{1199F8AB-0758-E88B-3BF0-303CBD61C68C}"/>
                </a:ext>
              </a:extLst>
            </p:cNvPr>
            <p:cNvSpPr/>
            <p:nvPr/>
          </p:nvSpPr>
          <p:spPr>
            <a:xfrm>
              <a:off x="4853575" y="2572775"/>
              <a:ext cx="420600" cy="242950"/>
            </a:xfrm>
            <a:custGeom>
              <a:avLst/>
              <a:gdLst/>
              <a:ahLst/>
              <a:cxnLst/>
              <a:rect l="l" t="t" r="r" b="b"/>
              <a:pathLst>
                <a:path w="16824" h="9718" extrusionOk="0">
                  <a:moveTo>
                    <a:pt x="0" y="0"/>
                  </a:moveTo>
                  <a:cubicBezTo>
                    <a:pt x="786" y="1488"/>
                    <a:pt x="3763" y="3953"/>
                    <a:pt x="7644" y="6191"/>
                  </a:cubicBezTo>
                  <a:cubicBezTo>
                    <a:pt x="11431" y="8382"/>
                    <a:pt x="14979" y="9718"/>
                    <a:pt x="16713" y="9718"/>
                  </a:cubicBezTo>
                  <a:cubicBezTo>
                    <a:pt x="16751" y="9718"/>
                    <a:pt x="16788" y="9717"/>
                    <a:pt x="16824" y="971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5174;p116">
              <a:extLst>
                <a:ext uri="{FF2B5EF4-FFF2-40B4-BE49-F238E27FC236}">
                  <a16:creationId xmlns:a16="http://schemas.microsoft.com/office/drawing/2014/main" id="{030D2E93-2C05-FC0B-D859-FD80D1F05CF0}"/>
                </a:ext>
              </a:extLst>
            </p:cNvPr>
            <p:cNvSpPr/>
            <p:nvPr/>
          </p:nvSpPr>
          <p:spPr>
            <a:xfrm>
              <a:off x="4777675" y="2496575"/>
              <a:ext cx="151825" cy="152125"/>
            </a:xfrm>
            <a:custGeom>
              <a:avLst/>
              <a:gdLst/>
              <a:ahLst/>
              <a:cxnLst/>
              <a:rect l="l" t="t" r="r" b="b"/>
              <a:pathLst>
                <a:path w="6073" h="6085" extrusionOk="0">
                  <a:moveTo>
                    <a:pt x="3036" y="0"/>
                  </a:moveTo>
                  <a:cubicBezTo>
                    <a:pt x="1358" y="0"/>
                    <a:pt x="0" y="1369"/>
                    <a:pt x="0" y="3048"/>
                  </a:cubicBezTo>
                  <a:cubicBezTo>
                    <a:pt x="0" y="4727"/>
                    <a:pt x="1358" y="6084"/>
                    <a:pt x="3036" y="6084"/>
                  </a:cubicBezTo>
                  <a:cubicBezTo>
                    <a:pt x="4715" y="6084"/>
                    <a:pt x="6072" y="4727"/>
                    <a:pt x="6072" y="3048"/>
                  </a:cubicBezTo>
                  <a:cubicBezTo>
                    <a:pt x="6072" y="1369"/>
                    <a:pt x="4715" y="0"/>
                    <a:pt x="30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5175;p116">
              <a:extLst>
                <a:ext uri="{FF2B5EF4-FFF2-40B4-BE49-F238E27FC236}">
                  <a16:creationId xmlns:a16="http://schemas.microsoft.com/office/drawing/2014/main" id="{CA7DA40F-E66A-891A-6C0C-1CD343A4F81D}"/>
                </a:ext>
              </a:extLst>
            </p:cNvPr>
            <p:cNvSpPr/>
            <p:nvPr/>
          </p:nvSpPr>
          <p:spPr>
            <a:xfrm>
              <a:off x="2151150" y="1239275"/>
              <a:ext cx="215225" cy="646825"/>
            </a:xfrm>
            <a:custGeom>
              <a:avLst/>
              <a:gdLst/>
              <a:ahLst/>
              <a:cxnLst/>
              <a:rect l="l" t="t" r="r" b="b"/>
              <a:pathLst>
                <a:path w="8609" h="25873" extrusionOk="0">
                  <a:moveTo>
                    <a:pt x="4442" y="0"/>
                  </a:moveTo>
                  <a:cubicBezTo>
                    <a:pt x="3572" y="929"/>
                    <a:pt x="3358" y="1512"/>
                    <a:pt x="2477" y="2429"/>
                  </a:cubicBezTo>
                  <a:cubicBezTo>
                    <a:pt x="3656" y="10287"/>
                    <a:pt x="2787" y="18443"/>
                    <a:pt x="0" y="25873"/>
                  </a:cubicBezTo>
                  <a:cubicBezTo>
                    <a:pt x="2858" y="25539"/>
                    <a:pt x="5727" y="25289"/>
                    <a:pt x="8609" y="25134"/>
                  </a:cubicBezTo>
                  <a:cubicBezTo>
                    <a:pt x="6037" y="17895"/>
                    <a:pt x="5263" y="10025"/>
                    <a:pt x="6406" y="2429"/>
                  </a:cubicBezTo>
                  <a:cubicBezTo>
                    <a:pt x="5525" y="1512"/>
                    <a:pt x="5311" y="929"/>
                    <a:pt x="44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5176;p116">
              <a:extLst>
                <a:ext uri="{FF2B5EF4-FFF2-40B4-BE49-F238E27FC236}">
                  <a16:creationId xmlns:a16="http://schemas.microsoft.com/office/drawing/2014/main" id="{731799C3-18D6-715A-ADF7-16C2FF25CDC5}"/>
                </a:ext>
              </a:extLst>
            </p:cNvPr>
            <p:cNvSpPr/>
            <p:nvPr/>
          </p:nvSpPr>
          <p:spPr>
            <a:xfrm>
              <a:off x="1847550" y="503500"/>
              <a:ext cx="771550" cy="891775"/>
            </a:xfrm>
            <a:custGeom>
              <a:avLst/>
              <a:gdLst/>
              <a:ahLst/>
              <a:cxnLst/>
              <a:rect l="l" t="t" r="r" b="b"/>
              <a:pathLst>
                <a:path w="30862" h="35671" extrusionOk="0">
                  <a:moveTo>
                    <a:pt x="15673" y="0"/>
                  </a:moveTo>
                  <a:cubicBezTo>
                    <a:pt x="14673" y="0"/>
                    <a:pt x="13552" y="301"/>
                    <a:pt x="12847" y="868"/>
                  </a:cubicBezTo>
                  <a:cubicBezTo>
                    <a:pt x="12678" y="846"/>
                    <a:pt x="12507" y="835"/>
                    <a:pt x="12337" y="835"/>
                  </a:cubicBezTo>
                  <a:cubicBezTo>
                    <a:pt x="10961" y="835"/>
                    <a:pt x="9585" y="1546"/>
                    <a:pt x="8823" y="2690"/>
                  </a:cubicBezTo>
                  <a:cubicBezTo>
                    <a:pt x="7953" y="3988"/>
                    <a:pt x="7894" y="5762"/>
                    <a:pt x="8656" y="7119"/>
                  </a:cubicBezTo>
                  <a:cubicBezTo>
                    <a:pt x="7013" y="7464"/>
                    <a:pt x="5298" y="7833"/>
                    <a:pt x="4251" y="9167"/>
                  </a:cubicBezTo>
                  <a:cubicBezTo>
                    <a:pt x="3203" y="10489"/>
                    <a:pt x="2977" y="12548"/>
                    <a:pt x="4084" y="13822"/>
                  </a:cubicBezTo>
                  <a:cubicBezTo>
                    <a:pt x="2250" y="14525"/>
                    <a:pt x="857" y="16084"/>
                    <a:pt x="429" y="18001"/>
                  </a:cubicBezTo>
                  <a:cubicBezTo>
                    <a:pt x="0" y="19918"/>
                    <a:pt x="595" y="22038"/>
                    <a:pt x="1965" y="23454"/>
                  </a:cubicBezTo>
                  <a:cubicBezTo>
                    <a:pt x="1944" y="23453"/>
                    <a:pt x="1924" y="23452"/>
                    <a:pt x="1903" y="23452"/>
                  </a:cubicBezTo>
                  <a:cubicBezTo>
                    <a:pt x="1004" y="23452"/>
                    <a:pt x="558" y="24987"/>
                    <a:pt x="464" y="25907"/>
                  </a:cubicBezTo>
                  <a:cubicBezTo>
                    <a:pt x="274" y="27622"/>
                    <a:pt x="1000" y="29419"/>
                    <a:pt x="2334" y="30527"/>
                  </a:cubicBezTo>
                  <a:cubicBezTo>
                    <a:pt x="3279" y="31311"/>
                    <a:pt x="4505" y="31731"/>
                    <a:pt x="5728" y="31731"/>
                  </a:cubicBezTo>
                  <a:cubicBezTo>
                    <a:pt x="6231" y="31731"/>
                    <a:pt x="6733" y="31661"/>
                    <a:pt x="7215" y="31515"/>
                  </a:cubicBezTo>
                  <a:lnTo>
                    <a:pt x="7215" y="31515"/>
                  </a:lnTo>
                  <a:cubicBezTo>
                    <a:pt x="6930" y="32158"/>
                    <a:pt x="6834" y="33337"/>
                    <a:pt x="7239" y="33920"/>
                  </a:cubicBezTo>
                  <a:cubicBezTo>
                    <a:pt x="7615" y="34479"/>
                    <a:pt x="8417" y="34983"/>
                    <a:pt x="9101" y="34983"/>
                  </a:cubicBezTo>
                  <a:cubicBezTo>
                    <a:pt x="9132" y="34983"/>
                    <a:pt x="9162" y="34982"/>
                    <a:pt x="9192" y="34980"/>
                  </a:cubicBezTo>
                  <a:cubicBezTo>
                    <a:pt x="9986" y="35449"/>
                    <a:pt x="10872" y="35671"/>
                    <a:pt x="11762" y="35671"/>
                  </a:cubicBezTo>
                  <a:cubicBezTo>
                    <a:pt x="13061" y="35671"/>
                    <a:pt x="14368" y="35199"/>
                    <a:pt x="15407" y="34337"/>
                  </a:cubicBezTo>
                  <a:cubicBezTo>
                    <a:pt x="16134" y="34787"/>
                    <a:pt x="16958" y="34996"/>
                    <a:pt x="17788" y="34996"/>
                  </a:cubicBezTo>
                  <a:cubicBezTo>
                    <a:pt x="19349" y="34996"/>
                    <a:pt x="20928" y="34254"/>
                    <a:pt x="21908" y="32979"/>
                  </a:cubicBezTo>
                  <a:cubicBezTo>
                    <a:pt x="22496" y="33218"/>
                    <a:pt x="23131" y="33336"/>
                    <a:pt x="23766" y="33336"/>
                  </a:cubicBezTo>
                  <a:cubicBezTo>
                    <a:pt x="24559" y="33336"/>
                    <a:pt x="25351" y="33152"/>
                    <a:pt x="26051" y="32789"/>
                  </a:cubicBezTo>
                  <a:cubicBezTo>
                    <a:pt x="27325" y="32134"/>
                    <a:pt x="28373" y="30610"/>
                    <a:pt x="28718" y="29217"/>
                  </a:cubicBezTo>
                  <a:cubicBezTo>
                    <a:pt x="29897" y="28538"/>
                    <a:pt x="30706" y="27241"/>
                    <a:pt x="30778" y="25883"/>
                  </a:cubicBezTo>
                  <a:cubicBezTo>
                    <a:pt x="30861" y="24514"/>
                    <a:pt x="30040" y="23014"/>
                    <a:pt x="28944" y="22204"/>
                  </a:cubicBezTo>
                  <a:cubicBezTo>
                    <a:pt x="29813" y="20942"/>
                    <a:pt x="30087" y="19275"/>
                    <a:pt x="29659" y="17799"/>
                  </a:cubicBezTo>
                  <a:cubicBezTo>
                    <a:pt x="29218" y="16323"/>
                    <a:pt x="28218" y="15120"/>
                    <a:pt x="26801" y="14525"/>
                  </a:cubicBezTo>
                  <a:cubicBezTo>
                    <a:pt x="27623" y="11727"/>
                    <a:pt x="26372" y="8357"/>
                    <a:pt x="23658" y="7274"/>
                  </a:cubicBezTo>
                  <a:cubicBezTo>
                    <a:pt x="24170" y="6000"/>
                    <a:pt x="23836" y="4428"/>
                    <a:pt x="22836" y="3488"/>
                  </a:cubicBezTo>
                  <a:cubicBezTo>
                    <a:pt x="22042" y="2732"/>
                    <a:pt x="21023" y="1960"/>
                    <a:pt x="20012" y="1960"/>
                  </a:cubicBezTo>
                  <a:cubicBezTo>
                    <a:pt x="19749" y="1960"/>
                    <a:pt x="19486" y="2012"/>
                    <a:pt x="19229" y="2130"/>
                  </a:cubicBezTo>
                  <a:cubicBezTo>
                    <a:pt x="18693" y="1094"/>
                    <a:pt x="17669" y="321"/>
                    <a:pt x="16526" y="82"/>
                  </a:cubicBezTo>
                  <a:cubicBezTo>
                    <a:pt x="16262" y="27"/>
                    <a:pt x="15973" y="0"/>
                    <a:pt x="156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5177;p116">
              <a:extLst>
                <a:ext uri="{FF2B5EF4-FFF2-40B4-BE49-F238E27FC236}">
                  <a16:creationId xmlns:a16="http://schemas.microsoft.com/office/drawing/2014/main" id="{70BA99A1-3700-61FA-225E-4F5FABD4C68D}"/>
                </a:ext>
              </a:extLst>
            </p:cNvPr>
            <p:cNvSpPr/>
            <p:nvPr/>
          </p:nvSpPr>
          <p:spPr>
            <a:xfrm>
              <a:off x="2060650" y="503575"/>
              <a:ext cx="558450" cy="869975"/>
            </a:xfrm>
            <a:custGeom>
              <a:avLst/>
              <a:gdLst/>
              <a:ahLst/>
              <a:cxnLst/>
              <a:rect l="l" t="t" r="r" b="b"/>
              <a:pathLst>
                <a:path w="22338" h="34799" extrusionOk="0">
                  <a:moveTo>
                    <a:pt x="7202" y="1"/>
                  </a:moveTo>
                  <a:cubicBezTo>
                    <a:pt x="7055" y="1"/>
                    <a:pt x="6904" y="8"/>
                    <a:pt x="6752" y="20"/>
                  </a:cubicBezTo>
                  <a:cubicBezTo>
                    <a:pt x="8002" y="984"/>
                    <a:pt x="8752" y="2627"/>
                    <a:pt x="8550" y="4211"/>
                  </a:cubicBezTo>
                  <a:cubicBezTo>
                    <a:pt x="8762" y="4109"/>
                    <a:pt x="8976" y="4063"/>
                    <a:pt x="9188" y="4063"/>
                  </a:cubicBezTo>
                  <a:cubicBezTo>
                    <a:pt x="9569" y="4063"/>
                    <a:pt x="9943" y="4212"/>
                    <a:pt x="10288" y="4449"/>
                  </a:cubicBezTo>
                  <a:cubicBezTo>
                    <a:pt x="10836" y="4818"/>
                    <a:pt x="11157" y="5485"/>
                    <a:pt x="11110" y="6152"/>
                  </a:cubicBezTo>
                  <a:cubicBezTo>
                    <a:pt x="9967" y="6187"/>
                    <a:pt x="8681" y="7152"/>
                    <a:pt x="8383" y="8259"/>
                  </a:cubicBezTo>
                  <a:cubicBezTo>
                    <a:pt x="8781" y="7871"/>
                    <a:pt x="9371" y="7691"/>
                    <a:pt x="9943" y="7691"/>
                  </a:cubicBezTo>
                  <a:cubicBezTo>
                    <a:pt x="10055" y="7691"/>
                    <a:pt x="10167" y="7698"/>
                    <a:pt x="10276" y="7711"/>
                  </a:cubicBezTo>
                  <a:cubicBezTo>
                    <a:pt x="10943" y="7795"/>
                    <a:pt x="11550" y="8200"/>
                    <a:pt x="11895" y="8771"/>
                  </a:cubicBezTo>
                  <a:cubicBezTo>
                    <a:pt x="10967" y="9092"/>
                    <a:pt x="10002" y="10200"/>
                    <a:pt x="9740" y="11152"/>
                  </a:cubicBezTo>
                  <a:cubicBezTo>
                    <a:pt x="10258" y="10826"/>
                    <a:pt x="10885" y="10669"/>
                    <a:pt x="11517" y="10669"/>
                  </a:cubicBezTo>
                  <a:cubicBezTo>
                    <a:pt x="12384" y="10669"/>
                    <a:pt x="13259" y="10964"/>
                    <a:pt x="13872" y="11521"/>
                  </a:cubicBezTo>
                  <a:cubicBezTo>
                    <a:pt x="12181" y="11736"/>
                    <a:pt x="10717" y="13664"/>
                    <a:pt x="10764" y="15367"/>
                  </a:cubicBezTo>
                  <a:cubicBezTo>
                    <a:pt x="10238" y="15040"/>
                    <a:pt x="9551" y="14912"/>
                    <a:pt x="8860" y="14912"/>
                  </a:cubicBezTo>
                  <a:cubicBezTo>
                    <a:pt x="8317" y="14912"/>
                    <a:pt x="7771" y="14991"/>
                    <a:pt x="7300" y="15117"/>
                  </a:cubicBezTo>
                  <a:cubicBezTo>
                    <a:pt x="6228" y="15403"/>
                    <a:pt x="5287" y="16153"/>
                    <a:pt x="4775" y="17141"/>
                  </a:cubicBezTo>
                  <a:cubicBezTo>
                    <a:pt x="5134" y="16800"/>
                    <a:pt x="5550" y="16684"/>
                    <a:pt x="6010" y="16684"/>
                  </a:cubicBezTo>
                  <a:cubicBezTo>
                    <a:pt x="6176" y="16684"/>
                    <a:pt x="6348" y="16699"/>
                    <a:pt x="6526" y="16724"/>
                  </a:cubicBezTo>
                  <a:cubicBezTo>
                    <a:pt x="7180" y="16820"/>
                    <a:pt x="7788" y="17236"/>
                    <a:pt x="8133" y="17820"/>
                  </a:cubicBezTo>
                  <a:cubicBezTo>
                    <a:pt x="8126" y="17820"/>
                    <a:pt x="8118" y="17820"/>
                    <a:pt x="8111" y="17820"/>
                  </a:cubicBezTo>
                  <a:cubicBezTo>
                    <a:pt x="6782" y="17820"/>
                    <a:pt x="5214" y="18875"/>
                    <a:pt x="4787" y="20130"/>
                  </a:cubicBezTo>
                  <a:cubicBezTo>
                    <a:pt x="5282" y="19865"/>
                    <a:pt x="5831" y="19739"/>
                    <a:pt x="6381" y="19739"/>
                  </a:cubicBezTo>
                  <a:cubicBezTo>
                    <a:pt x="7340" y="19739"/>
                    <a:pt x="8302" y="20120"/>
                    <a:pt x="8990" y="20808"/>
                  </a:cubicBezTo>
                  <a:cubicBezTo>
                    <a:pt x="9550" y="20106"/>
                    <a:pt x="10645" y="19927"/>
                    <a:pt x="11550" y="19880"/>
                  </a:cubicBezTo>
                  <a:cubicBezTo>
                    <a:pt x="11603" y="19877"/>
                    <a:pt x="11656" y="19875"/>
                    <a:pt x="11709" y="19875"/>
                  </a:cubicBezTo>
                  <a:cubicBezTo>
                    <a:pt x="12549" y="19875"/>
                    <a:pt x="13385" y="20227"/>
                    <a:pt x="13979" y="20832"/>
                  </a:cubicBezTo>
                  <a:cubicBezTo>
                    <a:pt x="12288" y="20963"/>
                    <a:pt x="10717" y="22308"/>
                    <a:pt x="9907" y="23785"/>
                  </a:cubicBezTo>
                  <a:cubicBezTo>
                    <a:pt x="10359" y="23574"/>
                    <a:pt x="10850" y="23477"/>
                    <a:pt x="11346" y="23477"/>
                  </a:cubicBezTo>
                  <a:cubicBezTo>
                    <a:pt x="12732" y="23477"/>
                    <a:pt x="14166" y="24232"/>
                    <a:pt x="14955" y="25380"/>
                  </a:cubicBezTo>
                  <a:cubicBezTo>
                    <a:pt x="14758" y="25330"/>
                    <a:pt x="14556" y="25307"/>
                    <a:pt x="14353" y="25307"/>
                  </a:cubicBezTo>
                  <a:cubicBezTo>
                    <a:pt x="13151" y="25307"/>
                    <a:pt x="11906" y="26127"/>
                    <a:pt x="11193" y="27095"/>
                  </a:cubicBezTo>
                  <a:cubicBezTo>
                    <a:pt x="10324" y="26178"/>
                    <a:pt x="8883" y="25571"/>
                    <a:pt x="7621" y="25523"/>
                  </a:cubicBezTo>
                  <a:cubicBezTo>
                    <a:pt x="7560" y="25521"/>
                    <a:pt x="7499" y="25520"/>
                    <a:pt x="7438" y="25520"/>
                  </a:cubicBezTo>
                  <a:cubicBezTo>
                    <a:pt x="6226" y="25520"/>
                    <a:pt x="5027" y="25968"/>
                    <a:pt x="4121" y="26773"/>
                  </a:cubicBezTo>
                  <a:cubicBezTo>
                    <a:pt x="3796" y="26272"/>
                    <a:pt x="3211" y="26089"/>
                    <a:pt x="2608" y="26089"/>
                  </a:cubicBezTo>
                  <a:cubicBezTo>
                    <a:pt x="2437" y="26089"/>
                    <a:pt x="2265" y="26104"/>
                    <a:pt x="2096" y="26130"/>
                  </a:cubicBezTo>
                  <a:cubicBezTo>
                    <a:pt x="1346" y="26249"/>
                    <a:pt x="668" y="26654"/>
                    <a:pt x="1" y="27059"/>
                  </a:cubicBezTo>
                  <a:cubicBezTo>
                    <a:pt x="172" y="27022"/>
                    <a:pt x="344" y="27004"/>
                    <a:pt x="517" y="27004"/>
                  </a:cubicBezTo>
                  <a:cubicBezTo>
                    <a:pt x="1779" y="27004"/>
                    <a:pt x="3038" y="27953"/>
                    <a:pt x="3394" y="29178"/>
                  </a:cubicBezTo>
                  <a:cubicBezTo>
                    <a:pt x="3837" y="28870"/>
                    <a:pt x="4564" y="28740"/>
                    <a:pt x="5236" y="28740"/>
                  </a:cubicBezTo>
                  <a:cubicBezTo>
                    <a:pt x="5575" y="28740"/>
                    <a:pt x="5901" y="28773"/>
                    <a:pt x="6168" y="28833"/>
                  </a:cubicBezTo>
                  <a:cubicBezTo>
                    <a:pt x="6954" y="29012"/>
                    <a:pt x="7657" y="29535"/>
                    <a:pt x="8062" y="30238"/>
                  </a:cubicBezTo>
                  <a:cubicBezTo>
                    <a:pt x="8000" y="30235"/>
                    <a:pt x="7938" y="30233"/>
                    <a:pt x="7876" y="30233"/>
                  </a:cubicBezTo>
                  <a:cubicBezTo>
                    <a:pt x="6215" y="30233"/>
                    <a:pt x="4315" y="31291"/>
                    <a:pt x="3466" y="32691"/>
                  </a:cubicBezTo>
                  <a:cubicBezTo>
                    <a:pt x="4133" y="32111"/>
                    <a:pt x="5414" y="31973"/>
                    <a:pt x="6365" y="31973"/>
                  </a:cubicBezTo>
                  <a:cubicBezTo>
                    <a:pt x="6449" y="31973"/>
                    <a:pt x="6531" y="31974"/>
                    <a:pt x="6609" y="31976"/>
                  </a:cubicBezTo>
                  <a:cubicBezTo>
                    <a:pt x="7573" y="32000"/>
                    <a:pt x="8526" y="32381"/>
                    <a:pt x="9228" y="33036"/>
                  </a:cubicBezTo>
                  <a:cubicBezTo>
                    <a:pt x="10212" y="31476"/>
                    <a:pt x="11861" y="30528"/>
                    <a:pt x="13697" y="30528"/>
                  </a:cubicBezTo>
                  <a:cubicBezTo>
                    <a:pt x="13794" y="30528"/>
                    <a:pt x="13892" y="30530"/>
                    <a:pt x="13991" y="30536"/>
                  </a:cubicBezTo>
                  <a:cubicBezTo>
                    <a:pt x="12312" y="31250"/>
                    <a:pt x="11086" y="33000"/>
                    <a:pt x="10633" y="34798"/>
                  </a:cubicBezTo>
                  <a:cubicBezTo>
                    <a:pt x="11705" y="34500"/>
                    <a:pt x="12693" y="33869"/>
                    <a:pt x="13384" y="32976"/>
                  </a:cubicBezTo>
                  <a:cubicBezTo>
                    <a:pt x="13972" y="33215"/>
                    <a:pt x="14607" y="33333"/>
                    <a:pt x="15242" y="33333"/>
                  </a:cubicBezTo>
                  <a:cubicBezTo>
                    <a:pt x="16035" y="33333"/>
                    <a:pt x="16827" y="33149"/>
                    <a:pt x="17527" y="32786"/>
                  </a:cubicBezTo>
                  <a:cubicBezTo>
                    <a:pt x="18801" y="32131"/>
                    <a:pt x="19849" y="30607"/>
                    <a:pt x="20194" y="29214"/>
                  </a:cubicBezTo>
                  <a:cubicBezTo>
                    <a:pt x="21373" y="28535"/>
                    <a:pt x="22182" y="27238"/>
                    <a:pt x="22254" y="25880"/>
                  </a:cubicBezTo>
                  <a:cubicBezTo>
                    <a:pt x="22337" y="24511"/>
                    <a:pt x="21516" y="23011"/>
                    <a:pt x="20420" y="22201"/>
                  </a:cubicBezTo>
                  <a:cubicBezTo>
                    <a:pt x="21289" y="20939"/>
                    <a:pt x="21563" y="19272"/>
                    <a:pt x="21135" y="17796"/>
                  </a:cubicBezTo>
                  <a:cubicBezTo>
                    <a:pt x="20694" y="16320"/>
                    <a:pt x="19694" y="15117"/>
                    <a:pt x="18277" y="14522"/>
                  </a:cubicBezTo>
                  <a:cubicBezTo>
                    <a:pt x="19099" y="11712"/>
                    <a:pt x="17848" y="8354"/>
                    <a:pt x="15134" y="7271"/>
                  </a:cubicBezTo>
                  <a:cubicBezTo>
                    <a:pt x="15646" y="5997"/>
                    <a:pt x="15312" y="4425"/>
                    <a:pt x="14312" y="3485"/>
                  </a:cubicBezTo>
                  <a:cubicBezTo>
                    <a:pt x="13518" y="2729"/>
                    <a:pt x="12499" y="1957"/>
                    <a:pt x="11488" y="1957"/>
                  </a:cubicBezTo>
                  <a:cubicBezTo>
                    <a:pt x="11225" y="1957"/>
                    <a:pt x="10962" y="2009"/>
                    <a:pt x="10705" y="2127"/>
                  </a:cubicBezTo>
                  <a:cubicBezTo>
                    <a:pt x="10169" y="1091"/>
                    <a:pt x="9145" y="318"/>
                    <a:pt x="8002" y="79"/>
                  </a:cubicBezTo>
                  <a:cubicBezTo>
                    <a:pt x="7752" y="25"/>
                    <a:pt x="7483" y="1"/>
                    <a:pt x="72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5178;p116">
              <a:extLst>
                <a:ext uri="{FF2B5EF4-FFF2-40B4-BE49-F238E27FC236}">
                  <a16:creationId xmlns:a16="http://schemas.microsoft.com/office/drawing/2014/main" id="{C29B6711-F4B2-5905-7401-2CEF0AD79680}"/>
                </a:ext>
              </a:extLst>
            </p:cNvPr>
            <p:cNvSpPr/>
            <p:nvPr/>
          </p:nvSpPr>
          <p:spPr>
            <a:xfrm>
              <a:off x="2796475" y="1452400"/>
              <a:ext cx="137825" cy="414050"/>
            </a:xfrm>
            <a:custGeom>
              <a:avLst/>
              <a:gdLst/>
              <a:ahLst/>
              <a:cxnLst/>
              <a:rect l="l" t="t" r="r" b="b"/>
              <a:pathLst>
                <a:path w="5513" h="16562" extrusionOk="0">
                  <a:moveTo>
                    <a:pt x="2846" y="0"/>
                  </a:moveTo>
                  <a:cubicBezTo>
                    <a:pt x="2286" y="584"/>
                    <a:pt x="2155" y="953"/>
                    <a:pt x="1596" y="1548"/>
                  </a:cubicBezTo>
                  <a:cubicBezTo>
                    <a:pt x="2346" y="6584"/>
                    <a:pt x="1786" y="11799"/>
                    <a:pt x="0" y="16562"/>
                  </a:cubicBezTo>
                  <a:cubicBezTo>
                    <a:pt x="1834" y="16347"/>
                    <a:pt x="3679" y="16193"/>
                    <a:pt x="5513" y="16097"/>
                  </a:cubicBezTo>
                  <a:cubicBezTo>
                    <a:pt x="3870" y="11454"/>
                    <a:pt x="3370" y="6418"/>
                    <a:pt x="4108" y="1548"/>
                  </a:cubicBezTo>
                  <a:cubicBezTo>
                    <a:pt x="3548" y="953"/>
                    <a:pt x="3405" y="584"/>
                    <a:pt x="284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5179;p116">
              <a:extLst>
                <a:ext uri="{FF2B5EF4-FFF2-40B4-BE49-F238E27FC236}">
                  <a16:creationId xmlns:a16="http://schemas.microsoft.com/office/drawing/2014/main" id="{CC7C90DD-09EC-9E81-A379-43E9F44AFD8B}"/>
                </a:ext>
              </a:extLst>
            </p:cNvPr>
            <p:cNvSpPr/>
            <p:nvPr/>
          </p:nvSpPr>
          <p:spPr>
            <a:xfrm>
              <a:off x="2602100" y="980775"/>
              <a:ext cx="494125" cy="571350"/>
            </a:xfrm>
            <a:custGeom>
              <a:avLst/>
              <a:gdLst/>
              <a:ahLst/>
              <a:cxnLst/>
              <a:rect l="l" t="t" r="r" b="b"/>
              <a:pathLst>
                <a:path w="19765" h="22854" extrusionOk="0">
                  <a:moveTo>
                    <a:pt x="10039" y="0"/>
                  </a:moveTo>
                  <a:cubicBezTo>
                    <a:pt x="9395" y="0"/>
                    <a:pt x="8677" y="196"/>
                    <a:pt x="8228" y="553"/>
                  </a:cubicBezTo>
                  <a:cubicBezTo>
                    <a:pt x="8125" y="541"/>
                    <a:pt x="8022" y="535"/>
                    <a:pt x="7918" y="535"/>
                  </a:cubicBezTo>
                  <a:cubicBezTo>
                    <a:pt x="7029" y="535"/>
                    <a:pt x="6145" y="985"/>
                    <a:pt x="5644" y="1732"/>
                  </a:cubicBezTo>
                  <a:cubicBezTo>
                    <a:pt x="5096" y="2554"/>
                    <a:pt x="5049" y="3697"/>
                    <a:pt x="5549" y="4566"/>
                  </a:cubicBezTo>
                  <a:cubicBezTo>
                    <a:pt x="4489" y="4780"/>
                    <a:pt x="3394" y="5030"/>
                    <a:pt x="2715" y="5875"/>
                  </a:cubicBezTo>
                  <a:cubicBezTo>
                    <a:pt x="2048" y="6721"/>
                    <a:pt x="1905" y="8042"/>
                    <a:pt x="2620" y="8864"/>
                  </a:cubicBezTo>
                  <a:cubicBezTo>
                    <a:pt x="1441" y="9304"/>
                    <a:pt x="548" y="10305"/>
                    <a:pt x="274" y="11543"/>
                  </a:cubicBezTo>
                  <a:cubicBezTo>
                    <a:pt x="0" y="12769"/>
                    <a:pt x="381" y="14126"/>
                    <a:pt x="1263" y="15031"/>
                  </a:cubicBezTo>
                  <a:cubicBezTo>
                    <a:pt x="1249" y="15030"/>
                    <a:pt x="1235" y="15030"/>
                    <a:pt x="1221" y="15030"/>
                  </a:cubicBezTo>
                  <a:cubicBezTo>
                    <a:pt x="642" y="15030"/>
                    <a:pt x="356" y="16010"/>
                    <a:pt x="298" y="16603"/>
                  </a:cubicBezTo>
                  <a:cubicBezTo>
                    <a:pt x="179" y="17698"/>
                    <a:pt x="643" y="18853"/>
                    <a:pt x="1489" y="19556"/>
                  </a:cubicBezTo>
                  <a:cubicBezTo>
                    <a:pt x="2094" y="20060"/>
                    <a:pt x="2878" y="20327"/>
                    <a:pt x="3659" y="20327"/>
                  </a:cubicBezTo>
                  <a:cubicBezTo>
                    <a:pt x="3984" y="20327"/>
                    <a:pt x="4309" y="20281"/>
                    <a:pt x="4620" y="20187"/>
                  </a:cubicBezTo>
                  <a:lnTo>
                    <a:pt x="4620" y="20187"/>
                  </a:lnTo>
                  <a:cubicBezTo>
                    <a:pt x="4441" y="20603"/>
                    <a:pt x="4370" y="21365"/>
                    <a:pt x="4632" y="21735"/>
                  </a:cubicBezTo>
                  <a:cubicBezTo>
                    <a:pt x="4885" y="22091"/>
                    <a:pt x="5394" y="22414"/>
                    <a:pt x="5836" y="22414"/>
                  </a:cubicBezTo>
                  <a:cubicBezTo>
                    <a:pt x="5851" y="22414"/>
                    <a:pt x="5867" y="22414"/>
                    <a:pt x="5882" y="22413"/>
                  </a:cubicBezTo>
                  <a:cubicBezTo>
                    <a:pt x="6390" y="22713"/>
                    <a:pt x="6958" y="22854"/>
                    <a:pt x="7530" y="22854"/>
                  </a:cubicBezTo>
                  <a:cubicBezTo>
                    <a:pt x="8365" y="22854"/>
                    <a:pt x="9206" y="22553"/>
                    <a:pt x="9871" y="22008"/>
                  </a:cubicBezTo>
                  <a:cubicBezTo>
                    <a:pt x="10334" y="22292"/>
                    <a:pt x="10857" y="22423"/>
                    <a:pt x="11383" y="22423"/>
                  </a:cubicBezTo>
                  <a:cubicBezTo>
                    <a:pt x="12383" y="22423"/>
                    <a:pt x="13394" y="21947"/>
                    <a:pt x="14026" y="21127"/>
                  </a:cubicBezTo>
                  <a:cubicBezTo>
                    <a:pt x="14408" y="21281"/>
                    <a:pt x="14816" y="21357"/>
                    <a:pt x="15223" y="21357"/>
                  </a:cubicBezTo>
                  <a:cubicBezTo>
                    <a:pt x="15731" y="21357"/>
                    <a:pt x="16237" y="21239"/>
                    <a:pt x="16693" y="21008"/>
                  </a:cubicBezTo>
                  <a:cubicBezTo>
                    <a:pt x="17503" y="20592"/>
                    <a:pt x="18169" y="19615"/>
                    <a:pt x="18396" y="18722"/>
                  </a:cubicBezTo>
                  <a:cubicBezTo>
                    <a:pt x="19146" y="18294"/>
                    <a:pt x="19670" y="17460"/>
                    <a:pt x="19717" y="16579"/>
                  </a:cubicBezTo>
                  <a:cubicBezTo>
                    <a:pt x="19765" y="15710"/>
                    <a:pt x="19241" y="14746"/>
                    <a:pt x="18538" y="14234"/>
                  </a:cubicBezTo>
                  <a:cubicBezTo>
                    <a:pt x="19098" y="13424"/>
                    <a:pt x="19265" y="12352"/>
                    <a:pt x="18991" y="11412"/>
                  </a:cubicBezTo>
                  <a:cubicBezTo>
                    <a:pt x="18717" y="10459"/>
                    <a:pt x="18074" y="9685"/>
                    <a:pt x="17169" y="9304"/>
                  </a:cubicBezTo>
                  <a:cubicBezTo>
                    <a:pt x="17693" y="7519"/>
                    <a:pt x="16895" y="5352"/>
                    <a:pt x="15157" y="4661"/>
                  </a:cubicBezTo>
                  <a:cubicBezTo>
                    <a:pt x="15479" y="3851"/>
                    <a:pt x="15264" y="2839"/>
                    <a:pt x="14621" y="2232"/>
                  </a:cubicBezTo>
                  <a:cubicBezTo>
                    <a:pt x="14121" y="1760"/>
                    <a:pt x="13470" y="1265"/>
                    <a:pt x="12824" y="1265"/>
                  </a:cubicBezTo>
                  <a:cubicBezTo>
                    <a:pt x="12656" y="1265"/>
                    <a:pt x="12488" y="1299"/>
                    <a:pt x="12323" y="1375"/>
                  </a:cubicBezTo>
                  <a:cubicBezTo>
                    <a:pt x="11966" y="708"/>
                    <a:pt x="11311" y="220"/>
                    <a:pt x="10585" y="53"/>
                  </a:cubicBezTo>
                  <a:cubicBezTo>
                    <a:pt x="10416" y="18"/>
                    <a:pt x="10230" y="0"/>
                    <a:pt x="100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5180;p116">
              <a:extLst>
                <a:ext uri="{FF2B5EF4-FFF2-40B4-BE49-F238E27FC236}">
                  <a16:creationId xmlns:a16="http://schemas.microsoft.com/office/drawing/2014/main" id="{B557C45E-74E1-842A-7552-278C523976C9}"/>
                </a:ext>
              </a:extLst>
            </p:cNvPr>
            <p:cNvSpPr/>
            <p:nvPr/>
          </p:nvSpPr>
          <p:spPr>
            <a:xfrm>
              <a:off x="2738725" y="980900"/>
              <a:ext cx="357500" cy="557250"/>
            </a:xfrm>
            <a:custGeom>
              <a:avLst/>
              <a:gdLst/>
              <a:ahLst/>
              <a:cxnLst/>
              <a:rect l="l" t="t" r="r" b="b"/>
              <a:pathLst>
                <a:path w="14300" h="22290" extrusionOk="0">
                  <a:moveTo>
                    <a:pt x="4595" y="1"/>
                  </a:moveTo>
                  <a:cubicBezTo>
                    <a:pt x="4505" y="1"/>
                    <a:pt x="4414" y="5"/>
                    <a:pt x="4322" y="13"/>
                  </a:cubicBezTo>
                  <a:cubicBezTo>
                    <a:pt x="5120" y="632"/>
                    <a:pt x="5596" y="1679"/>
                    <a:pt x="5465" y="2703"/>
                  </a:cubicBezTo>
                  <a:cubicBezTo>
                    <a:pt x="5601" y="2636"/>
                    <a:pt x="5738" y="2606"/>
                    <a:pt x="5873" y="2606"/>
                  </a:cubicBezTo>
                  <a:cubicBezTo>
                    <a:pt x="6120" y="2606"/>
                    <a:pt x="6362" y="2705"/>
                    <a:pt x="6585" y="2858"/>
                  </a:cubicBezTo>
                  <a:cubicBezTo>
                    <a:pt x="6930" y="3084"/>
                    <a:pt x="7144" y="3525"/>
                    <a:pt x="7108" y="3942"/>
                  </a:cubicBezTo>
                  <a:cubicBezTo>
                    <a:pt x="6370" y="3965"/>
                    <a:pt x="5549" y="4585"/>
                    <a:pt x="5358" y="5299"/>
                  </a:cubicBezTo>
                  <a:cubicBezTo>
                    <a:pt x="5618" y="5039"/>
                    <a:pt x="6004" y="4930"/>
                    <a:pt x="6368" y="4930"/>
                  </a:cubicBezTo>
                  <a:cubicBezTo>
                    <a:pt x="6437" y="4930"/>
                    <a:pt x="6506" y="4934"/>
                    <a:pt x="6573" y="4942"/>
                  </a:cubicBezTo>
                  <a:cubicBezTo>
                    <a:pt x="7001" y="5001"/>
                    <a:pt x="7394" y="5251"/>
                    <a:pt x="7609" y="5620"/>
                  </a:cubicBezTo>
                  <a:cubicBezTo>
                    <a:pt x="7013" y="5823"/>
                    <a:pt x="6406" y="6537"/>
                    <a:pt x="6239" y="7144"/>
                  </a:cubicBezTo>
                  <a:cubicBezTo>
                    <a:pt x="6566" y="6938"/>
                    <a:pt x="6965" y="6838"/>
                    <a:pt x="7370" y="6838"/>
                  </a:cubicBezTo>
                  <a:cubicBezTo>
                    <a:pt x="7922" y="6838"/>
                    <a:pt x="8484" y="7025"/>
                    <a:pt x="8882" y="7383"/>
                  </a:cubicBezTo>
                  <a:cubicBezTo>
                    <a:pt x="7799" y="7514"/>
                    <a:pt x="6858" y="8764"/>
                    <a:pt x="6882" y="9847"/>
                  </a:cubicBezTo>
                  <a:cubicBezTo>
                    <a:pt x="6549" y="9634"/>
                    <a:pt x="6110" y="9551"/>
                    <a:pt x="5668" y="9551"/>
                  </a:cubicBezTo>
                  <a:cubicBezTo>
                    <a:pt x="5321" y="9551"/>
                    <a:pt x="4971" y="9602"/>
                    <a:pt x="4668" y="9680"/>
                  </a:cubicBezTo>
                  <a:cubicBezTo>
                    <a:pt x="3977" y="9871"/>
                    <a:pt x="3382" y="10347"/>
                    <a:pt x="3048" y="10978"/>
                  </a:cubicBezTo>
                  <a:cubicBezTo>
                    <a:pt x="3285" y="10768"/>
                    <a:pt x="3553" y="10687"/>
                    <a:pt x="3844" y="10687"/>
                  </a:cubicBezTo>
                  <a:cubicBezTo>
                    <a:pt x="3949" y="10687"/>
                    <a:pt x="4057" y="10697"/>
                    <a:pt x="4168" y="10716"/>
                  </a:cubicBezTo>
                  <a:cubicBezTo>
                    <a:pt x="4596" y="10776"/>
                    <a:pt x="4989" y="11038"/>
                    <a:pt x="5203" y="11419"/>
                  </a:cubicBezTo>
                  <a:cubicBezTo>
                    <a:pt x="5196" y="11419"/>
                    <a:pt x="5189" y="11419"/>
                    <a:pt x="5181" y="11419"/>
                  </a:cubicBezTo>
                  <a:cubicBezTo>
                    <a:pt x="4329" y="11419"/>
                    <a:pt x="3332" y="12093"/>
                    <a:pt x="3060" y="12895"/>
                  </a:cubicBezTo>
                  <a:cubicBezTo>
                    <a:pt x="3379" y="12725"/>
                    <a:pt x="3732" y="12644"/>
                    <a:pt x="4086" y="12644"/>
                  </a:cubicBezTo>
                  <a:cubicBezTo>
                    <a:pt x="4699" y="12644"/>
                    <a:pt x="5313" y="12886"/>
                    <a:pt x="5751" y="13324"/>
                  </a:cubicBezTo>
                  <a:cubicBezTo>
                    <a:pt x="6108" y="12883"/>
                    <a:pt x="6811" y="12764"/>
                    <a:pt x="7394" y="12740"/>
                  </a:cubicBezTo>
                  <a:cubicBezTo>
                    <a:pt x="7434" y="12738"/>
                    <a:pt x="7473" y="12737"/>
                    <a:pt x="7512" y="12737"/>
                  </a:cubicBezTo>
                  <a:cubicBezTo>
                    <a:pt x="8045" y="12737"/>
                    <a:pt x="8576" y="12960"/>
                    <a:pt x="8942" y="13348"/>
                  </a:cubicBezTo>
                  <a:cubicBezTo>
                    <a:pt x="7870" y="13431"/>
                    <a:pt x="6858" y="14288"/>
                    <a:pt x="6335" y="15241"/>
                  </a:cubicBezTo>
                  <a:cubicBezTo>
                    <a:pt x="6626" y="15106"/>
                    <a:pt x="6942" y="15044"/>
                    <a:pt x="7260" y="15044"/>
                  </a:cubicBezTo>
                  <a:cubicBezTo>
                    <a:pt x="8149" y="15044"/>
                    <a:pt x="9065" y="15528"/>
                    <a:pt x="9573" y="16265"/>
                  </a:cubicBezTo>
                  <a:cubicBezTo>
                    <a:pt x="9444" y="16231"/>
                    <a:pt x="9312" y="16216"/>
                    <a:pt x="9180" y="16216"/>
                  </a:cubicBezTo>
                  <a:cubicBezTo>
                    <a:pt x="8412" y="16216"/>
                    <a:pt x="7625" y="16740"/>
                    <a:pt x="7168" y="17360"/>
                  </a:cubicBezTo>
                  <a:cubicBezTo>
                    <a:pt x="6608" y="16777"/>
                    <a:pt x="5692" y="16384"/>
                    <a:pt x="4870" y="16348"/>
                  </a:cubicBezTo>
                  <a:cubicBezTo>
                    <a:pt x="4839" y="16347"/>
                    <a:pt x="4808" y="16347"/>
                    <a:pt x="4776" y="16347"/>
                  </a:cubicBezTo>
                  <a:cubicBezTo>
                    <a:pt x="3997" y="16347"/>
                    <a:pt x="3215" y="16631"/>
                    <a:pt x="2632" y="17158"/>
                  </a:cubicBezTo>
                  <a:cubicBezTo>
                    <a:pt x="2427" y="16831"/>
                    <a:pt x="2046" y="16717"/>
                    <a:pt x="1662" y="16717"/>
                  </a:cubicBezTo>
                  <a:cubicBezTo>
                    <a:pt x="1556" y="16717"/>
                    <a:pt x="1449" y="16725"/>
                    <a:pt x="1346" y="16741"/>
                  </a:cubicBezTo>
                  <a:cubicBezTo>
                    <a:pt x="858" y="16824"/>
                    <a:pt x="417" y="17074"/>
                    <a:pt x="0" y="17336"/>
                  </a:cubicBezTo>
                  <a:cubicBezTo>
                    <a:pt x="111" y="17311"/>
                    <a:pt x="223" y="17300"/>
                    <a:pt x="334" y="17300"/>
                  </a:cubicBezTo>
                  <a:cubicBezTo>
                    <a:pt x="1138" y="17300"/>
                    <a:pt x="1937" y="17909"/>
                    <a:pt x="2167" y="18693"/>
                  </a:cubicBezTo>
                  <a:cubicBezTo>
                    <a:pt x="2455" y="18494"/>
                    <a:pt x="2929" y="18412"/>
                    <a:pt x="3361" y="18412"/>
                  </a:cubicBezTo>
                  <a:cubicBezTo>
                    <a:pt x="3574" y="18412"/>
                    <a:pt x="3777" y="18432"/>
                    <a:pt x="3941" y="18467"/>
                  </a:cubicBezTo>
                  <a:cubicBezTo>
                    <a:pt x="4453" y="18586"/>
                    <a:pt x="4894" y="18920"/>
                    <a:pt x="5156" y="19372"/>
                  </a:cubicBezTo>
                  <a:cubicBezTo>
                    <a:pt x="5113" y="19370"/>
                    <a:pt x="5070" y="19369"/>
                    <a:pt x="5026" y="19369"/>
                  </a:cubicBezTo>
                  <a:cubicBezTo>
                    <a:pt x="3971" y="19369"/>
                    <a:pt x="2752" y="20052"/>
                    <a:pt x="2215" y="20944"/>
                  </a:cubicBezTo>
                  <a:cubicBezTo>
                    <a:pt x="2649" y="20565"/>
                    <a:pt x="3489" y="20478"/>
                    <a:pt x="4103" y="20478"/>
                  </a:cubicBezTo>
                  <a:cubicBezTo>
                    <a:pt x="4145" y="20478"/>
                    <a:pt x="4187" y="20479"/>
                    <a:pt x="4227" y="20479"/>
                  </a:cubicBezTo>
                  <a:cubicBezTo>
                    <a:pt x="4846" y="20503"/>
                    <a:pt x="5453" y="20741"/>
                    <a:pt x="5906" y="21170"/>
                  </a:cubicBezTo>
                  <a:cubicBezTo>
                    <a:pt x="6527" y="20166"/>
                    <a:pt x="7586" y="19557"/>
                    <a:pt x="8759" y="19557"/>
                  </a:cubicBezTo>
                  <a:cubicBezTo>
                    <a:pt x="8824" y="19557"/>
                    <a:pt x="8889" y="19559"/>
                    <a:pt x="8954" y="19563"/>
                  </a:cubicBezTo>
                  <a:cubicBezTo>
                    <a:pt x="7882" y="20015"/>
                    <a:pt x="7097" y="21134"/>
                    <a:pt x="6799" y="22289"/>
                  </a:cubicBezTo>
                  <a:cubicBezTo>
                    <a:pt x="7489" y="22099"/>
                    <a:pt x="8120" y="21694"/>
                    <a:pt x="8561" y="21122"/>
                  </a:cubicBezTo>
                  <a:cubicBezTo>
                    <a:pt x="8943" y="21276"/>
                    <a:pt x="9351" y="21352"/>
                    <a:pt x="9758" y="21352"/>
                  </a:cubicBezTo>
                  <a:cubicBezTo>
                    <a:pt x="10266" y="21352"/>
                    <a:pt x="10772" y="21234"/>
                    <a:pt x="11228" y="21003"/>
                  </a:cubicBezTo>
                  <a:cubicBezTo>
                    <a:pt x="12038" y="20587"/>
                    <a:pt x="12704" y="19610"/>
                    <a:pt x="12931" y="18717"/>
                  </a:cubicBezTo>
                  <a:cubicBezTo>
                    <a:pt x="13681" y="18289"/>
                    <a:pt x="14205" y="17455"/>
                    <a:pt x="14252" y="16574"/>
                  </a:cubicBezTo>
                  <a:cubicBezTo>
                    <a:pt x="14300" y="15705"/>
                    <a:pt x="13776" y="14741"/>
                    <a:pt x="13073" y="14229"/>
                  </a:cubicBezTo>
                  <a:cubicBezTo>
                    <a:pt x="13633" y="13419"/>
                    <a:pt x="13800" y="12347"/>
                    <a:pt x="13526" y="11407"/>
                  </a:cubicBezTo>
                  <a:cubicBezTo>
                    <a:pt x="13252" y="10454"/>
                    <a:pt x="12609" y="9680"/>
                    <a:pt x="11704" y="9299"/>
                  </a:cubicBezTo>
                  <a:cubicBezTo>
                    <a:pt x="12228" y="7514"/>
                    <a:pt x="11430" y="5347"/>
                    <a:pt x="9692" y="4656"/>
                  </a:cubicBezTo>
                  <a:cubicBezTo>
                    <a:pt x="10014" y="3846"/>
                    <a:pt x="9799" y="2834"/>
                    <a:pt x="9156" y="2227"/>
                  </a:cubicBezTo>
                  <a:cubicBezTo>
                    <a:pt x="8656" y="1755"/>
                    <a:pt x="8005" y="1260"/>
                    <a:pt x="7359" y="1260"/>
                  </a:cubicBezTo>
                  <a:cubicBezTo>
                    <a:pt x="7191" y="1260"/>
                    <a:pt x="7023" y="1294"/>
                    <a:pt x="6858" y="1370"/>
                  </a:cubicBezTo>
                  <a:cubicBezTo>
                    <a:pt x="6501" y="703"/>
                    <a:pt x="5846" y="203"/>
                    <a:pt x="5120" y="48"/>
                  </a:cubicBezTo>
                  <a:cubicBezTo>
                    <a:pt x="4953" y="17"/>
                    <a:pt x="4776" y="1"/>
                    <a:pt x="45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5181;p116">
              <a:extLst>
                <a:ext uri="{FF2B5EF4-FFF2-40B4-BE49-F238E27FC236}">
                  <a16:creationId xmlns:a16="http://schemas.microsoft.com/office/drawing/2014/main" id="{CEE6EA2D-BEE0-90EA-EE73-D0ABE43B1CFB}"/>
                </a:ext>
              </a:extLst>
            </p:cNvPr>
            <p:cNvSpPr/>
            <p:nvPr/>
          </p:nvSpPr>
          <p:spPr>
            <a:xfrm>
              <a:off x="2895875" y="2421575"/>
              <a:ext cx="912050" cy="1238550"/>
            </a:xfrm>
            <a:custGeom>
              <a:avLst/>
              <a:gdLst/>
              <a:ahLst/>
              <a:cxnLst/>
              <a:rect l="l" t="t" r="r" b="b"/>
              <a:pathLst>
                <a:path w="36482" h="49542" extrusionOk="0">
                  <a:moveTo>
                    <a:pt x="18430" y="1"/>
                  </a:moveTo>
                  <a:cubicBezTo>
                    <a:pt x="17993" y="1"/>
                    <a:pt x="17553" y="16"/>
                    <a:pt x="17110" y="47"/>
                  </a:cubicBezTo>
                  <a:cubicBezTo>
                    <a:pt x="8264" y="678"/>
                    <a:pt x="1096" y="7810"/>
                    <a:pt x="430" y="16657"/>
                  </a:cubicBezTo>
                  <a:cubicBezTo>
                    <a:pt x="1" y="22288"/>
                    <a:pt x="2168" y="27432"/>
                    <a:pt x="5859" y="31016"/>
                  </a:cubicBezTo>
                  <a:cubicBezTo>
                    <a:pt x="8788" y="33849"/>
                    <a:pt x="10336" y="37826"/>
                    <a:pt x="10336" y="41898"/>
                  </a:cubicBezTo>
                  <a:lnTo>
                    <a:pt x="10336" y="49542"/>
                  </a:lnTo>
                  <a:lnTo>
                    <a:pt x="26528" y="49542"/>
                  </a:lnTo>
                  <a:lnTo>
                    <a:pt x="26528" y="42088"/>
                  </a:lnTo>
                  <a:cubicBezTo>
                    <a:pt x="26528" y="37921"/>
                    <a:pt x="28100" y="33849"/>
                    <a:pt x="31076" y="30932"/>
                  </a:cubicBezTo>
                  <a:cubicBezTo>
                    <a:pt x="34410" y="27658"/>
                    <a:pt x="36482" y="23098"/>
                    <a:pt x="36482" y="18050"/>
                  </a:cubicBezTo>
                  <a:cubicBezTo>
                    <a:pt x="36482" y="8080"/>
                    <a:pt x="28405" y="1"/>
                    <a:pt x="184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5182;p116">
              <a:extLst>
                <a:ext uri="{FF2B5EF4-FFF2-40B4-BE49-F238E27FC236}">
                  <a16:creationId xmlns:a16="http://schemas.microsoft.com/office/drawing/2014/main" id="{93879212-4D42-7BC6-580B-39334FCB2D9C}"/>
                </a:ext>
              </a:extLst>
            </p:cNvPr>
            <p:cNvSpPr/>
            <p:nvPr/>
          </p:nvSpPr>
          <p:spPr>
            <a:xfrm>
              <a:off x="3253075" y="3687500"/>
              <a:ext cx="206900" cy="175625"/>
            </a:xfrm>
            <a:custGeom>
              <a:avLst/>
              <a:gdLst/>
              <a:ahLst/>
              <a:cxnLst/>
              <a:rect l="l" t="t" r="r" b="b"/>
              <a:pathLst>
                <a:path w="8276" h="7025" extrusionOk="0">
                  <a:moveTo>
                    <a:pt x="0" y="0"/>
                  </a:moveTo>
                  <a:lnTo>
                    <a:pt x="0" y="4917"/>
                  </a:lnTo>
                  <a:cubicBezTo>
                    <a:pt x="0" y="6084"/>
                    <a:pt x="941" y="7025"/>
                    <a:pt x="2108" y="7025"/>
                  </a:cubicBezTo>
                  <a:lnTo>
                    <a:pt x="6180" y="7025"/>
                  </a:lnTo>
                  <a:cubicBezTo>
                    <a:pt x="7335" y="7025"/>
                    <a:pt x="8275" y="6084"/>
                    <a:pt x="8275" y="4917"/>
                  </a:cubicBezTo>
                  <a:lnTo>
                    <a:pt x="8275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5183;p116">
              <a:extLst>
                <a:ext uri="{FF2B5EF4-FFF2-40B4-BE49-F238E27FC236}">
                  <a16:creationId xmlns:a16="http://schemas.microsoft.com/office/drawing/2014/main" id="{4EB5622D-5D03-C2FF-72ED-ABB667FE0EEA}"/>
                </a:ext>
              </a:extLst>
            </p:cNvPr>
            <p:cNvSpPr/>
            <p:nvPr/>
          </p:nvSpPr>
          <p:spPr>
            <a:xfrm>
              <a:off x="3253075" y="3687500"/>
              <a:ext cx="206900" cy="175625"/>
            </a:xfrm>
            <a:custGeom>
              <a:avLst/>
              <a:gdLst/>
              <a:ahLst/>
              <a:cxnLst/>
              <a:rect l="l" t="t" r="r" b="b"/>
              <a:pathLst>
                <a:path w="8276" h="7025" extrusionOk="0">
                  <a:moveTo>
                    <a:pt x="0" y="0"/>
                  </a:moveTo>
                  <a:lnTo>
                    <a:pt x="0" y="4917"/>
                  </a:lnTo>
                  <a:cubicBezTo>
                    <a:pt x="0" y="6084"/>
                    <a:pt x="941" y="7025"/>
                    <a:pt x="2108" y="7025"/>
                  </a:cubicBezTo>
                  <a:lnTo>
                    <a:pt x="6180" y="7025"/>
                  </a:lnTo>
                  <a:cubicBezTo>
                    <a:pt x="7335" y="7025"/>
                    <a:pt x="8275" y="6084"/>
                    <a:pt x="8275" y="4917"/>
                  </a:cubicBezTo>
                  <a:lnTo>
                    <a:pt x="82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5184;p116">
              <a:extLst>
                <a:ext uri="{FF2B5EF4-FFF2-40B4-BE49-F238E27FC236}">
                  <a16:creationId xmlns:a16="http://schemas.microsoft.com/office/drawing/2014/main" id="{832B30F5-0351-B224-19A2-4279F87E3C6C}"/>
                </a:ext>
              </a:extLst>
            </p:cNvPr>
            <p:cNvSpPr/>
            <p:nvPr/>
          </p:nvSpPr>
          <p:spPr>
            <a:xfrm>
              <a:off x="3153050" y="3462750"/>
              <a:ext cx="406925" cy="345600"/>
            </a:xfrm>
            <a:custGeom>
              <a:avLst/>
              <a:gdLst/>
              <a:ahLst/>
              <a:cxnLst/>
              <a:rect l="l" t="t" r="r" b="b"/>
              <a:pathLst>
                <a:path w="16277" h="13824" extrusionOk="0">
                  <a:moveTo>
                    <a:pt x="1" y="1"/>
                  </a:moveTo>
                  <a:lnTo>
                    <a:pt x="1" y="9692"/>
                  </a:lnTo>
                  <a:cubicBezTo>
                    <a:pt x="1" y="11978"/>
                    <a:pt x="1846" y="13824"/>
                    <a:pt x="4132" y="13824"/>
                  </a:cubicBezTo>
                  <a:lnTo>
                    <a:pt x="12145" y="13824"/>
                  </a:lnTo>
                  <a:cubicBezTo>
                    <a:pt x="14431" y="13824"/>
                    <a:pt x="16277" y="11978"/>
                    <a:pt x="16277" y="9692"/>
                  </a:cubicBezTo>
                  <a:lnTo>
                    <a:pt x="162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5185;p116">
              <a:extLst>
                <a:ext uri="{FF2B5EF4-FFF2-40B4-BE49-F238E27FC236}">
                  <a16:creationId xmlns:a16="http://schemas.microsoft.com/office/drawing/2014/main" id="{3513FDDB-FECE-25F0-20E0-73E5120F412B}"/>
                </a:ext>
              </a:extLst>
            </p:cNvPr>
            <p:cNvSpPr/>
            <p:nvPr/>
          </p:nvSpPr>
          <p:spPr>
            <a:xfrm>
              <a:off x="3083400" y="3505125"/>
              <a:ext cx="546225" cy="124250"/>
            </a:xfrm>
            <a:custGeom>
              <a:avLst/>
              <a:gdLst/>
              <a:ahLst/>
              <a:cxnLst/>
              <a:rect l="l" t="t" r="r" b="b"/>
              <a:pathLst>
                <a:path w="21849" h="4970" extrusionOk="0">
                  <a:moveTo>
                    <a:pt x="20523" y="1"/>
                  </a:moveTo>
                  <a:cubicBezTo>
                    <a:pt x="20473" y="1"/>
                    <a:pt x="20423" y="3"/>
                    <a:pt x="20372" y="8"/>
                  </a:cubicBezTo>
                  <a:lnTo>
                    <a:pt x="1489" y="1997"/>
                  </a:lnTo>
                  <a:cubicBezTo>
                    <a:pt x="668" y="2080"/>
                    <a:pt x="1" y="2806"/>
                    <a:pt x="1" y="3628"/>
                  </a:cubicBezTo>
                  <a:cubicBezTo>
                    <a:pt x="1" y="4398"/>
                    <a:pt x="587" y="4969"/>
                    <a:pt x="1337" y="4969"/>
                  </a:cubicBezTo>
                  <a:cubicBezTo>
                    <a:pt x="1387" y="4969"/>
                    <a:pt x="1438" y="4967"/>
                    <a:pt x="1489" y="4961"/>
                  </a:cubicBezTo>
                  <a:lnTo>
                    <a:pt x="20372" y="2973"/>
                  </a:lnTo>
                  <a:cubicBezTo>
                    <a:pt x="21182" y="2890"/>
                    <a:pt x="21849" y="2152"/>
                    <a:pt x="21849" y="1330"/>
                  </a:cubicBezTo>
                  <a:cubicBezTo>
                    <a:pt x="21849" y="571"/>
                    <a:pt x="21263" y="1"/>
                    <a:pt x="20523" y="1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5186;p116">
              <a:extLst>
                <a:ext uri="{FF2B5EF4-FFF2-40B4-BE49-F238E27FC236}">
                  <a16:creationId xmlns:a16="http://schemas.microsoft.com/office/drawing/2014/main" id="{3AA8BF52-6F59-59FF-FB35-B24B307788BF}"/>
                </a:ext>
              </a:extLst>
            </p:cNvPr>
            <p:cNvSpPr/>
            <p:nvPr/>
          </p:nvSpPr>
          <p:spPr>
            <a:xfrm>
              <a:off x="3083400" y="3635500"/>
              <a:ext cx="546225" cy="124250"/>
            </a:xfrm>
            <a:custGeom>
              <a:avLst/>
              <a:gdLst/>
              <a:ahLst/>
              <a:cxnLst/>
              <a:rect l="l" t="t" r="r" b="b"/>
              <a:pathLst>
                <a:path w="21849" h="4970" extrusionOk="0">
                  <a:moveTo>
                    <a:pt x="20523" y="1"/>
                  </a:moveTo>
                  <a:cubicBezTo>
                    <a:pt x="20473" y="1"/>
                    <a:pt x="20423" y="3"/>
                    <a:pt x="20372" y="8"/>
                  </a:cubicBezTo>
                  <a:lnTo>
                    <a:pt x="1489" y="1997"/>
                  </a:lnTo>
                  <a:cubicBezTo>
                    <a:pt x="668" y="2080"/>
                    <a:pt x="1" y="2818"/>
                    <a:pt x="1" y="3640"/>
                  </a:cubicBezTo>
                  <a:cubicBezTo>
                    <a:pt x="1" y="4399"/>
                    <a:pt x="587" y="4969"/>
                    <a:pt x="1336" y="4969"/>
                  </a:cubicBezTo>
                  <a:cubicBezTo>
                    <a:pt x="1387" y="4969"/>
                    <a:pt x="1438" y="4967"/>
                    <a:pt x="1489" y="4961"/>
                  </a:cubicBezTo>
                  <a:lnTo>
                    <a:pt x="20372" y="2973"/>
                  </a:lnTo>
                  <a:cubicBezTo>
                    <a:pt x="21182" y="2890"/>
                    <a:pt x="21849" y="2163"/>
                    <a:pt x="21849" y="1342"/>
                  </a:cubicBezTo>
                  <a:cubicBezTo>
                    <a:pt x="21849" y="572"/>
                    <a:pt x="21263" y="1"/>
                    <a:pt x="20523" y="1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5187;p116">
              <a:extLst>
                <a:ext uri="{FF2B5EF4-FFF2-40B4-BE49-F238E27FC236}">
                  <a16:creationId xmlns:a16="http://schemas.microsoft.com/office/drawing/2014/main" id="{7CC10582-5B97-A8B7-EA0C-2BD08FF8BEBA}"/>
                </a:ext>
              </a:extLst>
            </p:cNvPr>
            <p:cNvSpPr/>
            <p:nvPr/>
          </p:nvSpPr>
          <p:spPr>
            <a:xfrm>
              <a:off x="3083400" y="3505125"/>
              <a:ext cx="546225" cy="124250"/>
            </a:xfrm>
            <a:custGeom>
              <a:avLst/>
              <a:gdLst/>
              <a:ahLst/>
              <a:cxnLst/>
              <a:rect l="l" t="t" r="r" b="b"/>
              <a:pathLst>
                <a:path w="21849" h="4970" extrusionOk="0">
                  <a:moveTo>
                    <a:pt x="20523" y="1"/>
                  </a:moveTo>
                  <a:cubicBezTo>
                    <a:pt x="20473" y="1"/>
                    <a:pt x="20423" y="3"/>
                    <a:pt x="20372" y="8"/>
                  </a:cubicBezTo>
                  <a:lnTo>
                    <a:pt x="1489" y="1997"/>
                  </a:lnTo>
                  <a:cubicBezTo>
                    <a:pt x="668" y="2080"/>
                    <a:pt x="1" y="2806"/>
                    <a:pt x="1" y="3628"/>
                  </a:cubicBezTo>
                  <a:cubicBezTo>
                    <a:pt x="1" y="4398"/>
                    <a:pt x="587" y="4969"/>
                    <a:pt x="1337" y="4969"/>
                  </a:cubicBezTo>
                  <a:cubicBezTo>
                    <a:pt x="1387" y="4969"/>
                    <a:pt x="1438" y="4967"/>
                    <a:pt x="1489" y="4961"/>
                  </a:cubicBezTo>
                  <a:lnTo>
                    <a:pt x="20372" y="2973"/>
                  </a:lnTo>
                  <a:cubicBezTo>
                    <a:pt x="21182" y="2890"/>
                    <a:pt x="21849" y="2152"/>
                    <a:pt x="21849" y="1330"/>
                  </a:cubicBezTo>
                  <a:cubicBezTo>
                    <a:pt x="21849" y="571"/>
                    <a:pt x="21263" y="1"/>
                    <a:pt x="205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5188;p116">
              <a:extLst>
                <a:ext uri="{FF2B5EF4-FFF2-40B4-BE49-F238E27FC236}">
                  <a16:creationId xmlns:a16="http://schemas.microsoft.com/office/drawing/2014/main" id="{D9690E31-A015-8568-8A0D-3B0F1CE815FB}"/>
                </a:ext>
              </a:extLst>
            </p:cNvPr>
            <p:cNvSpPr/>
            <p:nvPr/>
          </p:nvSpPr>
          <p:spPr>
            <a:xfrm>
              <a:off x="3083400" y="3635500"/>
              <a:ext cx="546225" cy="124250"/>
            </a:xfrm>
            <a:custGeom>
              <a:avLst/>
              <a:gdLst/>
              <a:ahLst/>
              <a:cxnLst/>
              <a:rect l="l" t="t" r="r" b="b"/>
              <a:pathLst>
                <a:path w="21849" h="4970" extrusionOk="0">
                  <a:moveTo>
                    <a:pt x="20523" y="1"/>
                  </a:moveTo>
                  <a:cubicBezTo>
                    <a:pt x="20473" y="1"/>
                    <a:pt x="20423" y="3"/>
                    <a:pt x="20372" y="8"/>
                  </a:cubicBezTo>
                  <a:lnTo>
                    <a:pt x="1489" y="1997"/>
                  </a:lnTo>
                  <a:cubicBezTo>
                    <a:pt x="668" y="2080"/>
                    <a:pt x="1" y="2818"/>
                    <a:pt x="1" y="3640"/>
                  </a:cubicBezTo>
                  <a:cubicBezTo>
                    <a:pt x="1" y="4399"/>
                    <a:pt x="587" y="4969"/>
                    <a:pt x="1336" y="4969"/>
                  </a:cubicBezTo>
                  <a:cubicBezTo>
                    <a:pt x="1387" y="4969"/>
                    <a:pt x="1438" y="4967"/>
                    <a:pt x="1489" y="4961"/>
                  </a:cubicBezTo>
                  <a:lnTo>
                    <a:pt x="20372" y="2973"/>
                  </a:lnTo>
                  <a:cubicBezTo>
                    <a:pt x="21182" y="2890"/>
                    <a:pt x="21849" y="2163"/>
                    <a:pt x="21849" y="1342"/>
                  </a:cubicBezTo>
                  <a:cubicBezTo>
                    <a:pt x="21849" y="572"/>
                    <a:pt x="21263" y="1"/>
                    <a:pt x="205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5189;p116">
              <a:extLst>
                <a:ext uri="{FF2B5EF4-FFF2-40B4-BE49-F238E27FC236}">
                  <a16:creationId xmlns:a16="http://schemas.microsoft.com/office/drawing/2014/main" id="{21C323F9-2371-0CC2-8ADE-A2D52A210932}"/>
                </a:ext>
              </a:extLst>
            </p:cNvPr>
            <p:cNvSpPr/>
            <p:nvPr/>
          </p:nvSpPr>
          <p:spPr>
            <a:xfrm>
              <a:off x="3131025" y="3445500"/>
              <a:ext cx="450975" cy="34550"/>
            </a:xfrm>
            <a:custGeom>
              <a:avLst/>
              <a:gdLst/>
              <a:ahLst/>
              <a:cxnLst/>
              <a:rect l="l" t="t" r="r" b="b"/>
              <a:pathLst>
                <a:path w="18039" h="1382" extrusionOk="0">
                  <a:moveTo>
                    <a:pt x="691" y="0"/>
                  </a:moveTo>
                  <a:cubicBezTo>
                    <a:pt x="310" y="0"/>
                    <a:pt x="1" y="310"/>
                    <a:pt x="1" y="691"/>
                  </a:cubicBezTo>
                  <a:cubicBezTo>
                    <a:pt x="1" y="1072"/>
                    <a:pt x="310" y="1381"/>
                    <a:pt x="691" y="1381"/>
                  </a:cubicBezTo>
                  <a:lnTo>
                    <a:pt x="17348" y="1381"/>
                  </a:lnTo>
                  <a:cubicBezTo>
                    <a:pt x="17729" y="1381"/>
                    <a:pt x="18039" y="1072"/>
                    <a:pt x="18039" y="691"/>
                  </a:cubicBezTo>
                  <a:cubicBezTo>
                    <a:pt x="18039" y="310"/>
                    <a:pt x="17729" y="0"/>
                    <a:pt x="17348" y="0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5190;p116">
              <a:extLst>
                <a:ext uri="{FF2B5EF4-FFF2-40B4-BE49-F238E27FC236}">
                  <a16:creationId xmlns:a16="http://schemas.microsoft.com/office/drawing/2014/main" id="{5170FADE-9F41-5D0D-ADE3-054166DCF1D5}"/>
                </a:ext>
              </a:extLst>
            </p:cNvPr>
            <p:cNvSpPr/>
            <p:nvPr/>
          </p:nvSpPr>
          <p:spPr>
            <a:xfrm>
              <a:off x="3131025" y="3445500"/>
              <a:ext cx="450975" cy="34550"/>
            </a:xfrm>
            <a:custGeom>
              <a:avLst/>
              <a:gdLst/>
              <a:ahLst/>
              <a:cxnLst/>
              <a:rect l="l" t="t" r="r" b="b"/>
              <a:pathLst>
                <a:path w="18039" h="1382" extrusionOk="0">
                  <a:moveTo>
                    <a:pt x="691" y="0"/>
                  </a:moveTo>
                  <a:cubicBezTo>
                    <a:pt x="310" y="0"/>
                    <a:pt x="1" y="310"/>
                    <a:pt x="1" y="691"/>
                  </a:cubicBezTo>
                  <a:cubicBezTo>
                    <a:pt x="1" y="1072"/>
                    <a:pt x="310" y="1381"/>
                    <a:pt x="691" y="1381"/>
                  </a:cubicBezTo>
                  <a:lnTo>
                    <a:pt x="17348" y="1381"/>
                  </a:lnTo>
                  <a:cubicBezTo>
                    <a:pt x="17729" y="1381"/>
                    <a:pt x="18039" y="1072"/>
                    <a:pt x="18039" y="691"/>
                  </a:cubicBezTo>
                  <a:cubicBezTo>
                    <a:pt x="18039" y="310"/>
                    <a:pt x="17729" y="0"/>
                    <a:pt x="173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5191;p116">
              <a:extLst>
                <a:ext uri="{FF2B5EF4-FFF2-40B4-BE49-F238E27FC236}">
                  <a16:creationId xmlns:a16="http://schemas.microsoft.com/office/drawing/2014/main" id="{7E03AD1D-DC90-0964-E859-4E44FB2E0D5C}"/>
                </a:ext>
              </a:extLst>
            </p:cNvPr>
            <p:cNvSpPr/>
            <p:nvPr/>
          </p:nvSpPr>
          <p:spPr>
            <a:xfrm>
              <a:off x="2950650" y="2500725"/>
              <a:ext cx="341150" cy="469150"/>
            </a:xfrm>
            <a:custGeom>
              <a:avLst/>
              <a:gdLst/>
              <a:ahLst/>
              <a:cxnLst/>
              <a:rect l="l" t="t" r="r" b="b"/>
              <a:pathLst>
                <a:path w="13646" h="18766" extrusionOk="0">
                  <a:moveTo>
                    <a:pt x="10192" y="1"/>
                  </a:moveTo>
                  <a:cubicBezTo>
                    <a:pt x="6787" y="1620"/>
                    <a:pt x="3954" y="4394"/>
                    <a:pt x="2251" y="7764"/>
                  </a:cubicBezTo>
                  <a:cubicBezTo>
                    <a:pt x="548" y="11133"/>
                    <a:pt x="1" y="15062"/>
                    <a:pt x="703" y="18765"/>
                  </a:cubicBezTo>
                  <a:cubicBezTo>
                    <a:pt x="1001" y="15241"/>
                    <a:pt x="2572" y="11609"/>
                    <a:pt x="4847" y="8883"/>
                  </a:cubicBezTo>
                  <a:cubicBezTo>
                    <a:pt x="7109" y="6168"/>
                    <a:pt x="10228" y="4156"/>
                    <a:pt x="13645" y="3239"/>
                  </a:cubicBezTo>
                  <a:cubicBezTo>
                    <a:pt x="12419" y="2132"/>
                    <a:pt x="11419" y="1108"/>
                    <a:pt x="101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5192;p116">
              <a:extLst>
                <a:ext uri="{FF2B5EF4-FFF2-40B4-BE49-F238E27FC236}">
                  <a16:creationId xmlns:a16="http://schemas.microsoft.com/office/drawing/2014/main" id="{542B701A-14B5-E8A8-C902-9AC8BB6C68ED}"/>
                </a:ext>
              </a:extLst>
            </p:cNvPr>
            <p:cNvSpPr/>
            <p:nvPr/>
          </p:nvSpPr>
          <p:spPr>
            <a:xfrm>
              <a:off x="1890100" y="1775950"/>
              <a:ext cx="1213875" cy="617650"/>
            </a:xfrm>
            <a:custGeom>
              <a:avLst/>
              <a:gdLst/>
              <a:ahLst/>
              <a:cxnLst/>
              <a:rect l="l" t="t" r="r" b="b"/>
              <a:pathLst>
                <a:path w="48555" h="24706" extrusionOk="0">
                  <a:moveTo>
                    <a:pt x="41367" y="1"/>
                  </a:moveTo>
                  <a:cubicBezTo>
                    <a:pt x="27493" y="1"/>
                    <a:pt x="13626" y="1322"/>
                    <a:pt x="1" y="3941"/>
                  </a:cubicBezTo>
                  <a:lnTo>
                    <a:pt x="32624" y="24706"/>
                  </a:lnTo>
                  <a:lnTo>
                    <a:pt x="48554" y="119"/>
                  </a:lnTo>
                  <a:cubicBezTo>
                    <a:pt x="46159" y="40"/>
                    <a:pt x="43763" y="1"/>
                    <a:pt x="41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5193;p116">
              <a:extLst>
                <a:ext uri="{FF2B5EF4-FFF2-40B4-BE49-F238E27FC236}">
                  <a16:creationId xmlns:a16="http://schemas.microsoft.com/office/drawing/2014/main" id="{7883DCA0-8213-9645-8127-41E3238C6566}"/>
                </a:ext>
              </a:extLst>
            </p:cNvPr>
            <p:cNvSpPr/>
            <p:nvPr/>
          </p:nvSpPr>
          <p:spPr>
            <a:xfrm>
              <a:off x="4707125" y="3177350"/>
              <a:ext cx="1129625" cy="862850"/>
            </a:xfrm>
            <a:custGeom>
              <a:avLst/>
              <a:gdLst/>
              <a:ahLst/>
              <a:cxnLst/>
              <a:rect l="l" t="t" r="r" b="b"/>
              <a:pathLst>
                <a:path w="45185" h="34514" extrusionOk="0">
                  <a:moveTo>
                    <a:pt x="37827" y="0"/>
                  </a:moveTo>
                  <a:cubicBezTo>
                    <a:pt x="16417" y="0"/>
                    <a:pt x="4290" y="11993"/>
                    <a:pt x="0" y="16727"/>
                  </a:cubicBezTo>
                  <a:lnTo>
                    <a:pt x="6966" y="30372"/>
                  </a:lnTo>
                  <a:cubicBezTo>
                    <a:pt x="10692" y="32550"/>
                    <a:pt x="14740" y="34003"/>
                    <a:pt x="18908" y="34396"/>
                  </a:cubicBezTo>
                  <a:cubicBezTo>
                    <a:pt x="19765" y="34475"/>
                    <a:pt x="20625" y="34514"/>
                    <a:pt x="21486" y="34514"/>
                  </a:cubicBezTo>
                  <a:cubicBezTo>
                    <a:pt x="28005" y="34514"/>
                    <a:pt x="34540" y="32279"/>
                    <a:pt x="39672" y="28336"/>
                  </a:cubicBezTo>
                  <a:lnTo>
                    <a:pt x="40053" y="27681"/>
                  </a:lnTo>
                  <a:cubicBezTo>
                    <a:pt x="44827" y="19418"/>
                    <a:pt x="45185" y="9333"/>
                    <a:pt x="41017" y="761"/>
                  </a:cubicBezTo>
                  <a:lnTo>
                    <a:pt x="40684" y="70"/>
                  </a:lnTo>
                  <a:cubicBezTo>
                    <a:pt x="39714" y="23"/>
                    <a:pt x="38762" y="0"/>
                    <a:pt x="378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5194;p116">
              <a:extLst>
                <a:ext uri="{FF2B5EF4-FFF2-40B4-BE49-F238E27FC236}">
                  <a16:creationId xmlns:a16="http://schemas.microsoft.com/office/drawing/2014/main" id="{B8531773-E10E-DFE8-BD60-F99F8EA4A259}"/>
                </a:ext>
              </a:extLst>
            </p:cNvPr>
            <p:cNvSpPr/>
            <p:nvPr/>
          </p:nvSpPr>
          <p:spPr>
            <a:xfrm>
              <a:off x="3538825" y="3380900"/>
              <a:ext cx="2282150" cy="2183325"/>
            </a:xfrm>
            <a:custGeom>
              <a:avLst/>
              <a:gdLst/>
              <a:ahLst/>
              <a:cxnLst/>
              <a:rect l="l" t="t" r="r" b="b"/>
              <a:pathLst>
                <a:path w="91286" h="87333" extrusionOk="0">
                  <a:moveTo>
                    <a:pt x="87821" y="17741"/>
                  </a:moveTo>
                  <a:lnTo>
                    <a:pt x="87761" y="17843"/>
                  </a:lnTo>
                  <a:lnTo>
                    <a:pt x="87761" y="17843"/>
                  </a:lnTo>
                  <a:cubicBezTo>
                    <a:pt x="87782" y="17810"/>
                    <a:pt x="87801" y="17775"/>
                    <a:pt x="87821" y="17741"/>
                  </a:cubicBezTo>
                  <a:close/>
                  <a:moveTo>
                    <a:pt x="90155" y="1"/>
                  </a:moveTo>
                  <a:lnTo>
                    <a:pt x="90155" y="1"/>
                  </a:lnTo>
                  <a:cubicBezTo>
                    <a:pt x="87523" y="19312"/>
                    <a:pt x="72331" y="21801"/>
                    <a:pt x="68914" y="22110"/>
                  </a:cubicBezTo>
                  <a:cubicBezTo>
                    <a:pt x="67306" y="22146"/>
                    <a:pt x="65544" y="22158"/>
                    <a:pt x="63627" y="22158"/>
                  </a:cubicBezTo>
                  <a:lnTo>
                    <a:pt x="29028" y="22158"/>
                  </a:lnTo>
                  <a:lnTo>
                    <a:pt x="29028" y="6323"/>
                  </a:lnTo>
                  <a:lnTo>
                    <a:pt x="0" y="42149"/>
                  </a:lnTo>
                  <a:lnTo>
                    <a:pt x="29028" y="87333"/>
                  </a:lnTo>
                  <a:lnTo>
                    <a:pt x="29028" y="70831"/>
                  </a:lnTo>
                  <a:lnTo>
                    <a:pt x="38898" y="70831"/>
                  </a:lnTo>
                  <a:cubicBezTo>
                    <a:pt x="50209" y="70831"/>
                    <a:pt x="60651" y="64806"/>
                    <a:pt x="66306" y="55007"/>
                  </a:cubicBezTo>
                  <a:lnTo>
                    <a:pt x="83916" y="24516"/>
                  </a:lnTo>
                  <a:lnTo>
                    <a:pt x="86785" y="19539"/>
                  </a:lnTo>
                  <a:cubicBezTo>
                    <a:pt x="86785" y="19539"/>
                    <a:pt x="86785" y="19539"/>
                    <a:pt x="86785" y="19527"/>
                  </a:cubicBezTo>
                  <a:lnTo>
                    <a:pt x="87761" y="17843"/>
                  </a:lnTo>
                  <a:lnTo>
                    <a:pt x="87761" y="17843"/>
                  </a:lnTo>
                  <a:cubicBezTo>
                    <a:pt x="87670" y="17996"/>
                    <a:pt x="87571" y="18142"/>
                    <a:pt x="87464" y="18289"/>
                  </a:cubicBezTo>
                  <a:cubicBezTo>
                    <a:pt x="90381" y="12609"/>
                    <a:pt x="91286" y="6168"/>
                    <a:pt x="901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5195;p116">
              <a:extLst>
                <a:ext uri="{FF2B5EF4-FFF2-40B4-BE49-F238E27FC236}">
                  <a16:creationId xmlns:a16="http://schemas.microsoft.com/office/drawing/2014/main" id="{C685B30B-1402-2466-9CC1-DB9A90B15F6F}"/>
                </a:ext>
              </a:extLst>
            </p:cNvPr>
            <p:cNvSpPr/>
            <p:nvPr/>
          </p:nvSpPr>
          <p:spPr>
            <a:xfrm>
              <a:off x="3620375" y="4104425"/>
              <a:ext cx="1742500" cy="925225"/>
            </a:xfrm>
            <a:custGeom>
              <a:avLst/>
              <a:gdLst/>
              <a:ahLst/>
              <a:cxnLst/>
              <a:rect l="l" t="t" r="r" b="b"/>
              <a:pathLst>
                <a:path w="69700" h="37009" extrusionOk="0">
                  <a:moveTo>
                    <a:pt x="52665" y="0"/>
                  </a:moveTo>
                  <a:cubicBezTo>
                    <a:pt x="50351" y="0"/>
                    <a:pt x="48172" y="1779"/>
                    <a:pt x="46899" y="3814"/>
                  </a:cubicBezTo>
                  <a:cubicBezTo>
                    <a:pt x="45447" y="6135"/>
                    <a:pt x="44733" y="8862"/>
                    <a:pt x="43244" y="11160"/>
                  </a:cubicBezTo>
                  <a:cubicBezTo>
                    <a:pt x="41968" y="13131"/>
                    <a:pt x="39806" y="14831"/>
                    <a:pt x="37549" y="14831"/>
                  </a:cubicBezTo>
                  <a:cubicBezTo>
                    <a:pt x="37174" y="14831"/>
                    <a:pt x="36798" y="14784"/>
                    <a:pt x="36422" y="14684"/>
                  </a:cubicBezTo>
                  <a:cubicBezTo>
                    <a:pt x="32576" y="13660"/>
                    <a:pt x="31445" y="8040"/>
                    <a:pt x="27599" y="7028"/>
                  </a:cubicBezTo>
                  <a:cubicBezTo>
                    <a:pt x="27215" y="6927"/>
                    <a:pt x="26829" y="6880"/>
                    <a:pt x="26444" y="6880"/>
                  </a:cubicBezTo>
                  <a:cubicBezTo>
                    <a:pt x="24480" y="6880"/>
                    <a:pt x="22558" y="8109"/>
                    <a:pt x="21194" y="9612"/>
                  </a:cubicBezTo>
                  <a:cubicBezTo>
                    <a:pt x="19551" y="11398"/>
                    <a:pt x="18396" y="13589"/>
                    <a:pt x="16658" y="15279"/>
                  </a:cubicBezTo>
                  <a:cubicBezTo>
                    <a:pt x="15376" y="16526"/>
                    <a:pt x="13596" y="17462"/>
                    <a:pt x="11866" y="17462"/>
                  </a:cubicBezTo>
                  <a:cubicBezTo>
                    <a:pt x="11250" y="17462"/>
                    <a:pt x="10640" y="17343"/>
                    <a:pt x="10062" y="17077"/>
                  </a:cubicBezTo>
                  <a:cubicBezTo>
                    <a:pt x="8335" y="16279"/>
                    <a:pt x="7192" y="14291"/>
                    <a:pt x="5311" y="14041"/>
                  </a:cubicBezTo>
                  <a:cubicBezTo>
                    <a:pt x="5184" y="14025"/>
                    <a:pt x="5059" y="14017"/>
                    <a:pt x="4934" y="14017"/>
                  </a:cubicBezTo>
                  <a:cubicBezTo>
                    <a:pt x="3429" y="14017"/>
                    <a:pt x="2080" y="15168"/>
                    <a:pt x="1168" y="16410"/>
                  </a:cubicBezTo>
                  <a:cubicBezTo>
                    <a:pt x="727" y="17006"/>
                    <a:pt x="334" y="17637"/>
                    <a:pt x="1" y="18292"/>
                  </a:cubicBezTo>
                  <a:lnTo>
                    <a:pt x="9954" y="33794"/>
                  </a:lnTo>
                  <a:cubicBezTo>
                    <a:pt x="12776" y="33389"/>
                    <a:pt x="15479" y="32400"/>
                    <a:pt x="18229" y="31674"/>
                  </a:cubicBezTo>
                  <a:cubicBezTo>
                    <a:pt x="21771" y="30744"/>
                    <a:pt x="25428" y="30288"/>
                    <a:pt x="29086" y="30288"/>
                  </a:cubicBezTo>
                  <a:cubicBezTo>
                    <a:pt x="37320" y="30288"/>
                    <a:pt x="45562" y="32598"/>
                    <a:pt x="52519" y="37008"/>
                  </a:cubicBezTo>
                  <a:cubicBezTo>
                    <a:pt x="56794" y="34317"/>
                    <a:pt x="60437" y="30591"/>
                    <a:pt x="63044" y="26066"/>
                  </a:cubicBezTo>
                  <a:lnTo>
                    <a:pt x="69700" y="14541"/>
                  </a:lnTo>
                  <a:cubicBezTo>
                    <a:pt x="69681" y="14541"/>
                    <a:pt x="69662" y="14541"/>
                    <a:pt x="69644" y="14541"/>
                  </a:cubicBezTo>
                  <a:cubicBezTo>
                    <a:pt x="68464" y="14541"/>
                    <a:pt x="67395" y="15271"/>
                    <a:pt x="66223" y="15470"/>
                  </a:cubicBezTo>
                  <a:cubicBezTo>
                    <a:pt x="65998" y="15508"/>
                    <a:pt x="65775" y="15527"/>
                    <a:pt x="65555" y="15527"/>
                  </a:cubicBezTo>
                  <a:cubicBezTo>
                    <a:pt x="63111" y="15527"/>
                    <a:pt x="61018" y="13258"/>
                    <a:pt x="60068" y="10910"/>
                  </a:cubicBezTo>
                  <a:cubicBezTo>
                    <a:pt x="59032" y="8338"/>
                    <a:pt x="58758" y="5469"/>
                    <a:pt x="57353" y="3087"/>
                  </a:cubicBezTo>
                  <a:cubicBezTo>
                    <a:pt x="56532" y="1682"/>
                    <a:pt x="55246" y="468"/>
                    <a:pt x="53650" y="111"/>
                  </a:cubicBezTo>
                  <a:cubicBezTo>
                    <a:pt x="53321" y="36"/>
                    <a:pt x="52991" y="0"/>
                    <a:pt x="526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5196;p116">
              <a:extLst>
                <a:ext uri="{FF2B5EF4-FFF2-40B4-BE49-F238E27FC236}">
                  <a16:creationId xmlns:a16="http://schemas.microsoft.com/office/drawing/2014/main" id="{CE7D123C-4C2B-8B0A-C8FA-3724E3E7F7B9}"/>
                </a:ext>
              </a:extLst>
            </p:cNvPr>
            <p:cNvSpPr/>
            <p:nvPr/>
          </p:nvSpPr>
          <p:spPr>
            <a:xfrm>
              <a:off x="4819050" y="4175050"/>
              <a:ext cx="43175" cy="593550"/>
            </a:xfrm>
            <a:custGeom>
              <a:avLst/>
              <a:gdLst/>
              <a:ahLst/>
              <a:cxnLst/>
              <a:rect l="l" t="t" r="r" b="b"/>
              <a:pathLst>
                <a:path w="1727" h="23742" extrusionOk="0">
                  <a:moveTo>
                    <a:pt x="0" y="0"/>
                  </a:moveTo>
                  <a:lnTo>
                    <a:pt x="0" y="23622"/>
                  </a:lnTo>
                  <a:cubicBezTo>
                    <a:pt x="572" y="23646"/>
                    <a:pt x="1143" y="23694"/>
                    <a:pt x="1727" y="23741"/>
                  </a:cubicBezTo>
                  <a:lnTo>
                    <a:pt x="17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5197;p116">
              <a:extLst>
                <a:ext uri="{FF2B5EF4-FFF2-40B4-BE49-F238E27FC236}">
                  <a16:creationId xmlns:a16="http://schemas.microsoft.com/office/drawing/2014/main" id="{F81F1588-8C60-B605-304E-BAFA754BF88B}"/>
                </a:ext>
              </a:extLst>
            </p:cNvPr>
            <p:cNvSpPr/>
            <p:nvPr/>
          </p:nvSpPr>
          <p:spPr>
            <a:xfrm>
              <a:off x="4734200" y="4134575"/>
              <a:ext cx="196500" cy="80675"/>
            </a:xfrm>
            <a:custGeom>
              <a:avLst/>
              <a:gdLst/>
              <a:ahLst/>
              <a:cxnLst/>
              <a:rect l="l" t="t" r="r" b="b"/>
              <a:pathLst>
                <a:path w="7860" h="3227" extrusionOk="0">
                  <a:moveTo>
                    <a:pt x="1608" y="0"/>
                  </a:moveTo>
                  <a:cubicBezTo>
                    <a:pt x="727" y="0"/>
                    <a:pt x="1" y="726"/>
                    <a:pt x="1" y="1619"/>
                  </a:cubicBezTo>
                  <a:cubicBezTo>
                    <a:pt x="1" y="2512"/>
                    <a:pt x="727" y="3227"/>
                    <a:pt x="1608" y="3227"/>
                  </a:cubicBezTo>
                  <a:lnTo>
                    <a:pt x="7859" y="3227"/>
                  </a:lnTo>
                  <a:lnTo>
                    <a:pt x="78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98;p116">
              <a:extLst>
                <a:ext uri="{FF2B5EF4-FFF2-40B4-BE49-F238E27FC236}">
                  <a16:creationId xmlns:a16="http://schemas.microsoft.com/office/drawing/2014/main" id="{2A2346B8-ED14-D1B6-A7C6-8EBD65E8774F}"/>
                </a:ext>
              </a:extLst>
            </p:cNvPr>
            <p:cNvSpPr/>
            <p:nvPr/>
          </p:nvSpPr>
          <p:spPr>
            <a:xfrm>
              <a:off x="4734200" y="4134575"/>
              <a:ext cx="196500" cy="80675"/>
            </a:xfrm>
            <a:custGeom>
              <a:avLst/>
              <a:gdLst/>
              <a:ahLst/>
              <a:cxnLst/>
              <a:rect l="l" t="t" r="r" b="b"/>
              <a:pathLst>
                <a:path w="7860" h="3227" extrusionOk="0">
                  <a:moveTo>
                    <a:pt x="1608" y="0"/>
                  </a:moveTo>
                  <a:cubicBezTo>
                    <a:pt x="727" y="0"/>
                    <a:pt x="1" y="726"/>
                    <a:pt x="1" y="1619"/>
                  </a:cubicBezTo>
                  <a:cubicBezTo>
                    <a:pt x="1" y="2512"/>
                    <a:pt x="727" y="3227"/>
                    <a:pt x="1608" y="3227"/>
                  </a:cubicBezTo>
                  <a:lnTo>
                    <a:pt x="7859" y="3227"/>
                  </a:lnTo>
                  <a:lnTo>
                    <a:pt x="78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99;p116">
              <a:extLst>
                <a:ext uri="{FF2B5EF4-FFF2-40B4-BE49-F238E27FC236}">
                  <a16:creationId xmlns:a16="http://schemas.microsoft.com/office/drawing/2014/main" id="{99A997C7-C2F2-7ACF-6CB4-B649C0A811E2}"/>
                </a:ext>
              </a:extLst>
            </p:cNvPr>
            <p:cNvSpPr/>
            <p:nvPr/>
          </p:nvSpPr>
          <p:spPr>
            <a:xfrm>
              <a:off x="4734200" y="4154800"/>
              <a:ext cx="196500" cy="60450"/>
            </a:xfrm>
            <a:custGeom>
              <a:avLst/>
              <a:gdLst/>
              <a:ahLst/>
              <a:cxnLst/>
              <a:rect l="l" t="t" r="r" b="b"/>
              <a:pathLst>
                <a:path w="7860" h="2418" extrusionOk="0">
                  <a:moveTo>
                    <a:pt x="227" y="1"/>
                  </a:moveTo>
                  <a:cubicBezTo>
                    <a:pt x="84" y="239"/>
                    <a:pt x="1" y="513"/>
                    <a:pt x="1" y="810"/>
                  </a:cubicBezTo>
                  <a:cubicBezTo>
                    <a:pt x="1" y="1703"/>
                    <a:pt x="727" y="2418"/>
                    <a:pt x="1608" y="2418"/>
                  </a:cubicBezTo>
                  <a:lnTo>
                    <a:pt x="7859" y="2418"/>
                  </a:lnTo>
                  <a:lnTo>
                    <a:pt x="7859" y="810"/>
                  </a:lnTo>
                  <a:lnTo>
                    <a:pt x="1608" y="810"/>
                  </a:lnTo>
                  <a:cubicBezTo>
                    <a:pt x="1013" y="810"/>
                    <a:pt x="501" y="477"/>
                    <a:pt x="2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5200;p116">
              <a:extLst>
                <a:ext uri="{FF2B5EF4-FFF2-40B4-BE49-F238E27FC236}">
                  <a16:creationId xmlns:a16="http://schemas.microsoft.com/office/drawing/2014/main" id="{93654BC4-8D6F-A9C5-0996-0F5D9C93FDA0}"/>
                </a:ext>
              </a:extLst>
            </p:cNvPr>
            <p:cNvSpPr/>
            <p:nvPr/>
          </p:nvSpPr>
          <p:spPr>
            <a:xfrm>
              <a:off x="4910125" y="3916975"/>
              <a:ext cx="41100" cy="258100"/>
            </a:xfrm>
            <a:custGeom>
              <a:avLst/>
              <a:gdLst/>
              <a:ahLst/>
              <a:cxnLst/>
              <a:rect l="l" t="t" r="r" b="b"/>
              <a:pathLst>
                <a:path w="1644" h="10324" extrusionOk="0">
                  <a:moveTo>
                    <a:pt x="822" y="1"/>
                  </a:moveTo>
                  <a:cubicBezTo>
                    <a:pt x="346" y="763"/>
                    <a:pt x="1" y="2787"/>
                    <a:pt x="1" y="5156"/>
                  </a:cubicBezTo>
                  <a:cubicBezTo>
                    <a:pt x="1" y="7537"/>
                    <a:pt x="346" y="9561"/>
                    <a:pt x="822" y="10323"/>
                  </a:cubicBezTo>
                  <a:cubicBezTo>
                    <a:pt x="1298" y="9561"/>
                    <a:pt x="1644" y="7537"/>
                    <a:pt x="1644" y="5156"/>
                  </a:cubicBezTo>
                  <a:cubicBezTo>
                    <a:pt x="1644" y="2787"/>
                    <a:pt x="1298" y="763"/>
                    <a:pt x="8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5201;p116">
              <a:extLst>
                <a:ext uri="{FF2B5EF4-FFF2-40B4-BE49-F238E27FC236}">
                  <a16:creationId xmlns:a16="http://schemas.microsoft.com/office/drawing/2014/main" id="{7A0D19C0-878A-4D4A-9280-C45D6370E471}"/>
                </a:ext>
              </a:extLst>
            </p:cNvPr>
            <p:cNvSpPr/>
            <p:nvPr/>
          </p:nvSpPr>
          <p:spPr>
            <a:xfrm>
              <a:off x="4910125" y="3916975"/>
              <a:ext cx="20575" cy="258100"/>
            </a:xfrm>
            <a:custGeom>
              <a:avLst/>
              <a:gdLst/>
              <a:ahLst/>
              <a:cxnLst/>
              <a:rect l="l" t="t" r="r" b="b"/>
              <a:pathLst>
                <a:path w="823" h="10324" extrusionOk="0">
                  <a:moveTo>
                    <a:pt x="822" y="1"/>
                  </a:moveTo>
                  <a:cubicBezTo>
                    <a:pt x="346" y="763"/>
                    <a:pt x="1" y="2787"/>
                    <a:pt x="1" y="5156"/>
                  </a:cubicBezTo>
                  <a:cubicBezTo>
                    <a:pt x="1" y="7537"/>
                    <a:pt x="346" y="9561"/>
                    <a:pt x="822" y="10323"/>
                  </a:cubicBezTo>
                  <a:lnTo>
                    <a:pt x="8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5202;p116">
              <a:extLst>
                <a:ext uri="{FF2B5EF4-FFF2-40B4-BE49-F238E27FC236}">
                  <a16:creationId xmlns:a16="http://schemas.microsoft.com/office/drawing/2014/main" id="{7524EA1B-687C-91CD-3338-5C917FA0761A}"/>
                </a:ext>
              </a:extLst>
            </p:cNvPr>
            <p:cNvSpPr/>
            <p:nvPr/>
          </p:nvSpPr>
          <p:spPr>
            <a:xfrm>
              <a:off x="4930675" y="4175025"/>
              <a:ext cx="223550" cy="128975"/>
            </a:xfrm>
            <a:custGeom>
              <a:avLst/>
              <a:gdLst/>
              <a:ahLst/>
              <a:cxnLst/>
              <a:rect l="l" t="t" r="r" b="b"/>
              <a:pathLst>
                <a:path w="8942" h="5159" extrusionOk="0">
                  <a:moveTo>
                    <a:pt x="67" y="0"/>
                  </a:moveTo>
                  <a:cubicBezTo>
                    <a:pt x="44" y="0"/>
                    <a:pt x="22" y="1"/>
                    <a:pt x="0" y="1"/>
                  </a:cubicBezTo>
                  <a:cubicBezTo>
                    <a:pt x="417" y="799"/>
                    <a:pt x="2000" y="2097"/>
                    <a:pt x="4060" y="3288"/>
                  </a:cubicBezTo>
                  <a:cubicBezTo>
                    <a:pt x="6071" y="4450"/>
                    <a:pt x="7956" y="5158"/>
                    <a:pt x="8876" y="5158"/>
                  </a:cubicBezTo>
                  <a:cubicBezTo>
                    <a:pt x="8898" y="5158"/>
                    <a:pt x="8920" y="5158"/>
                    <a:pt x="8942" y="5157"/>
                  </a:cubicBezTo>
                  <a:cubicBezTo>
                    <a:pt x="8525" y="4359"/>
                    <a:pt x="6941" y="3061"/>
                    <a:pt x="4882" y="1871"/>
                  </a:cubicBezTo>
                  <a:cubicBezTo>
                    <a:pt x="2871" y="709"/>
                    <a:pt x="997" y="0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5203;p116">
              <a:extLst>
                <a:ext uri="{FF2B5EF4-FFF2-40B4-BE49-F238E27FC236}">
                  <a16:creationId xmlns:a16="http://schemas.microsoft.com/office/drawing/2014/main" id="{819697AA-7C25-0F4B-C26A-6E74F58C6795}"/>
                </a:ext>
              </a:extLst>
            </p:cNvPr>
            <p:cNvSpPr/>
            <p:nvPr/>
          </p:nvSpPr>
          <p:spPr>
            <a:xfrm>
              <a:off x="4930675" y="4175025"/>
              <a:ext cx="223550" cy="128925"/>
            </a:xfrm>
            <a:custGeom>
              <a:avLst/>
              <a:gdLst/>
              <a:ahLst/>
              <a:cxnLst/>
              <a:rect l="l" t="t" r="r" b="b"/>
              <a:pathLst>
                <a:path w="8942" h="5157" extrusionOk="0">
                  <a:moveTo>
                    <a:pt x="67" y="0"/>
                  </a:moveTo>
                  <a:cubicBezTo>
                    <a:pt x="44" y="0"/>
                    <a:pt x="22" y="1"/>
                    <a:pt x="0" y="1"/>
                  </a:cubicBezTo>
                  <a:lnTo>
                    <a:pt x="8942" y="5157"/>
                  </a:lnTo>
                  <a:cubicBezTo>
                    <a:pt x="8525" y="4359"/>
                    <a:pt x="6941" y="3061"/>
                    <a:pt x="4882" y="1871"/>
                  </a:cubicBezTo>
                  <a:cubicBezTo>
                    <a:pt x="2871" y="709"/>
                    <a:pt x="997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5204;p116">
              <a:extLst>
                <a:ext uri="{FF2B5EF4-FFF2-40B4-BE49-F238E27FC236}">
                  <a16:creationId xmlns:a16="http://schemas.microsoft.com/office/drawing/2014/main" id="{19893D74-A044-7DDC-B2D1-2ED11B5C555E}"/>
                </a:ext>
              </a:extLst>
            </p:cNvPr>
            <p:cNvSpPr/>
            <p:nvPr/>
          </p:nvSpPr>
          <p:spPr>
            <a:xfrm>
              <a:off x="4707125" y="4175025"/>
              <a:ext cx="223575" cy="128975"/>
            </a:xfrm>
            <a:custGeom>
              <a:avLst/>
              <a:gdLst/>
              <a:ahLst/>
              <a:cxnLst/>
              <a:rect l="l" t="t" r="r" b="b"/>
              <a:pathLst>
                <a:path w="8943" h="5159" extrusionOk="0">
                  <a:moveTo>
                    <a:pt x="8876" y="0"/>
                  </a:moveTo>
                  <a:cubicBezTo>
                    <a:pt x="7957" y="0"/>
                    <a:pt x="6071" y="709"/>
                    <a:pt x="4060" y="1871"/>
                  </a:cubicBezTo>
                  <a:cubicBezTo>
                    <a:pt x="2001" y="3061"/>
                    <a:pt x="429" y="4359"/>
                    <a:pt x="0" y="5157"/>
                  </a:cubicBezTo>
                  <a:cubicBezTo>
                    <a:pt x="22" y="5158"/>
                    <a:pt x="44" y="5158"/>
                    <a:pt x="67" y="5158"/>
                  </a:cubicBezTo>
                  <a:cubicBezTo>
                    <a:pt x="997" y="5158"/>
                    <a:pt x="2871" y="4450"/>
                    <a:pt x="4882" y="3288"/>
                  </a:cubicBezTo>
                  <a:cubicBezTo>
                    <a:pt x="6942" y="2097"/>
                    <a:pt x="8525" y="799"/>
                    <a:pt x="8942" y="1"/>
                  </a:cubicBezTo>
                  <a:cubicBezTo>
                    <a:pt x="8921" y="1"/>
                    <a:pt x="8899" y="0"/>
                    <a:pt x="8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5205;p116">
              <a:extLst>
                <a:ext uri="{FF2B5EF4-FFF2-40B4-BE49-F238E27FC236}">
                  <a16:creationId xmlns:a16="http://schemas.microsoft.com/office/drawing/2014/main" id="{6589D79B-FD65-106A-3B8C-2642E3941BB7}"/>
                </a:ext>
              </a:extLst>
            </p:cNvPr>
            <p:cNvSpPr/>
            <p:nvPr/>
          </p:nvSpPr>
          <p:spPr>
            <a:xfrm>
              <a:off x="4707125" y="4175050"/>
              <a:ext cx="223575" cy="128950"/>
            </a:xfrm>
            <a:custGeom>
              <a:avLst/>
              <a:gdLst/>
              <a:ahLst/>
              <a:cxnLst/>
              <a:rect l="l" t="t" r="r" b="b"/>
              <a:pathLst>
                <a:path w="8943" h="5158" extrusionOk="0">
                  <a:moveTo>
                    <a:pt x="8942" y="0"/>
                  </a:moveTo>
                  <a:lnTo>
                    <a:pt x="0" y="5156"/>
                  </a:lnTo>
                  <a:cubicBezTo>
                    <a:pt x="22" y="5157"/>
                    <a:pt x="44" y="5157"/>
                    <a:pt x="67" y="5157"/>
                  </a:cubicBezTo>
                  <a:cubicBezTo>
                    <a:pt x="997" y="5157"/>
                    <a:pt x="2871" y="4449"/>
                    <a:pt x="4882" y="3287"/>
                  </a:cubicBezTo>
                  <a:cubicBezTo>
                    <a:pt x="6942" y="2096"/>
                    <a:pt x="8525" y="798"/>
                    <a:pt x="8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5206;p116">
              <a:extLst>
                <a:ext uri="{FF2B5EF4-FFF2-40B4-BE49-F238E27FC236}">
                  <a16:creationId xmlns:a16="http://schemas.microsoft.com/office/drawing/2014/main" id="{B0095290-272D-DD21-D47D-10AF38AF72A0}"/>
                </a:ext>
              </a:extLst>
            </p:cNvPr>
            <p:cNvSpPr/>
            <p:nvPr/>
          </p:nvSpPr>
          <p:spPr>
            <a:xfrm>
              <a:off x="4890475" y="4134575"/>
              <a:ext cx="80700" cy="80675"/>
            </a:xfrm>
            <a:custGeom>
              <a:avLst/>
              <a:gdLst/>
              <a:ahLst/>
              <a:cxnLst/>
              <a:rect l="l" t="t" r="r" b="b"/>
              <a:pathLst>
                <a:path w="3228" h="3227" extrusionOk="0">
                  <a:moveTo>
                    <a:pt x="1608" y="0"/>
                  </a:moveTo>
                  <a:cubicBezTo>
                    <a:pt x="715" y="0"/>
                    <a:pt x="1" y="726"/>
                    <a:pt x="1" y="1619"/>
                  </a:cubicBezTo>
                  <a:cubicBezTo>
                    <a:pt x="1" y="2512"/>
                    <a:pt x="715" y="3227"/>
                    <a:pt x="1608" y="3227"/>
                  </a:cubicBezTo>
                  <a:cubicBezTo>
                    <a:pt x="2501" y="3227"/>
                    <a:pt x="3227" y="2512"/>
                    <a:pt x="3227" y="1619"/>
                  </a:cubicBezTo>
                  <a:cubicBezTo>
                    <a:pt x="3227" y="726"/>
                    <a:pt x="2501" y="0"/>
                    <a:pt x="16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5207;p116">
              <a:extLst>
                <a:ext uri="{FF2B5EF4-FFF2-40B4-BE49-F238E27FC236}">
                  <a16:creationId xmlns:a16="http://schemas.microsoft.com/office/drawing/2014/main" id="{E342AD70-C54C-5440-FB01-6E8E342B91D0}"/>
                </a:ext>
              </a:extLst>
            </p:cNvPr>
            <p:cNvSpPr/>
            <p:nvPr/>
          </p:nvSpPr>
          <p:spPr>
            <a:xfrm>
              <a:off x="5067575" y="4392625"/>
              <a:ext cx="29800" cy="408125"/>
            </a:xfrm>
            <a:custGeom>
              <a:avLst/>
              <a:gdLst/>
              <a:ahLst/>
              <a:cxnLst/>
              <a:rect l="l" t="t" r="r" b="b"/>
              <a:pathLst>
                <a:path w="1192" h="16325" extrusionOk="0">
                  <a:moveTo>
                    <a:pt x="1" y="1"/>
                  </a:moveTo>
                  <a:lnTo>
                    <a:pt x="1" y="16229"/>
                  </a:lnTo>
                  <a:cubicBezTo>
                    <a:pt x="394" y="16253"/>
                    <a:pt x="799" y="16289"/>
                    <a:pt x="1192" y="16324"/>
                  </a:cubicBezTo>
                  <a:lnTo>
                    <a:pt x="1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5208;p116">
              <a:extLst>
                <a:ext uri="{FF2B5EF4-FFF2-40B4-BE49-F238E27FC236}">
                  <a16:creationId xmlns:a16="http://schemas.microsoft.com/office/drawing/2014/main" id="{40516F49-8BC1-1B21-5A1D-4107972A54FB}"/>
                </a:ext>
              </a:extLst>
            </p:cNvPr>
            <p:cNvSpPr/>
            <p:nvPr/>
          </p:nvSpPr>
          <p:spPr>
            <a:xfrm>
              <a:off x="5009250" y="4364950"/>
              <a:ext cx="135150" cy="55400"/>
            </a:xfrm>
            <a:custGeom>
              <a:avLst/>
              <a:gdLst/>
              <a:ahLst/>
              <a:cxnLst/>
              <a:rect l="l" t="t" r="r" b="b"/>
              <a:pathLst>
                <a:path w="5406" h="2216" extrusionOk="0">
                  <a:moveTo>
                    <a:pt x="1108" y="1"/>
                  </a:moveTo>
                  <a:cubicBezTo>
                    <a:pt x="500" y="1"/>
                    <a:pt x="0" y="501"/>
                    <a:pt x="0" y="1108"/>
                  </a:cubicBezTo>
                  <a:cubicBezTo>
                    <a:pt x="0" y="1727"/>
                    <a:pt x="500" y="2215"/>
                    <a:pt x="1108" y="2215"/>
                  </a:cubicBezTo>
                  <a:lnTo>
                    <a:pt x="5406" y="2215"/>
                  </a:lnTo>
                  <a:lnTo>
                    <a:pt x="54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5209;p116">
              <a:extLst>
                <a:ext uri="{FF2B5EF4-FFF2-40B4-BE49-F238E27FC236}">
                  <a16:creationId xmlns:a16="http://schemas.microsoft.com/office/drawing/2014/main" id="{C09A600F-12A4-7579-6841-A03220AF229E}"/>
                </a:ext>
              </a:extLst>
            </p:cNvPr>
            <p:cNvSpPr/>
            <p:nvPr/>
          </p:nvSpPr>
          <p:spPr>
            <a:xfrm>
              <a:off x="5009250" y="4364950"/>
              <a:ext cx="135150" cy="55400"/>
            </a:xfrm>
            <a:custGeom>
              <a:avLst/>
              <a:gdLst/>
              <a:ahLst/>
              <a:cxnLst/>
              <a:rect l="l" t="t" r="r" b="b"/>
              <a:pathLst>
                <a:path w="5406" h="2216" extrusionOk="0">
                  <a:moveTo>
                    <a:pt x="1108" y="1"/>
                  </a:moveTo>
                  <a:cubicBezTo>
                    <a:pt x="500" y="1"/>
                    <a:pt x="0" y="501"/>
                    <a:pt x="0" y="1108"/>
                  </a:cubicBezTo>
                  <a:cubicBezTo>
                    <a:pt x="0" y="1727"/>
                    <a:pt x="500" y="2215"/>
                    <a:pt x="1108" y="2215"/>
                  </a:cubicBezTo>
                  <a:lnTo>
                    <a:pt x="5406" y="2215"/>
                  </a:lnTo>
                  <a:lnTo>
                    <a:pt x="54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5210;p116">
              <a:extLst>
                <a:ext uri="{FF2B5EF4-FFF2-40B4-BE49-F238E27FC236}">
                  <a16:creationId xmlns:a16="http://schemas.microsoft.com/office/drawing/2014/main" id="{E9C224CC-BCFC-7F71-9310-EBC46736037F}"/>
                </a:ext>
              </a:extLst>
            </p:cNvPr>
            <p:cNvSpPr/>
            <p:nvPr/>
          </p:nvSpPr>
          <p:spPr>
            <a:xfrm>
              <a:off x="5009250" y="4378950"/>
              <a:ext cx="135150" cy="41400"/>
            </a:xfrm>
            <a:custGeom>
              <a:avLst/>
              <a:gdLst/>
              <a:ahLst/>
              <a:cxnLst/>
              <a:rect l="l" t="t" r="r" b="b"/>
              <a:pathLst>
                <a:path w="5406" h="1656" extrusionOk="0">
                  <a:moveTo>
                    <a:pt x="155" y="0"/>
                  </a:moveTo>
                  <a:cubicBezTo>
                    <a:pt x="60" y="155"/>
                    <a:pt x="0" y="345"/>
                    <a:pt x="0" y="548"/>
                  </a:cubicBezTo>
                  <a:cubicBezTo>
                    <a:pt x="0" y="1167"/>
                    <a:pt x="500" y="1655"/>
                    <a:pt x="1108" y="1655"/>
                  </a:cubicBezTo>
                  <a:lnTo>
                    <a:pt x="5406" y="1655"/>
                  </a:lnTo>
                  <a:lnTo>
                    <a:pt x="5406" y="548"/>
                  </a:lnTo>
                  <a:lnTo>
                    <a:pt x="1108" y="548"/>
                  </a:lnTo>
                  <a:cubicBezTo>
                    <a:pt x="703" y="548"/>
                    <a:pt x="346" y="322"/>
                    <a:pt x="1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5211;p116">
              <a:extLst>
                <a:ext uri="{FF2B5EF4-FFF2-40B4-BE49-F238E27FC236}">
                  <a16:creationId xmlns:a16="http://schemas.microsoft.com/office/drawing/2014/main" id="{FBA01D51-929A-01BE-00F9-48F3D923479D}"/>
                </a:ext>
              </a:extLst>
            </p:cNvPr>
            <p:cNvSpPr/>
            <p:nvPr/>
          </p:nvSpPr>
          <p:spPr>
            <a:xfrm>
              <a:off x="5130400" y="4215225"/>
              <a:ext cx="28300" cy="177425"/>
            </a:xfrm>
            <a:custGeom>
              <a:avLst/>
              <a:gdLst/>
              <a:ahLst/>
              <a:cxnLst/>
              <a:rect l="l" t="t" r="r" b="b"/>
              <a:pathLst>
                <a:path w="1132" h="7097" extrusionOk="0">
                  <a:moveTo>
                    <a:pt x="560" y="1"/>
                  </a:moveTo>
                  <a:cubicBezTo>
                    <a:pt x="226" y="525"/>
                    <a:pt x="0" y="1918"/>
                    <a:pt x="0" y="3549"/>
                  </a:cubicBezTo>
                  <a:cubicBezTo>
                    <a:pt x="0" y="5192"/>
                    <a:pt x="226" y="6573"/>
                    <a:pt x="560" y="7097"/>
                  </a:cubicBezTo>
                  <a:cubicBezTo>
                    <a:pt x="893" y="6573"/>
                    <a:pt x="1131" y="5192"/>
                    <a:pt x="1131" y="3549"/>
                  </a:cubicBezTo>
                  <a:cubicBezTo>
                    <a:pt x="1131" y="1918"/>
                    <a:pt x="893" y="525"/>
                    <a:pt x="5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5212;p116">
              <a:extLst>
                <a:ext uri="{FF2B5EF4-FFF2-40B4-BE49-F238E27FC236}">
                  <a16:creationId xmlns:a16="http://schemas.microsoft.com/office/drawing/2014/main" id="{69395756-594E-4553-88C9-0D9ABA388266}"/>
                </a:ext>
              </a:extLst>
            </p:cNvPr>
            <p:cNvSpPr/>
            <p:nvPr/>
          </p:nvSpPr>
          <p:spPr>
            <a:xfrm>
              <a:off x="5130400" y="4215225"/>
              <a:ext cx="14000" cy="177425"/>
            </a:xfrm>
            <a:custGeom>
              <a:avLst/>
              <a:gdLst/>
              <a:ahLst/>
              <a:cxnLst/>
              <a:rect l="l" t="t" r="r" b="b"/>
              <a:pathLst>
                <a:path w="560" h="7097" extrusionOk="0">
                  <a:moveTo>
                    <a:pt x="560" y="1"/>
                  </a:moveTo>
                  <a:cubicBezTo>
                    <a:pt x="226" y="525"/>
                    <a:pt x="0" y="1918"/>
                    <a:pt x="0" y="3549"/>
                  </a:cubicBezTo>
                  <a:cubicBezTo>
                    <a:pt x="0" y="5192"/>
                    <a:pt x="226" y="6573"/>
                    <a:pt x="560" y="7097"/>
                  </a:cubicBezTo>
                  <a:lnTo>
                    <a:pt x="5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5213;p116">
              <a:extLst>
                <a:ext uri="{FF2B5EF4-FFF2-40B4-BE49-F238E27FC236}">
                  <a16:creationId xmlns:a16="http://schemas.microsoft.com/office/drawing/2014/main" id="{7125734D-F32B-D549-2803-7C0DED706B1C}"/>
                </a:ext>
              </a:extLst>
            </p:cNvPr>
            <p:cNvSpPr/>
            <p:nvPr/>
          </p:nvSpPr>
          <p:spPr>
            <a:xfrm>
              <a:off x="5144375" y="4392625"/>
              <a:ext cx="153625" cy="88750"/>
            </a:xfrm>
            <a:custGeom>
              <a:avLst/>
              <a:gdLst/>
              <a:ahLst/>
              <a:cxnLst/>
              <a:rect l="l" t="t" r="r" b="b"/>
              <a:pathLst>
                <a:path w="6145" h="3550" extrusionOk="0">
                  <a:moveTo>
                    <a:pt x="45" y="0"/>
                  </a:moveTo>
                  <a:cubicBezTo>
                    <a:pt x="30" y="0"/>
                    <a:pt x="15" y="0"/>
                    <a:pt x="1" y="1"/>
                  </a:cubicBezTo>
                  <a:cubicBezTo>
                    <a:pt x="286" y="549"/>
                    <a:pt x="1382" y="1453"/>
                    <a:pt x="2787" y="2263"/>
                  </a:cubicBezTo>
                  <a:cubicBezTo>
                    <a:pt x="4171" y="3065"/>
                    <a:pt x="5463" y="3550"/>
                    <a:pt x="6100" y="3550"/>
                  </a:cubicBezTo>
                  <a:cubicBezTo>
                    <a:pt x="6115" y="3550"/>
                    <a:pt x="6130" y="3549"/>
                    <a:pt x="6144" y="3549"/>
                  </a:cubicBezTo>
                  <a:cubicBezTo>
                    <a:pt x="5859" y="3001"/>
                    <a:pt x="4775" y="2108"/>
                    <a:pt x="3358" y="1287"/>
                  </a:cubicBezTo>
                  <a:cubicBezTo>
                    <a:pt x="1975" y="484"/>
                    <a:pt x="682" y="0"/>
                    <a:pt x="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5214;p116">
              <a:extLst>
                <a:ext uri="{FF2B5EF4-FFF2-40B4-BE49-F238E27FC236}">
                  <a16:creationId xmlns:a16="http://schemas.microsoft.com/office/drawing/2014/main" id="{BC90C788-CD05-58AA-1467-0D66D0799228}"/>
                </a:ext>
              </a:extLst>
            </p:cNvPr>
            <p:cNvSpPr/>
            <p:nvPr/>
          </p:nvSpPr>
          <p:spPr>
            <a:xfrm>
              <a:off x="5144375" y="4392625"/>
              <a:ext cx="153625" cy="88725"/>
            </a:xfrm>
            <a:custGeom>
              <a:avLst/>
              <a:gdLst/>
              <a:ahLst/>
              <a:cxnLst/>
              <a:rect l="l" t="t" r="r" b="b"/>
              <a:pathLst>
                <a:path w="6145" h="3549" extrusionOk="0">
                  <a:moveTo>
                    <a:pt x="45" y="0"/>
                  </a:moveTo>
                  <a:cubicBezTo>
                    <a:pt x="30" y="0"/>
                    <a:pt x="15" y="0"/>
                    <a:pt x="1" y="1"/>
                  </a:cubicBezTo>
                  <a:lnTo>
                    <a:pt x="6144" y="3549"/>
                  </a:lnTo>
                  <a:cubicBezTo>
                    <a:pt x="5859" y="3001"/>
                    <a:pt x="4775" y="2108"/>
                    <a:pt x="3358" y="1287"/>
                  </a:cubicBezTo>
                  <a:cubicBezTo>
                    <a:pt x="1975" y="484"/>
                    <a:pt x="682" y="0"/>
                    <a:pt x="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5215;p116">
              <a:extLst>
                <a:ext uri="{FF2B5EF4-FFF2-40B4-BE49-F238E27FC236}">
                  <a16:creationId xmlns:a16="http://schemas.microsoft.com/office/drawing/2014/main" id="{91A27D59-452D-D880-C41D-B3212B61F7A7}"/>
                </a:ext>
              </a:extLst>
            </p:cNvPr>
            <p:cNvSpPr/>
            <p:nvPr/>
          </p:nvSpPr>
          <p:spPr>
            <a:xfrm>
              <a:off x="4990800" y="4392625"/>
              <a:ext cx="153600" cy="88750"/>
            </a:xfrm>
            <a:custGeom>
              <a:avLst/>
              <a:gdLst/>
              <a:ahLst/>
              <a:cxnLst/>
              <a:rect l="l" t="t" r="r" b="b"/>
              <a:pathLst>
                <a:path w="6144" h="3550" extrusionOk="0">
                  <a:moveTo>
                    <a:pt x="6099" y="0"/>
                  </a:moveTo>
                  <a:cubicBezTo>
                    <a:pt x="5463" y="0"/>
                    <a:pt x="4170" y="484"/>
                    <a:pt x="2786" y="1287"/>
                  </a:cubicBezTo>
                  <a:cubicBezTo>
                    <a:pt x="1381" y="2108"/>
                    <a:pt x="286" y="3001"/>
                    <a:pt x="0" y="3549"/>
                  </a:cubicBezTo>
                  <a:cubicBezTo>
                    <a:pt x="15" y="3549"/>
                    <a:pt x="29" y="3550"/>
                    <a:pt x="45" y="3550"/>
                  </a:cubicBezTo>
                  <a:cubicBezTo>
                    <a:pt x="681" y="3550"/>
                    <a:pt x="1974" y="3065"/>
                    <a:pt x="3358" y="2263"/>
                  </a:cubicBezTo>
                  <a:cubicBezTo>
                    <a:pt x="4775" y="1453"/>
                    <a:pt x="5858" y="549"/>
                    <a:pt x="6144" y="1"/>
                  </a:cubicBezTo>
                  <a:cubicBezTo>
                    <a:pt x="6129" y="0"/>
                    <a:pt x="6114" y="0"/>
                    <a:pt x="60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5216;p116">
              <a:extLst>
                <a:ext uri="{FF2B5EF4-FFF2-40B4-BE49-F238E27FC236}">
                  <a16:creationId xmlns:a16="http://schemas.microsoft.com/office/drawing/2014/main" id="{C140DB81-FB3D-A012-6F96-0B26513A8621}"/>
                </a:ext>
              </a:extLst>
            </p:cNvPr>
            <p:cNvSpPr/>
            <p:nvPr/>
          </p:nvSpPr>
          <p:spPr>
            <a:xfrm>
              <a:off x="4990800" y="4392625"/>
              <a:ext cx="153600" cy="88750"/>
            </a:xfrm>
            <a:custGeom>
              <a:avLst/>
              <a:gdLst/>
              <a:ahLst/>
              <a:cxnLst/>
              <a:rect l="l" t="t" r="r" b="b"/>
              <a:pathLst>
                <a:path w="6144" h="3550" extrusionOk="0">
                  <a:moveTo>
                    <a:pt x="6144" y="1"/>
                  </a:moveTo>
                  <a:lnTo>
                    <a:pt x="0" y="3549"/>
                  </a:lnTo>
                  <a:cubicBezTo>
                    <a:pt x="15" y="3549"/>
                    <a:pt x="29" y="3550"/>
                    <a:pt x="45" y="3550"/>
                  </a:cubicBezTo>
                  <a:cubicBezTo>
                    <a:pt x="681" y="3550"/>
                    <a:pt x="1974" y="3065"/>
                    <a:pt x="3358" y="2263"/>
                  </a:cubicBezTo>
                  <a:cubicBezTo>
                    <a:pt x="4775" y="1453"/>
                    <a:pt x="5858" y="549"/>
                    <a:pt x="6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5217;p116">
              <a:extLst>
                <a:ext uri="{FF2B5EF4-FFF2-40B4-BE49-F238E27FC236}">
                  <a16:creationId xmlns:a16="http://schemas.microsoft.com/office/drawing/2014/main" id="{890E622E-5529-D28E-6D22-8A1D192BBC4E}"/>
                </a:ext>
              </a:extLst>
            </p:cNvPr>
            <p:cNvSpPr/>
            <p:nvPr/>
          </p:nvSpPr>
          <p:spPr>
            <a:xfrm>
              <a:off x="5116700" y="4364950"/>
              <a:ext cx="55375" cy="55400"/>
            </a:xfrm>
            <a:custGeom>
              <a:avLst/>
              <a:gdLst/>
              <a:ahLst/>
              <a:cxnLst/>
              <a:rect l="l" t="t" r="r" b="b"/>
              <a:pathLst>
                <a:path w="2215" h="2216" extrusionOk="0">
                  <a:moveTo>
                    <a:pt x="1108" y="1"/>
                  </a:moveTo>
                  <a:cubicBezTo>
                    <a:pt x="501" y="1"/>
                    <a:pt x="0" y="501"/>
                    <a:pt x="0" y="1108"/>
                  </a:cubicBezTo>
                  <a:cubicBezTo>
                    <a:pt x="0" y="1727"/>
                    <a:pt x="501" y="2215"/>
                    <a:pt x="1108" y="2215"/>
                  </a:cubicBezTo>
                  <a:cubicBezTo>
                    <a:pt x="1727" y="2215"/>
                    <a:pt x="2215" y="1727"/>
                    <a:pt x="2215" y="1108"/>
                  </a:cubicBezTo>
                  <a:cubicBezTo>
                    <a:pt x="2215" y="501"/>
                    <a:pt x="1727" y="1"/>
                    <a:pt x="1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5218;p116">
              <a:extLst>
                <a:ext uri="{FF2B5EF4-FFF2-40B4-BE49-F238E27FC236}">
                  <a16:creationId xmlns:a16="http://schemas.microsoft.com/office/drawing/2014/main" id="{5E6B9D34-EC90-6FAC-94C1-CC16133DF775}"/>
                </a:ext>
              </a:extLst>
            </p:cNvPr>
            <p:cNvSpPr/>
            <p:nvPr/>
          </p:nvSpPr>
          <p:spPr>
            <a:xfrm>
              <a:off x="4173725" y="4169100"/>
              <a:ext cx="111650" cy="172075"/>
            </a:xfrm>
            <a:custGeom>
              <a:avLst/>
              <a:gdLst/>
              <a:ahLst/>
              <a:cxnLst/>
              <a:rect l="l" t="t" r="r" b="b"/>
              <a:pathLst>
                <a:path w="4466" h="6883" extrusionOk="0">
                  <a:moveTo>
                    <a:pt x="0" y="0"/>
                  </a:moveTo>
                  <a:lnTo>
                    <a:pt x="0" y="6882"/>
                  </a:lnTo>
                  <a:lnTo>
                    <a:pt x="4465" y="6882"/>
                  </a:lnTo>
                  <a:lnTo>
                    <a:pt x="4465" y="0"/>
                  </a:lnTo>
                  <a:close/>
                </a:path>
              </a:pathLst>
            </a:custGeom>
            <a:solidFill>
              <a:srgbClr val="DB8E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5219;p116">
              <a:extLst>
                <a:ext uri="{FF2B5EF4-FFF2-40B4-BE49-F238E27FC236}">
                  <a16:creationId xmlns:a16="http://schemas.microsoft.com/office/drawing/2014/main" id="{AE1AD3A1-4E30-3F05-DB66-37025F5CDDFD}"/>
                </a:ext>
              </a:extLst>
            </p:cNvPr>
            <p:cNvSpPr/>
            <p:nvPr/>
          </p:nvSpPr>
          <p:spPr>
            <a:xfrm>
              <a:off x="4173725" y="4169100"/>
              <a:ext cx="111650" cy="172075"/>
            </a:xfrm>
            <a:custGeom>
              <a:avLst/>
              <a:gdLst/>
              <a:ahLst/>
              <a:cxnLst/>
              <a:rect l="l" t="t" r="r" b="b"/>
              <a:pathLst>
                <a:path w="4466" h="6883" extrusionOk="0">
                  <a:moveTo>
                    <a:pt x="0" y="0"/>
                  </a:moveTo>
                  <a:lnTo>
                    <a:pt x="0" y="6882"/>
                  </a:lnTo>
                  <a:lnTo>
                    <a:pt x="4465" y="6882"/>
                  </a:lnTo>
                  <a:lnTo>
                    <a:pt x="44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5220;p116">
              <a:extLst>
                <a:ext uri="{FF2B5EF4-FFF2-40B4-BE49-F238E27FC236}">
                  <a16:creationId xmlns:a16="http://schemas.microsoft.com/office/drawing/2014/main" id="{7FF04EA2-5AEB-3E19-EBAC-B844D9246664}"/>
                </a:ext>
              </a:extLst>
            </p:cNvPr>
            <p:cNvSpPr/>
            <p:nvPr/>
          </p:nvSpPr>
          <p:spPr>
            <a:xfrm>
              <a:off x="4285350" y="4169100"/>
              <a:ext cx="52700" cy="172075"/>
            </a:xfrm>
            <a:custGeom>
              <a:avLst/>
              <a:gdLst/>
              <a:ahLst/>
              <a:cxnLst/>
              <a:rect l="l" t="t" r="r" b="b"/>
              <a:pathLst>
                <a:path w="2108" h="6883" extrusionOk="0">
                  <a:moveTo>
                    <a:pt x="0" y="0"/>
                  </a:moveTo>
                  <a:lnTo>
                    <a:pt x="0" y="6882"/>
                  </a:lnTo>
                  <a:lnTo>
                    <a:pt x="2108" y="6882"/>
                  </a:lnTo>
                  <a:lnTo>
                    <a:pt x="21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5221;p116">
              <a:extLst>
                <a:ext uri="{FF2B5EF4-FFF2-40B4-BE49-F238E27FC236}">
                  <a16:creationId xmlns:a16="http://schemas.microsoft.com/office/drawing/2014/main" id="{1E28B765-27B3-359C-907F-809A5564E43B}"/>
                </a:ext>
              </a:extLst>
            </p:cNvPr>
            <p:cNvSpPr/>
            <p:nvPr/>
          </p:nvSpPr>
          <p:spPr>
            <a:xfrm>
              <a:off x="4521375" y="4390250"/>
              <a:ext cx="202750" cy="60450"/>
            </a:xfrm>
            <a:custGeom>
              <a:avLst/>
              <a:gdLst/>
              <a:ahLst/>
              <a:cxnLst/>
              <a:rect l="l" t="t" r="r" b="b"/>
              <a:pathLst>
                <a:path w="8110" h="2418" extrusionOk="0">
                  <a:moveTo>
                    <a:pt x="5740" y="1"/>
                  </a:moveTo>
                  <a:lnTo>
                    <a:pt x="1" y="2418"/>
                  </a:lnTo>
                  <a:lnTo>
                    <a:pt x="8109" y="2418"/>
                  </a:lnTo>
                  <a:lnTo>
                    <a:pt x="57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5222;p116">
              <a:extLst>
                <a:ext uri="{FF2B5EF4-FFF2-40B4-BE49-F238E27FC236}">
                  <a16:creationId xmlns:a16="http://schemas.microsoft.com/office/drawing/2014/main" id="{3A09AACC-DBF5-BE31-2A6D-EAEA1518A87C}"/>
                </a:ext>
              </a:extLst>
            </p:cNvPr>
            <p:cNvSpPr/>
            <p:nvPr/>
          </p:nvSpPr>
          <p:spPr>
            <a:xfrm>
              <a:off x="4521375" y="4390250"/>
              <a:ext cx="202750" cy="60450"/>
            </a:xfrm>
            <a:custGeom>
              <a:avLst/>
              <a:gdLst/>
              <a:ahLst/>
              <a:cxnLst/>
              <a:rect l="l" t="t" r="r" b="b"/>
              <a:pathLst>
                <a:path w="8110" h="2418" extrusionOk="0">
                  <a:moveTo>
                    <a:pt x="5740" y="1"/>
                  </a:moveTo>
                  <a:lnTo>
                    <a:pt x="1" y="2418"/>
                  </a:lnTo>
                  <a:lnTo>
                    <a:pt x="8109" y="2418"/>
                  </a:lnTo>
                  <a:lnTo>
                    <a:pt x="57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5223;p116">
              <a:extLst>
                <a:ext uri="{FF2B5EF4-FFF2-40B4-BE49-F238E27FC236}">
                  <a16:creationId xmlns:a16="http://schemas.microsoft.com/office/drawing/2014/main" id="{404FE98D-93D1-E818-6914-2377D952D760}"/>
                </a:ext>
              </a:extLst>
            </p:cNvPr>
            <p:cNvSpPr/>
            <p:nvPr/>
          </p:nvSpPr>
          <p:spPr>
            <a:xfrm>
              <a:off x="3922200" y="4342925"/>
              <a:ext cx="415850" cy="373875"/>
            </a:xfrm>
            <a:custGeom>
              <a:avLst/>
              <a:gdLst/>
              <a:ahLst/>
              <a:cxnLst/>
              <a:rect l="l" t="t" r="r" b="b"/>
              <a:pathLst>
                <a:path w="16634" h="14955" extrusionOk="0">
                  <a:moveTo>
                    <a:pt x="16634" y="1"/>
                  </a:moveTo>
                  <a:lnTo>
                    <a:pt x="1" y="2918"/>
                  </a:lnTo>
                  <a:lnTo>
                    <a:pt x="1" y="14955"/>
                  </a:lnTo>
                  <a:lnTo>
                    <a:pt x="16634" y="14955"/>
                  </a:lnTo>
                  <a:lnTo>
                    <a:pt x="16634" y="1"/>
                  </a:lnTo>
                  <a:close/>
                </a:path>
              </a:pathLst>
            </a:custGeom>
            <a:solidFill>
              <a:srgbClr val="DB8E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5224;p116">
              <a:extLst>
                <a:ext uri="{FF2B5EF4-FFF2-40B4-BE49-F238E27FC236}">
                  <a16:creationId xmlns:a16="http://schemas.microsoft.com/office/drawing/2014/main" id="{7F9E75CA-5C61-3324-8A6F-C4EDCDF45F4C}"/>
                </a:ext>
              </a:extLst>
            </p:cNvPr>
            <p:cNvSpPr/>
            <p:nvPr/>
          </p:nvSpPr>
          <p:spPr>
            <a:xfrm>
              <a:off x="3922200" y="4342925"/>
              <a:ext cx="415850" cy="373875"/>
            </a:xfrm>
            <a:custGeom>
              <a:avLst/>
              <a:gdLst/>
              <a:ahLst/>
              <a:cxnLst/>
              <a:rect l="l" t="t" r="r" b="b"/>
              <a:pathLst>
                <a:path w="16634" h="14955" extrusionOk="0">
                  <a:moveTo>
                    <a:pt x="16634" y="1"/>
                  </a:moveTo>
                  <a:lnTo>
                    <a:pt x="1" y="2918"/>
                  </a:lnTo>
                  <a:lnTo>
                    <a:pt x="1" y="14955"/>
                  </a:lnTo>
                  <a:lnTo>
                    <a:pt x="16634" y="14955"/>
                  </a:lnTo>
                  <a:lnTo>
                    <a:pt x="166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5225;p116">
              <a:extLst>
                <a:ext uri="{FF2B5EF4-FFF2-40B4-BE49-F238E27FC236}">
                  <a16:creationId xmlns:a16="http://schemas.microsoft.com/office/drawing/2014/main" id="{4F0E3F4B-A5AF-7E58-828F-6358E69A051F}"/>
                </a:ext>
              </a:extLst>
            </p:cNvPr>
            <p:cNvSpPr/>
            <p:nvPr/>
          </p:nvSpPr>
          <p:spPr>
            <a:xfrm>
              <a:off x="4338025" y="4250350"/>
              <a:ext cx="326850" cy="466450"/>
            </a:xfrm>
            <a:custGeom>
              <a:avLst/>
              <a:gdLst/>
              <a:ahLst/>
              <a:cxnLst/>
              <a:rect l="l" t="t" r="r" b="b"/>
              <a:pathLst>
                <a:path w="13074" h="18658" extrusionOk="0">
                  <a:moveTo>
                    <a:pt x="6537" y="1"/>
                  </a:moveTo>
                  <a:lnTo>
                    <a:pt x="1" y="5597"/>
                  </a:lnTo>
                  <a:lnTo>
                    <a:pt x="1" y="18658"/>
                  </a:lnTo>
                  <a:lnTo>
                    <a:pt x="13074" y="18658"/>
                  </a:lnTo>
                  <a:lnTo>
                    <a:pt x="13074" y="5597"/>
                  </a:lnTo>
                  <a:lnTo>
                    <a:pt x="65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5226;p116">
              <a:extLst>
                <a:ext uri="{FF2B5EF4-FFF2-40B4-BE49-F238E27FC236}">
                  <a16:creationId xmlns:a16="http://schemas.microsoft.com/office/drawing/2014/main" id="{5321909E-DD70-6EA1-FBC1-584332C209D4}"/>
                </a:ext>
              </a:extLst>
            </p:cNvPr>
            <p:cNvSpPr/>
            <p:nvPr/>
          </p:nvSpPr>
          <p:spPr>
            <a:xfrm>
              <a:off x="3853450" y="4234875"/>
              <a:ext cx="883175" cy="215825"/>
            </a:xfrm>
            <a:custGeom>
              <a:avLst/>
              <a:gdLst/>
              <a:ahLst/>
              <a:cxnLst/>
              <a:rect l="l" t="t" r="r" b="b"/>
              <a:pathLst>
                <a:path w="35327" h="8633" extrusionOk="0">
                  <a:moveTo>
                    <a:pt x="9418" y="1"/>
                  </a:moveTo>
                  <a:lnTo>
                    <a:pt x="0" y="8049"/>
                  </a:lnTo>
                  <a:lnTo>
                    <a:pt x="500" y="8633"/>
                  </a:lnTo>
                  <a:lnTo>
                    <a:pt x="17014" y="8633"/>
                  </a:lnTo>
                  <a:lnTo>
                    <a:pt x="25920" y="1013"/>
                  </a:lnTo>
                  <a:lnTo>
                    <a:pt x="34826" y="8633"/>
                  </a:lnTo>
                  <a:lnTo>
                    <a:pt x="35326" y="8049"/>
                  </a:lnTo>
                  <a:lnTo>
                    <a:pt x="259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5227;p116">
              <a:extLst>
                <a:ext uri="{FF2B5EF4-FFF2-40B4-BE49-F238E27FC236}">
                  <a16:creationId xmlns:a16="http://schemas.microsoft.com/office/drawing/2014/main" id="{E34E3DBA-74CA-EFFE-FB36-878BD52868D1}"/>
                </a:ext>
              </a:extLst>
            </p:cNvPr>
            <p:cNvSpPr/>
            <p:nvPr/>
          </p:nvSpPr>
          <p:spPr>
            <a:xfrm>
              <a:off x="4164200" y="4156300"/>
              <a:ext cx="182475" cy="25625"/>
            </a:xfrm>
            <a:custGeom>
              <a:avLst/>
              <a:gdLst/>
              <a:ahLst/>
              <a:cxnLst/>
              <a:rect l="l" t="t" r="r" b="b"/>
              <a:pathLst>
                <a:path w="7299" h="1025" extrusionOk="0">
                  <a:moveTo>
                    <a:pt x="0" y="0"/>
                  </a:moveTo>
                  <a:lnTo>
                    <a:pt x="0" y="1024"/>
                  </a:lnTo>
                  <a:lnTo>
                    <a:pt x="7299" y="1024"/>
                  </a:lnTo>
                  <a:lnTo>
                    <a:pt x="7299" y="0"/>
                  </a:lnTo>
                  <a:close/>
                </a:path>
              </a:pathLst>
            </a:custGeom>
            <a:solidFill>
              <a:srgbClr val="DB8E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5228;p116">
              <a:extLst>
                <a:ext uri="{FF2B5EF4-FFF2-40B4-BE49-F238E27FC236}">
                  <a16:creationId xmlns:a16="http://schemas.microsoft.com/office/drawing/2014/main" id="{62777F48-B405-B98D-2B71-F45BAF5E54BA}"/>
                </a:ext>
              </a:extLst>
            </p:cNvPr>
            <p:cNvSpPr/>
            <p:nvPr/>
          </p:nvSpPr>
          <p:spPr>
            <a:xfrm>
              <a:off x="4164200" y="4156300"/>
              <a:ext cx="182475" cy="25625"/>
            </a:xfrm>
            <a:custGeom>
              <a:avLst/>
              <a:gdLst/>
              <a:ahLst/>
              <a:cxnLst/>
              <a:rect l="l" t="t" r="r" b="b"/>
              <a:pathLst>
                <a:path w="7299" h="1025" extrusionOk="0">
                  <a:moveTo>
                    <a:pt x="0" y="0"/>
                  </a:moveTo>
                  <a:lnTo>
                    <a:pt x="0" y="1024"/>
                  </a:lnTo>
                  <a:lnTo>
                    <a:pt x="7299" y="1024"/>
                  </a:lnTo>
                  <a:lnTo>
                    <a:pt x="72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5229;p116">
              <a:extLst>
                <a:ext uri="{FF2B5EF4-FFF2-40B4-BE49-F238E27FC236}">
                  <a16:creationId xmlns:a16="http://schemas.microsoft.com/office/drawing/2014/main" id="{ACD990EF-EF0E-0CB8-C8D9-8DA16149110E}"/>
                </a:ext>
              </a:extLst>
            </p:cNvPr>
            <p:cNvSpPr/>
            <p:nvPr/>
          </p:nvSpPr>
          <p:spPr>
            <a:xfrm>
              <a:off x="4408575" y="4521825"/>
              <a:ext cx="101225" cy="194975"/>
            </a:xfrm>
            <a:custGeom>
              <a:avLst/>
              <a:gdLst/>
              <a:ahLst/>
              <a:cxnLst/>
              <a:rect l="l" t="t" r="r" b="b"/>
              <a:pathLst>
                <a:path w="4049" h="7799" extrusionOk="0">
                  <a:moveTo>
                    <a:pt x="0" y="0"/>
                  </a:moveTo>
                  <a:lnTo>
                    <a:pt x="0" y="7799"/>
                  </a:lnTo>
                  <a:lnTo>
                    <a:pt x="4049" y="7799"/>
                  </a:lnTo>
                  <a:lnTo>
                    <a:pt x="40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5230;p116">
              <a:extLst>
                <a:ext uri="{FF2B5EF4-FFF2-40B4-BE49-F238E27FC236}">
                  <a16:creationId xmlns:a16="http://schemas.microsoft.com/office/drawing/2014/main" id="{63EADA75-CED9-0E2E-32D0-2FA5DA2532D9}"/>
                </a:ext>
              </a:extLst>
            </p:cNvPr>
            <p:cNvSpPr/>
            <p:nvPr/>
          </p:nvSpPr>
          <p:spPr>
            <a:xfrm>
              <a:off x="4246650" y="759450"/>
              <a:ext cx="111950" cy="146400"/>
            </a:xfrm>
            <a:custGeom>
              <a:avLst/>
              <a:gdLst/>
              <a:ahLst/>
              <a:cxnLst/>
              <a:rect l="l" t="t" r="r" b="b"/>
              <a:pathLst>
                <a:path w="4478" h="5856" extrusionOk="0">
                  <a:moveTo>
                    <a:pt x="2025" y="0"/>
                  </a:moveTo>
                  <a:cubicBezTo>
                    <a:pt x="1846" y="215"/>
                    <a:pt x="1667" y="405"/>
                    <a:pt x="1477" y="608"/>
                  </a:cubicBezTo>
                  <a:cubicBezTo>
                    <a:pt x="381" y="1667"/>
                    <a:pt x="0" y="3310"/>
                    <a:pt x="727" y="4656"/>
                  </a:cubicBezTo>
                  <a:cubicBezTo>
                    <a:pt x="786" y="4763"/>
                    <a:pt x="846" y="4870"/>
                    <a:pt x="917" y="4977"/>
                  </a:cubicBezTo>
                  <a:cubicBezTo>
                    <a:pt x="1807" y="5412"/>
                    <a:pt x="2849" y="5856"/>
                    <a:pt x="3856" y="5856"/>
                  </a:cubicBezTo>
                  <a:cubicBezTo>
                    <a:pt x="3980" y="5856"/>
                    <a:pt x="4104" y="5849"/>
                    <a:pt x="4227" y="5835"/>
                  </a:cubicBezTo>
                  <a:cubicBezTo>
                    <a:pt x="3977" y="4346"/>
                    <a:pt x="3763" y="2727"/>
                    <a:pt x="4477" y="1417"/>
                  </a:cubicBezTo>
                  <a:cubicBezTo>
                    <a:pt x="3680" y="917"/>
                    <a:pt x="2870" y="441"/>
                    <a:pt x="2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5231;p116">
              <a:extLst>
                <a:ext uri="{FF2B5EF4-FFF2-40B4-BE49-F238E27FC236}">
                  <a16:creationId xmlns:a16="http://schemas.microsoft.com/office/drawing/2014/main" id="{A45FF42E-221E-0F6B-BAFE-915D60EC9C37}"/>
                </a:ext>
              </a:extLst>
            </p:cNvPr>
            <p:cNvSpPr/>
            <p:nvPr/>
          </p:nvSpPr>
          <p:spPr>
            <a:xfrm>
              <a:off x="3980550" y="683250"/>
              <a:ext cx="208675" cy="222600"/>
            </a:xfrm>
            <a:custGeom>
              <a:avLst/>
              <a:gdLst/>
              <a:ahLst/>
              <a:cxnLst/>
              <a:rect l="l" t="t" r="r" b="b"/>
              <a:pathLst>
                <a:path w="8347" h="8904" extrusionOk="0">
                  <a:moveTo>
                    <a:pt x="3810" y="0"/>
                  </a:moveTo>
                  <a:cubicBezTo>
                    <a:pt x="3310" y="1370"/>
                    <a:pt x="2513" y="2632"/>
                    <a:pt x="1477" y="3656"/>
                  </a:cubicBezTo>
                  <a:cubicBezTo>
                    <a:pt x="381" y="4715"/>
                    <a:pt x="0" y="6358"/>
                    <a:pt x="727" y="7704"/>
                  </a:cubicBezTo>
                  <a:cubicBezTo>
                    <a:pt x="786" y="7811"/>
                    <a:pt x="846" y="7918"/>
                    <a:pt x="905" y="8025"/>
                  </a:cubicBezTo>
                  <a:cubicBezTo>
                    <a:pt x="1806" y="8460"/>
                    <a:pt x="2848" y="8904"/>
                    <a:pt x="3856" y="8904"/>
                  </a:cubicBezTo>
                  <a:cubicBezTo>
                    <a:pt x="3980" y="8904"/>
                    <a:pt x="4104" y="8897"/>
                    <a:pt x="4227" y="8883"/>
                  </a:cubicBezTo>
                  <a:cubicBezTo>
                    <a:pt x="3977" y="7347"/>
                    <a:pt x="3751" y="5668"/>
                    <a:pt x="4548" y="4334"/>
                  </a:cubicBezTo>
                  <a:cubicBezTo>
                    <a:pt x="5382" y="2953"/>
                    <a:pt x="7168" y="2239"/>
                    <a:pt x="8347" y="1191"/>
                  </a:cubicBezTo>
                  <a:cubicBezTo>
                    <a:pt x="6870" y="679"/>
                    <a:pt x="5358" y="286"/>
                    <a:pt x="38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5232;p116">
              <a:extLst>
                <a:ext uri="{FF2B5EF4-FFF2-40B4-BE49-F238E27FC236}">
                  <a16:creationId xmlns:a16="http://schemas.microsoft.com/office/drawing/2014/main" id="{35FEBD14-C2FA-68C3-06A5-FDBDF238C691}"/>
                </a:ext>
              </a:extLst>
            </p:cNvPr>
            <p:cNvSpPr/>
            <p:nvPr/>
          </p:nvSpPr>
          <p:spPr>
            <a:xfrm>
              <a:off x="3712050" y="670150"/>
              <a:ext cx="235775" cy="235700"/>
            </a:xfrm>
            <a:custGeom>
              <a:avLst/>
              <a:gdLst/>
              <a:ahLst/>
              <a:cxnLst/>
              <a:rect l="l" t="t" r="r" b="b"/>
              <a:pathLst>
                <a:path w="9431" h="9428" extrusionOk="0">
                  <a:moveTo>
                    <a:pt x="3978" y="1"/>
                  </a:moveTo>
                  <a:cubicBezTo>
                    <a:pt x="3954" y="72"/>
                    <a:pt x="3942" y="143"/>
                    <a:pt x="3918" y="227"/>
                  </a:cubicBezTo>
                  <a:cubicBezTo>
                    <a:pt x="3430" y="1715"/>
                    <a:pt x="2585" y="3072"/>
                    <a:pt x="1465" y="4180"/>
                  </a:cubicBezTo>
                  <a:cubicBezTo>
                    <a:pt x="382" y="5239"/>
                    <a:pt x="1" y="6882"/>
                    <a:pt x="715" y="8228"/>
                  </a:cubicBezTo>
                  <a:cubicBezTo>
                    <a:pt x="775" y="8335"/>
                    <a:pt x="834" y="8442"/>
                    <a:pt x="906" y="8549"/>
                  </a:cubicBezTo>
                  <a:cubicBezTo>
                    <a:pt x="1796" y="8984"/>
                    <a:pt x="2846" y="9428"/>
                    <a:pt x="3847" y="9428"/>
                  </a:cubicBezTo>
                  <a:cubicBezTo>
                    <a:pt x="3971" y="9428"/>
                    <a:pt x="4094" y="9421"/>
                    <a:pt x="4216" y="9407"/>
                  </a:cubicBezTo>
                  <a:cubicBezTo>
                    <a:pt x="3966" y="7871"/>
                    <a:pt x="3739" y="6192"/>
                    <a:pt x="4549" y="4870"/>
                  </a:cubicBezTo>
                  <a:cubicBezTo>
                    <a:pt x="5752" y="2858"/>
                    <a:pt x="8966" y="2239"/>
                    <a:pt x="9431" y="13"/>
                  </a:cubicBezTo>
                  <a:cubicBezTo>
                    <a:pt x="9228" y="1"/>
                    <a:pt x="9014" y="1"/>
                    <a:pt x="88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5233;p116">
              <a:extLst>
                <a:ext uri="{FF2B5EF4-FFF2-40B4-BE49-F238E27FC236}">
                  <a16:creationId xmlns:a16="http://schemas.microsoft.com/office/drawing/2014/main" id="{36D11CBE-D919-58A6-26F9-C8AEBB1A07DB}"/>
                </a:ext>
              </a:extLst>
            </p:cNvPr>
            <p:cNvSpPr/>
            <p:nvPr/>
          </p:nvSpPr>
          <p:spPr>
            <a:xfrm>
              <a:off x="3689425" y="860650"/>
              <a:ext cx="174475" cy="365850"/>
            </a:xfrm>
            <a:custGeom>
              <a:avLst/>
              <a:gdLst/>
              <a:ahLst/>
              <a:cxnLst/>
              <a:rect l="l" t="t" r="r" b="b"/>
              <a:pathLst>
                <a:path w="6979" h="14634" extrusionOk="0">
                  <a:moveTo>
                    <a:pt x="1418" y="1"/>
                  </a:moveTo>
                  <a:lnTo>
                    <a:pt x="1" y="14633"/>
                  </a:lnTo>
                  <a:lnTo>
                    <a:pt x="6978" y="14633"/>
                  </a:lnTo>
                  <a:lnTo>
                    <a:pt x="556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5234;p116">
              <a:extLst>
                <a:ext uri="{FF2B5EF4-FFF2-40B4-BE49-F238E27FC236}">
                  <a16:creationId xmlns:a16="http://schemas.microsoft.com/office/drawing/2014/main" id="{0CC1BDB9-EB94-8FB1-6573-893375919114}"/>
                </a:ext>
              </a:extLst>
            </p:cNvPr>
            <p:cNvSpPr/>
            <p:nvPr/>
          </p:nvSpPr>
          <p:spPr>
            <a:xfrm>
              <a:off x="3952875" y="860650"/>
              <a:ext cx="174725" cy="365850"/>
            </a:xfrm>
            <a:custGeom>
              <a:avLst/>
              <a:gdLst/>
              <a:ahLst/>
              <a:cxnLst/>
              <a:rect l="l" t="t" r="r" b="b"/>
              <a:pathLst>
                <a:path w="6989" h="14634" extrusionOk="0">
                  <a:moveTo>
                    <a:pt x="1429" y="1"/>
                  </a:moveTo>
                  <a:lnTo>
                    <a:pt x="0" y="14633"/>
                  </a:lnTo>
                  <a:lnTo>
                    <a:pt x="6989" y="14633"/>
                  </a:lnTo>
                  <a:lnTo>
                    <a:pt x="55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5235;p116">
              <a:extLst>
                <a:ext uri="{FF2B5EF4-FFF2-40B4-BE49-F238E27FC236}">
                  <a16:creationId xmlns:a16="http://schemas.microsoft.com/office/drawing/2014/main" id="{C119871F-7064-913E-4750-73A58A22AD71}"/>
                </a:ext>
              </a:extLst>
            </p:cNvPr>
            <p:cNvSpPr/>
            <p:nvPr/>
          </p:nvSpPr>
          <p:spPr>
            <a:xfrm>
              <a:off x="4216575" y="860650"/>
              <a:ext cx="174750" cy="365850"/>
            </a:xfrm>
            <a:custGeom>
              <a:avLst/>
              <a:gdLst/>
              <a:ahLst/>
              <a:cxnLst/>
              <a:rect l="l" t="t" r="r" b="b"/>
              <a:pathLst>
                <a:path w="6990" h="14634" extrusionOk="0">
                  <a:moveTo>
                    <a:pt x="1430" y="1"/>
                  </a:moveTo>
                  <a:lnTo>
                    <a:pt x="1" y="14633"/>
                  </a:lnTo>
                  <a:lnTo>
                    <a:pt x="6990" y="14633"/>
                  </a:lnTo>
                  <a:lnTo>
                    <a:pt x="55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5236;p116">
              <a:extLst>
                <a:ext uri="{FF2B5EF4-FFF2-40B4-BE49-F238E27FC236}">
                  <a16:creationId xmlns:a16="http://schemas.microsoft.com/office/drawing/2014/main" id="{5DB68ABB-F8C8-B831-6ACF-15D7FEFFF60F}"/>
                </a:ext>
              </a:extLst>
            </p:cNvPr>
            <p:cNvSpPr/>
            <p:nvPr/>
          </p:nvSpPr>
          <p:spPr>
            <a:xfrm>
              <a:off x="3563225" y="1071400"/>
              <a:ext cx="942400" cy="362275"/>
            </a:xfrm>
            <a:custGeom>
              <a:avLst/>
              <a:gdLst/>
              <a:ahLst/>
              <a:cxnLst/>
              <a:rect l="l" t="t" r="r" b="b"/>
              <a:pathLst>
                <a:path w="37696" h="14491" extrusionOk="0">
                  <a:moveTo>
                    <a:pt x="1" y="0"/>
                  </a:moveTo>
                  <a:lnTo>
                    <a:pt x="1" y="14490"/>
                  </a:lnTo>
                  <a:lnTo>
                    <a:pt x="37696" y="14490"/>
                  </a:lnTo>
                  <a:lnTo>
                    <a:pt x="376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5237;p116">
              <a:extLst>
                <a:ext uri="{FF2B5EF4-FFF2-40B4-BE49-F238E27FC236}">
                  <a16:creationId xmlns:a16="http://schemas.microsoft.com/office/drawing/2014/main" id="{A71E6A3D-445C-FB9A-4960-EB70790E54BA}"/>
                </a:ext>
              </a:extLst>
            </p:cNvPr>
            <p:cNvSpPr/>
            <p:nvPr/>
          </p:nvSpPr>
          <p:spPr>
            <a:xfrm>
              <a:off x="3535250" y="1072875"/>
              <a:ext cx="998375" cy="49450"/>
            </a:xfrm>
            <a:custGeom>
              <a:avLst/>
              <a:gdLst/>
              <a:ahLst/>
              <a:cxnLst/>
              <a:rect l="l" t="t" r="r" b="b"/>
              <a:pathLst>
                <a:path w="39935" h="1978" extrusionOk="0">
                  <a:moveTo>
                    <a:pt x="1" y="1"/>
                  </a:moveTo>
                  <a:lnTo>
                    <a:pt x="1" y="1977"/>
                  </a:lnTo>
                  <a:lnTo>
                    <a:pt x="39934" y="1977"/>
                  </a:lnTo>
                  <a:lnTo>
                    <a:pt x="39934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5238;p116">
              <a:extLst>
                <a:ext uri="{FF2B5EF4-FFF2-40B4-BE49-F238E27FC236}">
                  <a16:creationId xmlns:a16="http://schemas.microsoft.com/office/drawing/2014/main" id="{E1573269-1345-F569-4356-BA06A7A2E894}"/>
                </a:ext>
              </a:extLst>
            </p:cNvPr>
            <p:cNvSpPr/>
            <p:nvPr/>
          </p:nvSpPr>
          <p:spPr>
            <a:xfrm>
              <a:off x="3535250" y="1072875"/>
              <a:ext cx="998375" cy="49450"/>
            </a:xfrm>
            <a:custGeom>
              <a:avLst/>
              <a:gdLst/>
              <a:ahLst/>
              <a:cxnLst/>
              <a:rect l="l" t="t" r="r" b="b"/>
              <a:pathLst>
                <a:path w="39935" h="1978" extrusionOk="0">
                  <a:moveTo>
                    <a:pt x="1" y="1"/>
                  </a:moveTo>
                  <a:lnTo>
                    <a:pt x="1" y="1977"/>
                  </a:lnTo>
                  <a:lnTo>
                    <a:pt x="39934" y="1977"/>
                  </a:lnTo>
                  <a:lnTo>
                    <a:pt x="399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5239;p116">
              <a:extLst>
                <a:ext uri="{FF2B5EF4-FFF2-40B4-BE49-F238E27FC236}">
                  <a16:creationId xmlns:a16="http://schemas.microsoft.com/office/drawing/2014/main" id="{1BCD122F-261C-8BBC-F3A4-C58B063FC302}"/>
                </a:ext>
              </a:extLst>
            </p:cNvPr>
            <p:cNvSpPr/>
            <p:nvPr/>
          </p:nvSpPr>
          <p:spPr>
            <a:xfrm>
              <a:off x="3600725" y="1174075"/>
              <a:ext cx="52425" cy="52425"/>
            </a:xfrm>
            <a:custGeom>
              <a:avLst/>
              <a:gdLst/>
              <a:ahLst/>
              <a:cxnLst/>
              <a:rect l="l" t="t" r="r" b="b"/>
              <a:pathLst>
                <a:path w="2097" h="2097" extrusionOk="0">
                  <a:moveTo>
                    <a:pt x="1" y="1"/>
                  </a:moveTo>
                  <a:lnTo>
                    <a:pt x="1" y="2096"/>
                  </a:lnTo>
                  <a:lnTo>
                    <a:pt x="2096" y="2096"/>
                  </a:lnTo>
                  <a:lnTo>
                    <a:pt x="20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5240;p116">
              <a:extLst>
                <a:ext uri="{FF2B5EF4-FFF2-40B4-BE49-F238E27FC236}">
                  <a16:creationId xmlns:a16="http://schemas.microsoft.com/office/drawing/2014/main" id="{76D7D896-8052-6FC9-5CFD-B2098FBA04A5}"/>
                </a:ext>
              </a:extLst>
            </p:cNvPr>
            <p:cNvSpPr/>
            <p:nvPr/>
          </p:nvSpPr>
          <p:spPr>
            <a:xfrm>
              <a:off x="3734075" y="1174075"/>
              <a:ext cx="52425" cy="52425"/>
            </a:xfrm>
            <a:custGeom>
              <a:avLst/>
              <a:gdLst/>
              <a:ahLst/>
              <a:cxnLst/>
              <a:rect l="l" t="t" r="r" b="b"/>
              <a:pathLst>
                <a:path w="2097" h="2097" extrusionOk="0">
                  <a:moveTo>
                    <a:pt x="1" y="1"/>
                  </a:moveTo>
                  <a:lnTo>
                    <a:pt x="1" y="2096"/>
                  </a:lnTo>
                  <a:lnTo>
                    <a:pt x="2096" y="2096"/>
                  </a:lnTo>
                  <a:lnTo>
                    <a:pt x="20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5241;p116">
              <a:extLst>
                <a:ext uri="{FF2B5EF4-FFF2-40B4-BE49-F238E27FC236}">
                  <a16:creationId xmlns:a16="http://schemas.microsoft.com/office/drawing/2014/main" id="{7DACB9BE-8C61-7855-5865-B24AF52A0075}"/>
                </a:ext>
              </a:extLst>
            </p:cNvPr>
            <p:cNvSpPr/>
            <p:nvPr/>
          </p:nvSpPr>
          <p:spPr>
            <a:xfrm>
              <a:off x="3867425" y="1174075"/>
              <a:ext cx="52425" cy="52425"/>
            </a:xfrm>
            <a:custGeom>
              <a:avLst/>
              <a:gdLst/>
              <a:ahLst/>
              <a:cxnLst/>
              <a:rect l="l" t="t" r="r" b="b"/>
              <a:pathLst>
                <a:path w="2097" h="2097" extrusionOk="0">
                  <a:moveTo>
                    <a:pt x="1" y="1"/>
                  </a:moveTo>
                  <a:lnTo>
                    <a:pt x="1" y="2096"/>
                  </a:lnTo>
                  <a:lnTo>
                    <a:pt x="2096" y="2096"/>
                  </a:lnTo>
                  <a:lnTo>
                    <a:pt x="20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5242;p116">
              <a:extLst>
                <a:ext uri="{FF2B5EF4-FFF2-40B4-BE49-F238E27FC236}">
                  <a16:creationId xmlns:a16="http://schemas.microsoft.com/office/drawing/2014/main" id="{9A85753C-C4B0-2631-7B78-ED0C767E9940}"/>
                </a:ext>
              </a:extLst>
            </p:cNvPr>
            <p:cNvSpPr/>
            <p:nvPr/>
          </p:nvSpPr>
          <p:spPr>
            <a:xfrm>
              <a:off x="4001075" y="1174075"/>
              <a:ext cx="52425" cy="52425"/>
            </a:xfrm>
            <a:custGeom>
              <a:avLst/>
              <a:gdLst/>
              <a:ahLst/>
              <a:cxnLst/>
              <a:rect l="l" t="t" r="r" b="b"/>
              <a:pathLst>
                <a:path w="2097" h="2097" extrusionOk="0">
                  <a:moveTo>
                    <a:pt x="1" y="1"/>
                  </a:moveTo>
                  <a:lnTo>
                    <a:pt x="1" y="2096"/>
                  </a:lnTo>
                  <a:lnTo>
                    <a:pt x="2096" y="2096"/>
                  </a:lnTo>
                  <a:lnTo>
                    <a:pt x="20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5243;p116">
              <a:extLst>
                <a:ext uri="{FF2B5EF4-FFF2-40B4-BE49-F238E27FC236}">
                  <a16:creationId xmlns:a16="http://schemas.microsoft.com/office/drawing/2014/main" id="{CDE722ED-818C-D3A0-C66C-2473B5E658B5}"/>
                </a:ext>
              </a:extLst>
            </p:cNvPr>
            <p:cNvSpPr/>
            <p:nvPr/>
          </p:nvSpPr>
          <p:spPr>
            <a:xfrm>
              <a:off x="4134425" y="1174075"/>
              <a:ext cx="52425" cy="52425"/>
            </a:xfrm>
            <a:custGeom>
              <a:avLst/>
              <a:gdLst/>
              <a:ahLst/>
              <a:cxnLst/>
              <a:rect l="l" t="t" r="r" b="b"/>
              <a:pathLst>
                <a:path w="2097" h="2097" extrusionOk="0">
                  <a:moveTo>
                    <a:pt x="1" y="1"/>
                  </a:moveTo>
                  <a:lnTo>
                    <a:pt x="1" y="2096"/>
                  </a:lnTo>
                  <a:lnTo>
                    <a:pt x="2096" y="2096"/>
                  </a:lnTo>
                  <a:lnTo>
                    <a:pt x="20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5244;p116">
              <a:extLst>
                <a:ext uri="{FF2B5EF4-FFF2-40B4-BE49-F238E27FC236}">
                  <a16:creationId xmlns:a16="http://schemas.microsoft.com/office/drawing/2014/main" id="{F81A673E-C814-CFA3-7668-0BB36CBD43B4}"/>
                </a:ext>
              </a:extLst>
            </p:cNvPr>
            <p:cNvSpPr/>
            <p:nvPr/>
          </p:nvSpPr>
          <p:spPr>
            <a:xfrm>
              <a:off x="4267775" y="1174075"/>
              <a:ext cx="52425" cy="52425"/>
            </a:xfrm>
            <a:custGeom>
              <a:avLst/>
              <a:gdLst/>
              <a:ahLst/>
              <a:cxnLst/>
              <a:rect l="l" t="t" r="r" b="b"/>
              <a:pathLst>
                <a:path w="2097" h="2097" extrusionOk="0">
                  <a:moveTo>
                    <a:pt x="1" y="1"/>
                  </a:moveTo>
                  <a:lnTo>
                    <a:pt x="1" y="2096"/>
                  </a:lnTo>
                  <a:lnTo>
                    <a:pt x="2096" y="2096"/>
                  </a:lnTo>
                  <a:lnTo>
                    <a:pt x="20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5245;p116">
              <a:extLst>
                <a:ext uri="{FF2B5EF4-FFF2-40B4-BE49-F238E27FC236}">
                  <a16:creationId xmlns:a16="http://schemas.microsoft.com/office/drawing/2014/main" id="{9B8B7FD0-3A12-2877-DAF4-193B1A388D23}"/>
                </a:ext>
              </a:extLst>
            </p:cNvPr>
            <p:cNvSpPr/>
            <p:nvPr/>
          </p:nvSpPr>
          <p:spPr>
            <a:xfrm>
              <a:off x="4401425" y="1174075"/>
              <a:ext cx="52425" cy="52425"/>
            </a:xfrm>
            <a:custGeom>
              <a:avLst/>
              <a:gdLst/>
              <a:ahLst/>
              <a:cxnLst/>
              <a:rect l="l" t="t" r="r" b="b"/>
              <a:pathLst>
                <a:path w="2097" h="2097" extrusionOk="0">
                  <a:moveTo>
                    <a:pt x="1" y="1"/>
                  </a:moveTo>
                  <a:lnTo>
                    <a:pt x="1" y="2096"/>
                  </a:lnTo>
                  <a:lnTo>
                    <a:pt x="2096" y="2096"/>
                  </a:lnTo>
                  <a:lnTo>
                    <a:pt x="20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5246;p116">
              <a:extLst>
                <a:ext uri="{FF2B5EF4-FFF2-40B4-BE49-F238E27FC236}">
                  <a16:creationId xmlns:a16="http://schemas.microsoft.com/office/drawing/2014/main" id="{E34B635C-7586-3BC7-CC1A-59B76DCDACB6}"/>
                </a:ext>
              </a:extLst>
            </p:cNvPr>
            <p:cNvSpPr/>
            <p:nvPr/>
          </p:nvSpPr>
          <p:spPr>
            <a:xfrm>
              <a:off x="3429275" y="1284375"/>
              <a:ext cx="1463900" cy="547075"/>
            </a:xfrm>
            <a:custGeom>
              <a:avLst/>
              <a:gdLst/>
              <a:ahLst/>
              <a:cxnLst/>
              <a:rect l="l" t="t" r="r" b="b"/>
              <a:pathLst>
                <a:path w="58556" h="21883" extrusionOk="0">
                  <a:moveTo>
                    <a:pt x="30749" y="0"/>
                  </a:moveTo>
                  <a:cubicBezTo>
                    <a:pt x="28869" y="0"/>
                    <a:pt x="26987" y="62"/>
                    <a:pt x="25111" y="149"/>
                  </a:cubicBezTo>
                  <a:cubicBezTo>
                    <a:pt x="21444" y="316"/>
                    <a:pt x="17777" y="589"/>
                    <a:pt x="14169" y="1268"/>
                  </a:cubicBezTo>
                  <a:cubicBezTo>
                    <a:pt x="9228" y="2197"/>
                    <a:pt x="4430" y="3911"/>
                    <a:pt x="1" y="6281"/>
                  </a:cubicBezTo>
                  <a:lnTo>
                    <a:pt x="6549" y="17627"/>
                  </a:lnTo>
                  <a:cubicBezTo>
                    <a:pt x="8133" y="18639"/>
                    <a:pt x="9800" y="19437"/>
                    <a:pt x="11479" y="19949"/>
                  </a:cubicBezTo>
                  <a:cubicBezTo>
                    <a:pt x="16527" y="21461"/>
                    <a:pt x="21897" y="21223"/>
                    <a:pt x="27159" y="21354"/>
                  </a:cubicBezTo>
                  <a:cubicBezTo>
                    <a:pt x="31756" y="21471"/>
                    <a:pt x="36373" y="21882"/>
                    <a:pt x="40967" y="21882"/>
                  </a:cubicBezTo>
                  <a:cubicBezTo>
                    <a:pt x="43358" y="21882"/>
                    <a:pt x="45742" y="21771"/>
                    <a:pt x="48114" y="21449"/>
                  </a:cubicBezTo>
                  <a:cubicBezTo>
                    <a:pt x="49305" y="21294"/>
                    <a:pt x="50495" y="21068"/>
                    <a:pt x="51686" y="20782"/>
                  </a:cubicBezTo>
                  <a:lnTo>
                    <a:pt x="58556" y="7471"/>
                  </a:lnTo>
                  <a:cubicBezTo>
                    <a:pt x="53031" y="4519"/>
                    <a:pt x="47304" y="2018"/>
                    <a:pt x="41185" y="863"/>
                  </a:cubicBezTo>
                  <a:cubicBezTo>
                    <a:pt x="37745" y="213"/>
                    <a:pt x="34250" y="0"/>
                    <a:pt x="307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5247;p116">
              <a:extLst>
                <a:ext uri="{FF2B5EF4-FFF2-40B4-BE49-F238E27FC236}">
                  <a16:creationId xmlns:a16="http://schemas.microsoft.com/office/drawing/2014/main" id="{BAC71795-3A2B-FCC3-3277-410EB2E0F338}"/>
                </a:ext>
              </a:extLst>
            </p:cNvPr>
            <p:cNvSpPr/>
            <p:nvPr/>
          </p:nvSpPr>
          <p:spPr>
            <a:xfrm>
              <a:off x="3344450" y="1588725"/>
              <a:ext cx="1488000" cy="677775"/>
            </a:xfrm>
            <a:custGeom>
              <a:avLst/>
              <a:gdLst/>
              <a:ahLst/>
              <a:cxnLst/>
              <a:rect l="l" t="t" r="r" b="b"/>
              <a:pathLst>
                <a:path w="59520" h="27111" extrusionOk="0">
                  <a:moveTo>
                    <a:pt x="6799" y="0"/>
                  </a:moveTo>
                  <a:lnTo>
                    <a:pt x="13705" y="11966"/>
                  </a:lnTo>
                  <a:lnTo>
                    <a:pt x="1" y="19884"/>
                  </a:lnTo>
                  <a:lnTo>
                    <a:pt x="45530" y="27111"/>
                  </a:lnTo>
                  <a:lnTo>
                    <a:pt x="59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5248;p116">
              <a:extLst>
                <a:ext uri="{FF2B5EF4-FFF2-40B4-BE49-F238E27FC236}">
                  <a16:creationId xmlns:a16="http://schemas.microsoft.com/office/drawing/2014/main" id="{1111B635-24FB-19C0-2DD3-BC29E848277C}"/>
                </a:ext>
              </a:extLst>
            </p:cNvPr>
            <p:cNvSpPr/>
            <p:nvPr/>
          </p:nvSpPr>
          <p:spPr>
            <a:xfrm>
              <a:off x="2093700" y="4141700"/>
              <a:ext cx="94375" cy="471825"/>
            </a:xfrm>
            <a:custGeom>
              <a:avLst/>
              <a:gdLst/>
              <a:ahLst/>
              <a:cxnLst/>
              <a:rect l="l" t="t" r="r" b="b"/>
              <a:pathLst>
                <a:path w="3775" h="18873" extrusionOk="0">
                  <a:moveTo>
                    <a:pt x="1" y="1"/>
                  </a:moveTo>
                  <a:lnTo>
                    <a:pt x="1" y="18872"/>
                  </a:lnTo>
                  <a:cubicBezTo>
                    <a:pt x="1251" y="18658"/>
                    <a:pt x="2513" y="18479"/>
                    <a:pt x="3775" y="18313"/>
                  </a:cubicBezTo>
                  <a:lnTo>
                    <a:pt x="37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5249;p116">
              <a:extLst>
                <a:ext uri="{FF2B5EF4-FFF2-40B4-BE49-F238E27FC236}">
                  <a16:creationId xmlns:a16="http://schemas.microsoft.com/office/drawing/2014/main" id="{4B4E35AE-AED3-6F86-4D82-BEAD0F63D19C}"/>
                </a:ext>
              </a:extLst>
            </p:cNvPr>
            <p:cNvSpPr/>
            <p:nvPr/>
          </p:nvSpPr>
          <p:spPr>
            <a:xfrm>
              <a:off x="2093700" y="4141700"/>
              <a:ext cx="94375" cy="471825"/>
            </a:xfrm>
            <a:custGeom>
              <a:avLst/>
              <a:gdLst/>
              <a:ahLst/>
              <a:cxnLst/>
              <a:rect l="l" t="t" r="r" b="b"/>
              <a:pathLst>
                <a:path w="3775" h="18873" extrusionOk="0">
                  <a:moveTo>
                    <a:pt x="1" y="1"/>
                  </a:moveTo>
                  <a:lnTo>
                    <a:pt x="1" y="18872"/>
                  </a:lnTo>
                  <a:cubicBezTo>
                    <a:pt x="1251" y="18658"/>
                    <a:pt x="2513" y="18479"/>
                    <a:pt x="3775" y="18313"/>
                  </a:cubicBezTo>
                  <a:lnTo>
                    <a:pt x="37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5250;p116">
              <a:extLst>
                <a:ext uri="{FF2B5EF4-FFF2-40B4-BE49-F238E27FC236}">
                  <a16:creationId xmlns:a16="http://schemas.microsoft.com/office/drawing/2014/main" id="{7B1C8D70-8A75-B76A-EEEC-BAD37C56900F}"/>
                </a:ext>
              </a:extLst>
            </p:cNvPr>
            <p:cNvSpPr/>
            <p:nvPr/>
          </p:nvSpPr>
          <p:spPr>
            <a:xfrm>
              <a:off x="1638575" y="3873825"/>
              <a:ext cx="906700" cy="500975"/>
            </a:xfrm>
            <a:custGeom>
              <a:avLst/>
              <a:gdLst/>
              <a:ahLst/>
              <a:cxnLst/>
              <a:rect l="l" t="t" r="r" b="b"/>
              <a:pathLst>
                <a:path w="36268" h="20039" extrusionOk="0">
                  <a:moveTo>
                    <a:pt x="1" y="0"/>
                  </a:moveTo>
                  <a:lnTo>
                    <a:pt x="3382" y="9311"/>
                  </a:lnTo>
                  <a:lnTo>
                    <a:pt x="3906" y="10740"/>
                  </a:lnTo>
                  <a:lnTo>
                    <a:pt x="7288" y="20038"/>
                  </a:lnTo>
                  <a:lnTo>
                    <a:pt x="36267" y="20038"/>
                  </a:lnTo>
                  <a:lnTo>
                    <a:pt x="32886" y="10740"/>
                  </a:lnTo>
                  <a:lnTo>
                    <a:pt x="32362" y="9311"/>
                  </a:lnTo>
                  <a:lnTo>
                    <a:pt x="289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5251;p116">
              <a:extLst>
                <a:ext uri="{FF2B5EF4-FFF2-40B4-BE49-F238E27FC236}">
                  <a16:creationId xmlns:a16="http://schemas.microsoft.com/office/drawing/2014/main" id="{808CCC6D-1338-F76A-54AB-81C4F2B79737}"/>
                </a:ext>
              </a:extLst>
            </p:cNvPr>
            <p:cNvSpPr/>
            <p:nvPr/>
          </p:nvSpPr>
          <p:spPr>
            <a:xfrm>
              <a:off x="2140725" y="3907750"/>
              <a:ext cx="273875" cy="200650"/>
            </a:xfrm>
            <a:custGeom>
              <a:avLst/>
              <a:gdLst/>
              <a:ahLst/>
              <a:cxnLst/>
              <a:rect l="l" t="t" r="r" b="b"/>
              <a:pathLst>
                <a:path w="10955" h="8026" extrusionOk="0">
                  <a:moveTo>
                    <a:pt x="1" y="1"/>
                  </a:moveTo>
                  <a:lnTo>
                    <a:pt x="2930" y="8025"/>
                  </a:lnTo>
                  <a:lnTo>
                    <a:pt x="10955" y="8025"/>
                  </a:lnTo>
                  <a:lnTo>
                    <a:pt x="80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5252;p116">
              <a:extLst>
                <a:ext uri="{FF2B5EF4-FFF2-40B4-BE49-F238E27FC236}">
                  <a16:creationId xmlns:a16="http://schemas.microsoft.com/office/drawing/2014/main" id="{906F3EAC-5AB9-3743-EED8-953352AF70D5}"/>
                </a:ext>
              </a:extLst>
            </p:cNvPr>
            <p:cNvSpPr/>
            <p:nvPr/>
          </p:nvSpPr>
          <p:spPr>
            <a:xfrm>
              <a:off x="1912725" y="3907750"/>
              <a:ext cx="273875" cy="200650"/>
            </a:xfrm>
            <a:custGeom>
              <a:avLst/>
              <a:gdLst/>
              <a:ahLst/>
              <a:cxnLst/>
              <a:rect l="l" t="t" r="r" b="b"/>
              <a:pathLst>
                <a:path w="10955" h="8026" extrusionOk="0">
                  <a:moveTo>
                    <a:pt x="1" y="1"/>
                  </a:moveTo>
                  <a:lnTo>
                    <a:pt x="2918" y="8025"/>
                  </a:lnTo>
                  <a:lnTo>
                    <a:pt x="10954" y="8025"/>
                  </a:lnTo>
                  <a:lnTo>
                    <a:pt x="80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5253;p116">
              <a:extLst>
                <a:ext uri="{FF2B5EF4-FFF2-40B4-BE49-F238E27FC236}">
                  <a16:creationId xmlns:a16="http://schemas.microsoft.com/office/drawing/2014/main" id="{FE75C160-FB87-25F2-ECED-F7D707CBF089}"/>
                </a:ext>
              </a:extLst>
            </p:cNvPr>
            <p:cNvSpPr/>
            <p:nvPr/>
          </p:nvSpPr>
          <p:spPr>
            <a:xfrm>
              <a:off x="1684725" y="3907750"/>
              <a:ext cx="273575" cy="200650"/>
            </a:xfrm>
            <a:custGeom>
              <a:avLst/>
              <a:gdLst/>
              <a:ahLst/>
              <a:cxnLst/>
              <a:rect l="l" t="t" r="r" b="b"/>
              <a:pathLst>
                <a:path w="10943" h="8026" extrusionOk="0">
                  <a:moveTo>
                    <a:pt x="0" y="1"/>
                  </a:moveTo>
                  <a:lnTo>
                    <a:pt x="2917" y="8025"/>
                  </a:lnTo>
                  <a:lnTo>
                    <a:pt x="10942" y="8025"/>
                  </a:lnTo>
                  <a:lnTo>
                    <a:pt x="80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5254;p116">
              <a:extLst>
                <a:ext uri="{FF2B5EF4-FFF2-40B4-BE49-F238E27FC236}">
                  <a16:creationId xmlns:a16="http://schemas.microsoft.com/office/drawing/2014/main" id="{3CB3695C-665A-10B7-D8A7-444F9953709E}"/>
                </a:ext>
              </a:extLst>
            </p:cNvPr>
            <p:cNvSpPr/>
            <p:nvPr/>
          </p:nvSpPr>
          <p:spPr>
            <a:xfrm>
              <a:off x="2225575" y="4140225"/>
              <a:ext cx="273850" cy="200950"/>
            </a:xfrm>
            <a:custGeom>
              <a:avLst/>
              <a:gdLst/>
              <a:ahLst/>
              <a:cxnLst/>
              <a:rect l="l" t="t" r="r" b="b"/>
              <a:pathLst>
                <a:path w="10954" h="8038" extrusionOk="0">
                  <a:moveTo>
                    <a:pt x="0" y="0"/>
                  </a:moveTo>
                  <a:lnTo>
                    <a:pt x="2917" y="8037"/>
                  </a:lnTo>
                  <a:lnTo>
                    <a:pt x="10954" y="8037"/>
                  </a:lnTo>
                  <a:lnTo>
                    <a:pt x="802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5255;p116">
              <a:extLst>
                <a:ext uri="{FF2B5EF4-FFF2-40B4-BE49-F238E27FC236}">
                  <a16:creationId xmlns:a16="http://schemas.microsoft.com/office/drawing/2014/main" id="{9E018283-3E05-A74E-F167-2C31656D724A}"/>
                </a:ext>
              </a:extLst>
            </p:cNvPr>
            <p:cNvSpPr/>
            <p:nvPr/>
          </p:nvSpPr>
          <p:spPr>
            <a:xfrm>
              <a:off x="1997250" y="4140225"/>
              <a:ext cx="273875" cy="200950"/>
            </a:xfrm>
            <a:custGeom>
              <a:avLst/>
              <a:gdLst/>
              <a:ahLst/>
              <a:cxnLst/>
              <a:rect l="l" t="t" r="r" b="b"/>
              <a:pathLst>
                <a:path w="10955" h="8038" extrusionOk="0">
                  <a:moveTo>
                    <a:pt x="1" y="0"/>
                  </a:moveTo>
                  <a:lnTo>
                    <a:pt x="2930" y="8037"/>
                  </a:lnTo>
                  <a:lnTo>
                    <a:pt x="10955" y="8037"/>
                  </a:lnTo>
                  <a:lnTo>
                    <a:pt x="80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5256;p116">
              <a:extLst>
                <a:ext uri="{FF2B5EF4-FFF2-40B4-BE49-F238E27FC236}">
                  <a16:creationId xmlns:a16="http://schemas.microsoft.com/office/drawing/2014/main" id="{A6D9C97B-3247-4F89-14F0-5F57EA9B2814}"/>
                </a:ext>
              </a:extLst>
            </p:cNvPr>
            <p:cNvSpPr/>
            <p:nvPr/>
          </p:nvSpPr>
          <p:spPr>
            <a:xfrm>
              <a:off x="1769250" y="4140225"/>
              <a:ext cx="273875" cy="200950"/>
            </a:xfrm>
            <a:custGeom>
              <a:avLst/>
              <a:gdLst/>
              <a:ahLst/>
              <a:cxnLst/>
              <a:rect l="l" t="t" r="r" b="b"/>
              <a:pathLst>
                <a:path w="10955" h="8038" extrusionOk="0">
                  <a:moveTo>
                    <a:pt x="1" y="0"/>
                  </a:moveTo>
                  <a:lnTo>
                    <a:pt x="2918" y="8037"/>
                  </a:lnTo>
                  <a:lnTo>
                    <a:pt x="10955" y="8037"/>
                  </a:lnTo>
                  <a:lnTo>
                    <a:pt x="8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5257;p116">
              <a:extLst>
                <a:ext uri="{FF2B5EF4-FFF2-40B4-BE49-F238E27FC236}">
                  <a16:creationId xmlns:a16="http://schemas.microsoft.com/office/drawing/2014/main" id="{10843F31-6F0F-594A-B8EE-66648AE74F62}"/>
                </a:ext>
              </a:extLst>
            </p:cNvPr>
            <p:cNvSpPr/>
            <p:nvPr/>
          </p:nvSpPr>
          <p:spPr>
            <a:xfrm>
              <a:off x="2519650" y="3813400"/>
              <a:ext cx="69375" cy="859050"/>
            </a:xfrm>
            <a:custGeom>
              <a:avLst/>
              <a:gdLst/>
              <a:ahLst/>
              <a:cxnLst/>
              <a:rect l="l" t="t" r="r" b="b"/>
              <a:pathLst>
                <a:path w="2775" h="34362" extrusionOk="0">
                  <a:moveTo>
                    <a:pt x="0" y="0"/>
                  </a:moveTo>
                  <a:lnTo>
                    <a:pt x="0" y="34362"/>
                  </a:lnTo>
                  <a:cubicBezTo>
                    <a:pt x="929" y="34195"/>
                    <a:pt x="1846" y="34064"/>
                    <a:pt x="2775" y="33945"/>
                  </a:cubicBezTo>
                  <a:lnTo>
                    <a:pt x="27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258;p116">
              <a:extLst>
                <a:ext uri="{FF2B5EF4-FFF2-40B4-BE49-F238E27FC236}">
                  <a16:creationId xmlns:a16="http://schemas.microsoft.com/office/drawing/2014/main" id="{EA087A76-DAFE-D1EF-3FEE-85E1211E6951}"/>
                </a:ext>
              </a:extLst>
            </p:cNvPr>
            <p:cNvSpPr/>
            <p:nvPr/>
          </p:nvSpPr>
          <p:spPr>
            <a:xfrm>
              <a:off x="2519650" y="3813400"/>
              <a:ext cx="69375" cy="859050"/>
            </a:xfrm>
            <a:custGeom>
              <a:avLst/>
              <a:gdLst/>
              <a:ahLst/>
              <a:cxnLst/>
              <a:rect l="l" t="t" r="r" b="b"/>
              <a:pathLst>
                <a:path w="2775" h="34362" extrusionOk="0">
                  <a:moveTo>
                    <a:pt x="0" y="0"/>
                  </a:moveTo>
                  <a:lnTo>
                    <a:pt x="0" y="34362"/>
                  </a:lnTo>
                  <a:cubicBezTo>
                    <a:pt x="929" y="34195"/>
                    <a:pt x="1846" y="34064"/>
                    <a:pt x="2775" y="33945"/>
                  </a:cubicBezTo>
                  <a:lnTo>
                    <a:pt x="27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259;p116">
              <a:extLst>
                <a:ext uri="{FF2B5EF4-FFF2-40B4-BE49-F238E27FC236}">
                  <a16:creationId xmlns:a16="http://schemas.microsoft.com/office/drawing/2014/main" id="{8F65CAC5-125D-EF27-14C5-2B5D34543C63}"/>
                </a:ext>
              </a:extLst>
            </p:cNvPr>
            <p:cNvSpPr/>
            <p:nvPr/>
          </p:nvSpPr>
          <p:spPr>
            <a:xfrm>
              <a:off x="2185075" y="3616650"/>
              <a:ext cx="666475" cy="367925"/>
            </a:xfrm>
            <a:custGeom>
              <a:avLst/>
              <a:gdLst/>
              <a:ahLst/>
              <a:cxnLst/>
              <a:rect l="l" t="t" r="r" b="b"/>
              <a:pathLst>
                <a:path w="26659" h="14717" extrusionOk="0">
                  <a:moveTo>
                    <a:pt x="1" y="0"/>
                  </a:moveTo>
                  <a:lnTo>
                    <a:pt x="2489" y="6835"/>
                  </a:lnTo>
                  <a:lnTo>
                    <a:pt x="2870" y="7882"/>
                  </a:lnTo>
                  <a:lnTo>
                    <a:pt x="5359" y="14716"/>
                  </a:lnTo>
                  <a:lnTo>
                    <a:pt x="26659" y="14716"/>
                  </a:lnTo>
                  <a:lnTo>
                    <a:pt x="24170" y="7882"/>
                  </a:lnTo>
                  <a:lnTo>
                    <a:pt x="23789" y="6835"/>
                  </a:lnTo>
                  <a:lnTo>
                    <a:pt x="21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260;p116">
              <a:extLst>
                <a:ext uri="{FF2B5EF4-FFF2-40B4-BE49-F238E27FC236}">
                  <a16:creationId xmlns:a16="http://schemas.microsoft.com/office/drawing/2014/main" id="{C841F54A-91F9-9773-C34C-89FBF5F54572}"/>
                </a:ext>
              </a:extLst>
            </p:cNvPr>
            <p:cNvSpPr/>
            <p:nvPr/>
          </p:nvSpPr>
          <p:spPr>
            <a:xfrm>
              <a:off x="2554475" y="3641350"/>
              <a:ext cx="201250" cy="147675"/>
            </a:xfrm>
            <a:custGeom>
              <a:avLst/>
              <a:gdLst/>
              <a:ahLst/>
              <a:cxnLst/>
              <a:rect l="l" t="t" r="r" b="b"/>
              <a:pathLst>
                <a:path w="8050" h="5907" extrusionOk="0">
                  <a:moveTo>
                    <a:pt x="0" y="1"/>
                  </a:moveTo>
                  <a:lnTo>
                    <a:pt x="2144" y="5906"/>
                  </a:lnTo>
                  <a:lnTo>
                    <a:pt x="8049" y="5906"/>
                  </a:lnTo>
                  <a:lnTo>
                    <a:pt x="589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261;p116">
              <a:extLst>
                <a:ext uri="{FF2B5EF4-FFF2-40B4-BE49-F238E27FC236}">
                  <a16:creationId xmlns:a16="http://schemas.microsoft.com/office/drawing/2014/main" id="{19402482-A690-2C59-41BB-1F49F8E9B6A7}"/>
                </a:ext>
              </a:extLst>
            </p:cNvPr>
            <p:cNvSpPr/>
            <p:nvPr/>
          </p:nvSpPr>
          <p:spPr>
            <a:xfrm>
              <a:off x="2386600" y="3641350"/>
              <a:ext cx="201225" cy="147675"/>
            </a:xfrm>
            <a:custGeom>
              <a:avLst/>
              <a:gdLst/>
              <a:ahLst/>
              <a:cxnLst/>
              <a:rect l="l" t="t" r="r" b="b"/>
              <a:pathLst>
                <a:path w="8049" h="5907" extrusionOk="0">
                  <a:moveTo>
                    <a:pt x="0" y="1"/>
                  </a:moveTo>
                  <a:lnTo>
                    <a:pt x="2155" y="5906"/>
                  </a:lnTo>
                  <a:lnTo>
                    <a:pt x="8049" y="5906"/>
                  </a:lnTo>
                  <a:lnTo>
                    <a:pt x="59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262;p116">
              <a:extLst>
                <a:ext uri="{FF2B5EF4-FFF2-40B4-BE49-F238E27FC236}">
                  <a16:creationId xmlns:a16="http://schemas.microsoft.com/office/drawing/2014/main" id="{9254DAD8-ECD3-95B6-76F5-219CEEEA2152}"/>
                </a:ext>
              </a:extLst>
            </p:cNvPr>
            <p:cNvSpPr/>
            <p:nvPr/>
          </p:nvSpPr>
          <p:spPr>
            <a:xfrm>
              <a:off x="2219025" y="3641350"/>
              <a:ext cx="201225" cy="147675"/>
            </a:xfrm>
            <a:custGeom>
              <a:avLst/>
              <a:gdLst/>
              <a:ahLst/>
              <a:cxnLst/>
              <a:rect l="l" t="t" r="r" b="b"/>
              <a:pathLst>
                <a:path w="8049" h="5907" extrusionOk="0">
                  <a:moveTo>
                    <a:pt x="0" y="1"/>
                  </a:moveTo>
                  <a:lnTo>
                    <a:pt x="2143" y="5906"/>
                  </a:lnTo>
                  <a:lnTo>
                    <a:pt x="8049" y="5906"/>
                  </a:lnTo>
                  <a:lnTo>
                    <a:pt x="59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263;p116">
              <a:extLst>
                <a:ext uri="{FF2B5EF4-FFF2-40B4-BE49-F238E27FC236}">
                  <a16:creationId xmlns:a16="http://schemas.microsoft.com/office/drawing/2014/main" id="{CCAC318F-CA7D-EF35-314A-10F4F6661901}"/>
                </a:ext>
              </a:extLst>
            </p:cNvPr>
            <p:cNvSpPr/>
            <p:nvPr/>
          </p:nvSpPr>
          <p:spPr>
            <a:xfrm>
              <a:off x="2616675" y="3812200"/>
              <a:ext cx="201250" cy="147675"/>
            </a:xfrm>
            <a:custGeom>
              <a:avLst/>
              <a:gdLst/>
              <a:ahLst/>
              <a:cxnLst/>
              <a:rect l="l" t="t" r="r" b="b"/>
              <a:pathLst>
                <a:path w="8050" h="5907" extrusionOk="0">
                  <a:moveTo>
                    <a:pt x="1" y="1"/>
                  </a:moveTo>
                  <a:lnTo>
                    <a:pt x="2144" y="5906"/>
                  </a:lnTo>
                  <a:lnTo>
                    <a:pt x="8049" y="5906"/>
                  </a:lnTo>
                  <a:lnTo>
                    <a:pt x="589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5264;p116">
              <a:extLst>
                <a:ext uri="{FF2B5EF4-FFF2-40B4-BE49-F238E27FC236}">
                  <a16:creationId xmlns:a16="http://schemas.microsoft.com/office/drawing/2014/main" id="{1C23AE8F-2499-F371-0F68-FE76C970B331}"/>
                </a:ext>
              </a:extLst>
            </p:cNvPr>
            <p:cNvSpPr/>
            <p:nvPr/>
          </p:nvSpPr>
          <p:spPr>
            <a:xfrm>
              <a:off x="2448800" y="3812200"/>
              <a:ext cx="201250" cy="147675"/>
            </a:xfrm>
            <a:custGeom>
              <a:avLst/>
              <a:gdLst/>
              <a:ahLst/>
              <a:cxnLst/>
              <a:rect l="l" t="t" r="r" b="b"/>
              <a:pathLst>
                <a:path w="8050" h="5907" extrusionOk="0">
                  <a:moveTo>
                    <a:pt x="1" y="1"/>
                  </a:moveTo>
                  <a:lnTo>
                    <a:pt x="2156" y="5906"/>
                  </a:lnTo>
                  <a:lnTo>
                    <a:pt x="8049" y="5906"/>
                  </a:lnTo>
                  <a:lnTo>
                    <a:pt x="59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265;p116">
              <a:extLst>
                <a:ext uri="{FF2B5EF4-FFF2-40B4-BE49-F238E27FC236}">
                  <a16:creationId xmlns:a16="http://schemas.microsoft.com/office/drawing/2014/main" id="{2FE3D8E5-21BC-A32D-B46E-63F0C0C42245}"/>
                </a:ext>
              </a:extLst>
            </p:cNvPr>
            <p:cNvSpPr/>
            <p:nvPr/>
          </p:nvSpPr>
          <p:spPr>
            <a:xfrm>
              <a:off x="2281225" y="3812200"/>
              <a:ext cx="201250" cy="147675"/>
            </a:xfrm>
            <a:custGeom>
              <a:avLst/>
              <a:gdLst/>
              <a:ahLst/>
              <a:cxnLst/>
              <a:rect l="l" t="t" r="r" b="b"/>
              <a:pathLst>
                <a:path w="8050" h="5907" extrusionOk="0">
                  <a:moveTo>
                    <a:pt x="1" y="1"/>
                  </a:moveTo>
                  <a:lnTo>
                    <a:pt x="2144" y="5906"/>
                  </a:lnTo>
                  <a:lnTo>
                    <a:pt x="8049" y="5906"/>
                  </a:lnTo>
                  <a:lnTo>
                    <a:pt x="59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266;p116">
              <a:extLst>
                <a:ext uri="{FF2B5EF4-FFF2-40B4-BE49-F238E27FC236}">
                  <a16:creationId xmlns:a16="http://schemas.microsoft.com/office/drawing/2014/main" id="{FF646007-26B8-214F-7ECA-1409BD866CD9}"/>
                </a:ext>
              </a:extLst>
            </p:cNvPr>
            <p:cNvSpPr/>
            <p:nvPr/>
          </p:nvSpPr>
          <p:spPr>
            <a:xfrm>
              <a:off x="1448375" y="4486525"/>
              <a:ext cx="1567500" cy="576750"/>
            </a:xfrm>
            <a:custGeom>
              <a:avLst/>
              <a:gdLst/>
              <a:ahLst/>
              <a:cxnLst/>
              <a:rect l="l" t="t" r="r" b="b"/>
              <a:pathLst>
                <a:path w="62700" h="23070" extrusionOk="0">
                  <a:moveTo>
                    <a:pt x="41891" y="0"/>
                  </a:moveTo>
                  <a:cubicBezTo>
                    <a:pt x="38977" y="0"/>
                    <a:pt x="36062" y="110"/>
                    <a:pt x="33160" y="317"/>
                  </a:cubicBezTo>
                  <a:cubicBezTo>
                    <a:pt x="21956" y="1115"/>
                    <a:pt x="10907" y="3317"/>
                    <a:pt x="1" y="6056"/>
                  </a:cubicBezTo>
                  <a:cubicBezTo>
                    <a:pt x="4775" y="14283"/>
                    <a:pt x="13312" y="19617"/>
                    <a:pt x="22801" y="20284"/>
                  </a:cubicBezTo>
                  <a:lnTo>
                    <a:pt x="61794" y="23070"/>
                  </a:lnTo>
                  <a:lnTo>
                    <a:pt x="62699" y="2079"/>
                  </a:lnTo>
                  <a:cubicBezTo>
                    <a:pt x="55883" y="633"/>
                    <a:pt x="48888" y="0"/>
                    <a:pt x="418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267;p116">
              <a:extLst>
                <a:ext uri="{FF2B5EF4-FFF2-40B4-BE49-F238E27FC236}">
                  <a16:creationId xmlns:a16="http://schemas.microsoft.com/office/drawing/2014/main" id="{C57AB37B-B89C-53FF-7AC4-7ACAA3B0F1BC}"/>
                </a:ext>
              </a:extLst>
            </p:cNvPr>
            <p:cNvSpPr/>
            <p:nvPr/>
          </p:nvSpPr>
          <p:spPr>
            <a:xfrm>
              <a:off x="701575" y="2474850"/>
              <a:ext cx="1754100" cy="2478600"/>
            </a:xfrm>
            <a:custGeom>
              <a:avLst/>
              <a:gdLst/>
              <a:ahLst/>
              <a:cxnLst/>
              <a:rect l="l" t="t" r="r" b="b"/>
              <a:pathLst>
                <a:path w="70164" h="99144" extrusionOk="0">
                  <a:moveTo>
                    <a:pt x="53650" y="0"/>
                  </a:moveTo>
                  <a:lnTo>
                    <a:pt x="0" y="2548"/>
                  </a:lnTo>
                  <a:lnTo>
                    <a:pt x="14288" y="10787"/>
                  </a:lnTo>
                  <a:lnTo>
                    <a:pt x="9358" y="19336"/>
                  </a:lnTo>
                  <a:cubicBezTo>
                    <a:pt x="3703" y="29135"/>
                    <a:pt x="3703" y="41207"/>
                    <a:pt x="9358" y="50994"/>
                  </a:cubicBezTo>
                  <a:lnTo>
                    <a:pt x="26956" y="81486"/>
                  </a:lnTo>
                  <a:lnTo>
                    <a:pt x="29837" y="86463"/>
                  </a:lnTo>
                  <a:lnTo>
                    <a:pt x="30873" y="88261"/>
                  </a:lnTo>
                  <a:cubicBezTo>
                    <a:pt x="30766" y="88070"/>
                    <a:pt x="30671" y="87880"/>
                    <a:pt x="30575" y="87677"/>
                  </a:cubicBezTo>
                  <a:lnTo>
                    <a:pt x="30575" y="87677"/>
                  </a:lnTo>
                  <a:cubicBezTo>
                    <a:pt x="34040" y="93035"/>
                    <a:pt x="39160" y="97036"/>
                    <a:pt x="45077" y="99143"/>
                  </a:cubicBezTo>
                  <a:cubicBezTo>
                    <a:pt x="29659" y="87213"/>
                    <a:pt x="35100" y="72819"/>
                    <a:pt x="36540" y="69699"/>
                  </a:cubicBezTo>
                  <a:cubicBezTo>
                    <a:pt x="37326" y="68282"/>
                    <a:pt x="38183" y="66758"/>
                    <a:pt x="39148" y="65091"/>
                  </a:cubicBezTo>
                  <a:lnTo>
                    <a:pt x="56448" y="35123"/>
                  </a:lnTo>
                  <a:lnTo>
                    <a:pt x="70164" y="43041"/>
                  </a:lnTo>
                  <a:lnTo>
                    <a:pt x="536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268;p116">
              <a:extLst>
                <a:ext uri="{FF2B5EF4-FFF2-40B4-BE49-F238E27FC236}">
                  <a16:creationId xmlns:a16="http://schemas.microsoft.com/office/drawing/2014/main" id="{35BE48FD-63B0-F03E-DB41-30F1C33539F7}"/>
                </a:ext>
              </a:extLst>
            </p:cNvPr>
            <p:cNvSpPr/>
            <p:nvPr/>
          </p:nvSpPr>
          <p:spPr>
            <a:xfrm>
              <a:off x="906950" y="2933225"/>
              <a:ext cx="604275" cy="260475"/>
            </a:xfrm>
            <a:custGeom>
              <a:avLst/>
              <a:gdLst/>
              <a:ahLst/>
              <a:cxnLst/>
              <a:rect l="l" t="t" r="r" b="b"/>
              <a:pathLst>
                <a:path w="24171" h="10419" extrusionOk="0">
                  <a:moveTo>
                    <a:pt x="16717" y="1"/>
                  </a:moveTo>
                  <a:cubicBezTo>
                    <a:pt x="14395" y="1"/>
                    <a:pt x="12430" y="1525"/>
                    <a:pt x="11752" y="3620"/>
                  </a:cubicBezTo>
                  <a:cubicBezTo>
                    <a:pt x="11668" y="3608"/>
                    <a:pt x="11585" y="3608"/>
                    <a:pt x="11502" y="3608"/>
                  </a:cubicBezTo>
                  <a:cubicBezTo>
                    <a:pt x="9621" y="3608"/>
                    <a:pt x="8097" y="5132"/>
                    <a:pt x="8097" y="7013"/>
                  </a:cubicBezTo>
                  <a:cubicBezTo>
                    <a:pt x="8097" y="7097"/>
                    <a:pt x="8109" y="7180"/>
                    <a:pt x="8109" y="7252"/>
                  </a:cubicBezTo>
                  <a:lnTo>
                    <a:pt x="1584" y="7252"/>
                  </a:lnTo>
                  <a:cubicBezTo>
                    <a:pt x="703" y="7252"/>
                    <a:pt x="0" y="7966"/>
                    <a:pt x="0" y="8835"/>
                  </a:cubicBezTo>
                  <a:cubicBezTo>
                    <a:pt x="0" y="9716"/>
                    <a:pt x="703" y="10419"/>
                    <a:pt x="1584" y="10419"/>
                  </a:cubicBezTo>
                  <a:lnTo>
                    <a:pt x="21563" y="10419"/>
                  </a:lnTo>
                  <a:cubicBezTo>
                    <a:pt x="23003" y="10419"/>
                    <a:pt x="24170" y="9252"/>
                    <a:pt x="24170" y="7811"/>
                  </a:cubicBezTo>
                  <a:cubicBezTo>
                    <a:pt x="24170" y="6501"/>
                    <a:pt x="23194" y="5418"/>
                    <a:pt x="21920" y="5239"/>
                  </a:cubicBezTo>
                  <a:cubicBezTo>
                    <a:pt x="21920" y="5227"/>
                    <a:pt x="21920" y="5216"/>
                    <a:pt x="21920" y="5216"/>
                  </a:cubicBezTo>
                  <a:cubicBezTo>
                    <a:pt x="21920" y="2334"/>
                    <a:pt x="19586" y="1"/>
                    <a:pt x="167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269;p116">
              <a:extLst>
                <a:ext uri="{FF2B5EF4-FFF2-40B4-BE49-F238E27FC236}">
                  <a16:creationId xmlns:a16="http://schemas.microsoft.com/office/drawing/2014/main" id="{34D1D077-7C55-B2A1-7A2D-95B5C38B5005}"/>
                </a:ext>
              </a:extLst>
            </p:cNvPr>
            <p:cNvSpPr/>
            <p:nvPr/>
          </p:nvSpPr>
          <p:spPr>
            <a:xfrm>
              <a:off x="1571625" y="2584675"/>
              <a:ext cx="604250" cy="260475"/>
            </a:xfrm>
            <a:custGeom>
              <a:avLst/>
              <a:gdLst/>
              <a:ahLst/>
              <a:cxnLst/>
              <a:rect l="l" t="t" r="r" b="b"/>
              <a:pathLst>
                <a:path w="24170" h="10419" extrusionOk="0">
                  <a:moveTo>
                    <a:pt x="7453" y="0"/>
                  </a:moveTo>
                  <a:cubicBezTo>
                    <a:pt x="4572" y="0"/>
                    <a:pt x="2238" y="2334"/>
                    <a:pt x="2238" y="5215"/>
                  </a:cubicBezTo>
                  <a:cubicBezTo>
                    <a:pt x="2238" y="5227"/>
                    <a:pt x="2238" y="5227"/>
                    <a:pt x="2238" y="5239"/>
                  </a:cubicBezTo>
                  <a:cubicBezTo>
                    <a:pt x="976" y="5418"/>
                    <a:pt x="0" y="6501"/>
                    <a:pt x="0" y="7823"/>
                  </a:cubicBezTo>
                  <a:cubicBezTo>
                    <a:pt x="0" y="9252"/>
                    <a:pt x="1167" y="10418"/>
                    <a:pt x="2596" y="10418"/>
                  </a:cubicBezTo>
                  <a:lnTo>
                    <a:pt x="22586" y="10418"/>
                  </a:lnTo>
                  <a:cubicBezTo>
                    <a:pt x="23455" y="10418"/>
                    <a:pt x="24170" y="9716"/>
                    <a:pt x="24170" y="8835"/>
                  </a:cubicBezTo>
                  <a:cubicBezTo>
                    <a:pt x="24170" y="7966"/>
                    <a:pt x="23455" y="7263"/>
                    <a:pt x="22586" y="7263"/>
                  </a:cubicBezTo>
                  <a:lnTo>
                    <a:pt x="16050" y="7263"/>
                  </a:lnTo>
                  <a:cubicBezTo>
                    <a:pt x="16062" y="7180"/>
                    <a:pt x="16062" y="7097"/>
                    <a:pt x="16062" y="7013"/>
                  </a:cubicBezTo>
                  <a:cubicBezTo>
                    <a:pt x="16062" y="5132"/>
                    <a:pt x="14538" y="3608"/>
                    <a:pt x="12656" y="3608"/>
                  </a:cubicBezTo>
                  <a:cubicBezTo>
                    <a:pt x="12573" y="3608"/>
                    <a:pt x="12490" y="3608"/>
                    <a:pt x="12406" y="3620"/>
                  </a:cubicBezTo>
                  <a:cubicBezTo>
                    <a:pt x="11728" y="1524"/>
                    <a:pt x="9763" y="0"/>
                    <a:pt x="74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270;p116">
              <a:extLst>
                <a:ext uri="{FF2B5EF4-FFF2-40B4-BE49-F238E27FC236}">
                  <a16:creationId xmlns:a16="http://schemas.microsoft.com/office/drawing/2014/main" id="{E5D89C0D-C882-E31D-D137-610FACEB603B}"/>
                </a:ext>
              </a:extLst>
            </p:cNvPr>
            <p:cNvSpPr/>
            <p:nvPr/>
          </p:nvSpPr>
          <p:spPr>
            <a:xfrm>
              <a:off x="935825" y="3230575"/>
              <a:ext cx="49425" cy="59275"/>
            </a:xfrm>
            <a:custGeom>
              <a:avLst/>
              <a:gdLst/>
              <a:ahLst/>
              <a:cxnLst/>
              <a:rect l="l" t="t" r="r" b="b"/>
              <a:pathLst>
                <a:path w="1977" h="2371" extrusionOk="0">
                  <a:moveTo>
                    <a:pt x="988" y="1"/>
                  </a:moveTo>
                  <a:lnTo>
                    <a:pt x="298" y="1180"/>
                  </a:lnTo>
                  <a:cubicBezTo>
                    <a:pt x="0" y="1704"/>
                    <a:pt x="369" y="2370"/>
                    <a:pt x="988" y="2370"/>
                  </a:cubicBezTo>
                  <a:cubicBezTo>
                    <a:pt x="1596" y="2370"/>
                    <a:pt x="1977" y="1704"/>
                    <a:pt x="1667" y="1180"/>
                  </a:cubicBezTo>
                  <a:lnTo>
                    <a:pt x="9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271;p116">
              <a:extLst>
                <a:ext uri="{FF2B5EF4-FFF2-40B4-BE49-F238E27FC236}">
                  <a16:creationId xmlns:a16="http://schemas.microsoft.com/office/drawing/2014/main" id="{2DC9B7DB-FAF8-6BD0-4711-6250E7B95D81}"/>
                </a:ext>
              </a:extLst>
            </p:cNvPr>
            <p:cNvSpPr/>
            <p:nvPr/>
          </p:nvSpPr>
          <p:spPr>
            <a:xfrm>
              <a:off x="935825" y="3353525"/>
              <a:ext cx="49425" cy="59250"/>
            </a:xfrm>
            <a:custGeom>
              <a:avLst/>
              <a:gdLst/>
              <a:ahLst/>
              <a:cxnLst/>
              <a:rect l="l" t="t" r="r" b="b"/>
              <a:pathLst>
                <a:path w="1977" h="2370" extrusionOk="0">
                  <a:moveTo>
                    <a:pt x="988" y="0"/>
                  </a:moveTo>
                  <a:lnTo>
                    <a:pt x="298" y="1179"/>
                  </a:lnTo>
                  <a:cubicBezTo>
                    <a:pt x="0" y="1703"/>
                    <a:pt x="369" y="2370"/>
                    <a:pt x="988" y="2370"/>
                  </a:cubicBezTo>
                  <a:cubicBezTo>
                    <a:pt x="1596" y="2370"/>
                    <a:pt x="1977" y="1703"/>
                    <a:pt x="1667" y="1179"/>
                  </a:cubicBezTo>
                  <a:lnTo>
                    <a:pt x="9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272;p116">
              <a:extLst>
                <a:ext uri="{FF2B5EF4-FFF2-40B4-BE49-F238E27FC236}">
                  <a16:creationId xmlns:a16="http://schemas.microsoft.com/office/drawing/2014/main" id="{348AA453-0251-BFAA-E46A-89089C352DED}"/>
                </a:ext>
              </a:extLst>
            </p:cNvPr>
            <p:cNvSpPr/>
            <p:nvPr/>
          </p:nvSpPr>
          <p:spPr>
            <a:xfrm>
              <a:off x="935825" y="3476150"/>
              <a:ext cx="49425" cy="59250"/>
            </a:xfrm>
            <a:custGeom>
              <a:avLst/>
              <a:gdLst/>
              <a:ahLst/>
              <a:cxnLst/>
              <a:rect l="l" t="t" r="r" b="b"/>
              <a:pathLst>
                <a:path w="1977" h="2370" extrusionOk="0">
                  <a:moveTo>
                    <a:pt x="988" y="1"/>
                  </a:moveTo>
                  <a:lnTo>
                    <a:pt x="298" y="1191"/>
                  </a:lnTo>
                  <a:cubicBezTo>
                    <a:pt x="0" y="1715"/>
                    <a:pt x="369" y="2370"/>
                    <a:pt x="988" y="2370"/>
                  </a:cubicBezTo>
                  <a:cubicBezTo>
                    <a:pt x="1596" y="2370"/>
                    <a:pt x="1977" y="1715"/>
                    <a:pt x="1667" y="1191"/>
                  </a:cubicBezTo>
                  <a:lnTo>
                    <a:pt x="9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273;p116">
              <a:extLst>
                <a:ext uri="{FF2B5EF4-FFF2-40B4-BE49-F238E27FC236}">
                  <a16:creationId xmlns:a16="http://schemas.microsoft.com/office/drawing/2014/main" id="{BC10A995-4E92-03A9-2EDF-D29F2C8EBD40}"/>
                </a:ext>
              </a:extLst>
            </p:cNvPr>
            <p:cNvSpPr/>
            <p:nvPr/>
          </p:nvSpPr>
          <p:spPr>
            <a:xfrm>
              <a:off x="935825" y="3599075"/>
              <a:ext cx="49425" cy="59275"/>
            </a:xfrm>
            <a:custGeom>
              <a:avLst/>
              <a:gdLst/>
              <a:ahLst/>
              <a:cxnLst/>
              <a:rect l="l" t="t" r="r" b="b"/>
              <a:pathLst>
                <a:path w="1977" h="2371" extrusionOk="0">
                  <a:moveTo>
                    <a:pt x="988" y="1"/>
                  </a:moveTo>
                  <a:lnTo>
                    <a:pt x="298" y="1191"/>
                  </a:lnTo>
                  <a:cubicBezTo>
                    <a:pt x="0" y="1715"/>
                    <a:pt x="369" y="2370"/>
                    <a:pt x="988" y="2370"/>
                  </a:cubicBezTo>
                  <a:cubicBezTo>
                    <a:pt x="1596" y="2370"/>
                    <a:pt x="1977" y="1715"/>
                    <a:pt x="1667" y="1191"/>
                  </a:cubicBezTo>
                  <a:lnTo>
                    <a:pt x="9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274;p116">
              <a:extLst>
                <a:ext uri="{FF2B5EF4-FFF2-40B4-BE49-F238E27FC236}">
                  <a16:creationId xmlns:a16="http://schemas.microsoft.com/office/drawing/2014/main" id="{D7D8B130-902A-C741-1FEC-434DBF36E230}"/>
                </a:ext>
              </a:extLst>
            </p:cNvPr>
            <p:cNvSpPr/>
            <p:nvPr/>
          </p:nvSpPr>
          <p:spPr>
            <a:xfrm>
              <a:off x="935825" y="3722025"/>
              <a:ext cx="49425" cy="59250"/>
            </a:xfrm>
            <a:custGeom>
              <a:avLst/>
              <a:gdLst/>
              <a:ahLst/>
              <a:cxnLst/>
              <a:rect l="l" t="t" r="r" b="b"/>
              <a:pathLst>
                <a:path w="1977" h="2370" extrusionOk="0">
                  <a:moveTo>
                    <a:pt x="988" y="0"/>
                  </a:moveTo>
                  <a:lnTo>
                    <a:pt x="298" y="1179"/>
                  </a:lnTo>
                  <a:cubicBezTo>
                    <a:pt x="0" y="1715"/>
                    <a:pt x="369" y="2369"/>
                    <a:pt x="988" y="2369"/>
                  </a:cubicBezTo>
                  <a:cubicBezTo>
                    <a:pt x="1596" y="2369"/>
                    <a:pt x="1977" y="1715"/>
                    <a:pt x="1667" y="1179"/>
                  </a:cubicBezTo>
                  <a:lnTo>
                    <a:pt x="9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275;p116">
              <a:extLst>
                <a:ext uri="{FF2B5EF4-FFF2-40B4-BE49-F238E27FC236}">
                  <a16:creationId xmlns:a16="http://schemas.microsoft.com/office/drawing/2014/main" id="{76F5455D-8026-8676-2F8C-064A0C2EF49F}"/>
                </a:ext>
              </a:extLst>
            </p:cNvPr>
            <p:cNvSpPr/>
            <p:nvPr/>
          </p:nvSpPr>
          <p:spPr>
            <a:xfrm>
              <a:off x="935825" y="3844950"/>
              <a:ext cx="49425" cy="59250"/>
            </a:xfrm>
            <a:custGeom>
              <a:avLst/>
              <a:gdLst/>
              <a:ahLst/>
              <a:cxnLst/>
              <a:rect l="l" t="t" r="r" b="b"/>
              <a:pathLst>
                <a:path w="1977" h="2370" extrusionOk="0">
                  <a:moveTo>
                    <a:pt x="988" y="0"/>
                  </a:moveTo>
                  <a:lnTo>
                    <a:pt x="298" y="1179"/>
                  </a:lnTo>
                  <a:cubicBezTo>
                    <a:pt x="0" y="1703"/>
                    <a:pt x="369" y="2370"/>
                    <a:pt x="988" y="2370"/>
                  </a:cubicBezTo>
                  <a:cubicBezTo>
                    <a:pt x="1596" y="2370"/>
                    <a:pt x="1977" y="1703"/>
                    <a:pt x="1667" y="1179"/>
                  </a:cubicBezTo>
                  <a:lnTo>
                    <a:pt x="9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8" name="Google Shape;5276;p116">
              <a:extLst>
                <a:ext uri="{FF2B5EF4-FFF2-40B4-BE49-F238E27FC236}">
                  <a16:creationId xmlns:a16="http://schemas.microsoft.com/office/drawing/2014/main" id="{1320525D-38FF-4967-31C3-879D0C37C01F}"/>
                </a:ext>
              </a:extLst>
            </p:cNvPr>
            <p:cNvSpPr/>
            <p:nvPr/>
          </p:nvSpPr>
          <p:spPr>
            <a:xfrm>
              <a:off x="1039400" y="3291900"/>
              <a:ext cx="49450" cy="59250"/>
            </a:xfrm>
            <a:custGeom>
              <a:avLst/>
              <a:gdLst/>
              <a:ahLst/>
              <a:cxnLst/>
              <a:rect l="l" t="t" r="r" b="b"/>
              <a:pathLst>
                <a:path w="1978" h="2370" extrusionOk="0">
                  <a:moveTo>
                    <a:pt x="989" y="1"/>
                  </a:moveTo>
                  <a:lnTo>
                    <a:pt x="310" y="1191"/>
                  </a:lnTo>
                  <a:cubicBezTo>
                    <a:pt x="1" y="1715"/>
                    <a:pt x="382" y="2370"/>
                    <a:pt x="989" y="2370"/>
                  </a:cubicBezTo>
                  <a:cubicBezTo>
                    <a:pt x="1596" y="2370"/>
                    <a:pt x="1977" y="1715"/>
                    <a:pt x="1668" y="1191"/>
                  </a:cubicBezTo>
                  <a:lnTo>
                    <a:pt x="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9" name="Google Shape;5277;p116">
              <a:extLst>
                <a:ext uri="{FF2B5EF4-FFF2-40B4-BE49-F238E27FC236}">
                  <a16:creationId xmlns:a16="http://schemas.microsoft.com/office/drawing/2014/main" id="{3BE890F3-19BF-451A-843F-8DFF98021013}"/>
                </a:ext>
              </a:extLst>
            </p:cNvPr>
            <p:cNvSpPr/>
            <p:nvPr/>
          </p:nvSpPr>
          <p:spPr>
            <a:xfrm>
              <a:off x="1039400" y="3414825"/>
              <a:ext cx="49450" cy="59275"/>
            </a:xfrm>
            <a:custGeom>
              <a:avLst/>
              <a:gdLst/>
              <a:ahLst/>
              <a:cxnLst/>
              <a:rect l="l" t="t" r="r" b="b"/>
              <a:pathLst>
                <a:path w="1978" h="2371" extrusionOk="0">
                  <a:moveTo>
                    <a:pt x="989" y="1"/>
                  </a:moveTo>
                  <a:lnTo>
                    <a:pt x="310" y="1180"/>
                  </a:lnTo>
                  <a:cubicBezTo>
                    <a:pt x="1" y="1715"/>
                    <a:pt x="382" y="2370"/>
                    <a:pt x="989" y="2370"/>
                  </a:cubicBezTo>
                  <a:cubicBezTo>
                    <a:pt x="1596" y="2370"/>
                    <a:pt x="1977" y="1715"/>
                    <a:pt x="1668" y="1180"/>
                  </a:cubicBezTo>
                  <a:lnTo>
                    <a:pt x="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0" name="Google Shape;5278;p116">
              <a:extLst>
                <a:ext uri="{FF2B5EF4-FFF2-40B4-BE49-F238E27FC236}">
                  <a16:creationId xmlns:a16="http://schemas.microsoft.com/office/drawing/2014/main" id="{A9DA20B9-D540-37AE-36B7-ADF4CCAA4C81}"/>
                </a:ext>
              </a:extLst>
            </p:cNvPr>
            <p:cNvSpPr/>
            <p:nvPr/>
          </p:nvSpPr>
          <p:spPr>
            <a:xfrm>
              <a:off x="1039400" y="3537775"/>
              <a:ext cx="49450" cy="59250"/>
            </a:xfrm>
            <a:custGeom>
              <a:avLst/>
              <a:gdLst/>
              <a:ahLst/>
              <a:cxnLst/>
              <a:rect l="l" t="t" r="r" b="b"/>
              <a:pathLst>
                <a:path w="1978" h="2370" extrusionOk="0">
                  <a:moveTo>
                    <a:pt x="989" y="0"/>
                  </a:moveTo>
                  <a:lnTo>
                    <a:pt x="310" y="1179"/>
                  </a:lnTo>
                  <a:cubicBezTo>
                    <a:pt x="1" y="1703"/>
                    <a:pt x="382" y="2370"/>
                    <a:pt x="989" y="2370"/>
                  </a:cubicBezTo>
                  <a:cubicBezTo>
                    <a:pt x="1596" y="2370"/>
                    <a:pt x="1977" y="1703"/>
                    <a:pt x="1668" y="1179"/>
                  </a:cubicBezTo>
                  <a:lnTo>
                    <a:pt x="9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1" name="Google Shape;5279;p116">
              <a:extLst>
                <a:ext uri="{FF2B5EF4-FFF2-40B4-BE49-F238E27FC236}">
                  <a16:creationId xmlns:a16="http://schemas.microsoft.com/office/drawing/2014/main" id="{9F2B03EE-9390-1607-8A84-CB4FF01684E3}"/>
                </a:ext>
              </a:extLst>
            </p:cNvPr>
            <p:cNvSpPr/>
            <p:nvPr/>
          </p:nvSpPr>
          <p:spPr>
            <a:xfrm>
              <a:off x="1039400" y="3660700"/>
              <a:ext cx="49450" cy="59250"/>
            </a:xfrm>
            <a:custGeom>
              <a:avLst/>
              <a:gdLst/>
              <a:ahLst/>
              <a:cxnLst/>
              <a:rect l="l" t="t" r="r" b="b"/>
              <a:pathLst>
                <a:path w="1978" h="2370" extrusionOk="0">
                  <a:moveTo>
                    <a:pt x="989" y="0"/>
                  </a:moveTo>
                  <a:lnTo>
                    <a:pt x="310" y="1179"/>
                  </a:lnTo>
                  <a:cubicBezTo>
                    <a:pt x="1" y="1703"/>
                    <a:pt x="382" y="2370"/>
                    <a:pt x="989" y="2370"/>
                  </a:cubicBezTo>
                  <a:cubicBezTo>
                    <a:pt x="1596" y="2370"/>
                    <a:pt x="1977" y="1703"/>
                    <a:pt x="1668" y="1179"/>
                  </a:cubicBezTo>
                  <a:lnTo>
                    <a:pt x="9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2" name="Google Shape;5280;p116">
              <a:extLst>
                <a:ext uri="{FF2B5EF4-FFF2-40B4-BE49-F238E27FC236}">
                  <a16:creationId xmlns:a16="http://schemas.microsoft.com/office/drawing/2014/main" id="{8F2801A0-D3FF-C8B6-3271-EE1F0DF1A0D4}"/>
                </a:ext>
              </a:extLst>
            </p:cNvPr>
            <p:cNvSpPr/>
            <p:nvPr/>
          </p:nvSpPr>
          <p:spPr>
            <a:xfrm>
              <a:off x="1039400" y="3783325"/>
              <a:ext cx="49450" cy="59275"/>
            </a:xfrm>
            <a:custGeom>
              <a:avLst/>
              <a:gdLst/>
              <a:ahLst/>
              <a:cxnLst/>
              <a:rect l="l" t="t" r="r" b="b"/>
              <a:pathLst>
                <a:path w="1978" h="2371" extrusionOk="0">
                  <a:moveTo>
                    <a:pt x="989" y="1"/>
                  </a:moveTo>
                  <a:lnTo>
                    <a:pt x="310" y="1191"/>
                  </a:lnTo>
                  <a:cubicBezTo>
                    <a:pt x="1" y="1715"/>
                    <a:pt x="382" y="2370"/>
                    <a:pt x="989" y="2370"/>
                  </a:cubicBezTo>
                  <a:cubicBezTo>
                    <a:pt x="1596" y="2370"/>
                    <a:pt x="1977" y="1715"/>
                    <a:pt x="1668" y="1191"/>
                  </a:cubicBezTo>
                  <a:lnTo>
                    <a:pt x="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3" name="Google Shape;5281;p116">
              <a:extLst>
                <a:ext uri="{FF2B5EF4-FFF2-40B4-BE49-F238E27FC236}">
                  <a16:creationId xmlns:a16="http://schemas.microsoft.com/office/drawing/2014/main" id="{00B9BBC1-EE6A-30A7-3CF2-17D88D881785}"/>
                </a:ext>
              </a:extLst>
            </p:cNvPr>
            <p:cNvSpPr/>
            <p:nvPr/>
          </p:nvSpPr>
          <p:spPr>
            <a:xfrm>
              <a:off x="1143000" y="3230575"/>
              <a:ext cx="49425" cy="59275"/>
            </a:xfrm>
            <a:custGeom>
              <a:avLst/>
              <a:gdLst/>
              <a:ahLst/>
              <a:cxnLst/>
              <a:rect l="l" t="t" r="r" b="b"/>
              <a:pathLst>
                <a:path w="1977" h="2371" extrusionOk="0">
                  <a:moveTo>
                    <a:pt x="988" y="1"/>
                  </a:moveTo>
                  <a:lnTo>
                    <a:pt x="310" y="1180"/>
                  </a:lnTo>
                  <a:cubicBezTo>
                    <a:pt x="0" y="1704"/>
                    <a:pt x="381" y="2370"/>
                    <a:pt x="988" y="2370"/>
                  </a:cubicBezTo>
                  <a:cubicBezTo>
                    <a:pt x="1607" y="2370"/>
                    <a:pt x="1976" y="1704"/>
                    <a:pt x="1679" y="1180"/>
                  </a:cubicBezTo>
                  <a:lnTo>
                    <a:pt x="9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4" name="Google Shape;5282;p116">
              <a:extLst>
                <a:ext uri="{FF2B5EF4-FFF2-40B4-BE49-F238E27FC236}">
                  <a16:creationId xmlns:a16="http://schemas.microsoft.com/office/drawing/2014/main" id="{DDC4EB80-6E07-2E29-5381-78B9A4536DB9}"/>
                </a:ext>
              </a:extLst>
            </p:cNvPr>
            <p:cNvSpPr/>
            <p:nvPr/>
          </p:nvSpPr>
          <p:spPr>
            <a:xfrm>
              <a:off x="1143000" y="3353525"/>
              <a:ext cx="49425" cy="59250"/>
            </a:xfrm>
            <a:custGeom>
              <a:avLst/>
              <a:gdLst/>
              <a:ahLst/>
              <a:cxnLst/>
              <a:rect l="l" t="t" r="r" b="b"/>
              <a:pathLst>
                <a:path w="1977" h="2370" extrusionOk="0">
                  <a:moveTo>
                    <a:pt x="988" y="0"/>
                  </a:moveTo>
                  <a:lnTo>
                    <a:pt x="310" y="1179"/>
                  </a:lnTo>
                  <a:cubicBezTo>
                    <a:pt x="0" y="1703"/>
                    <a:pt x="381" y="2370"/>
                    <a:pt x="988" y="2370"/>
                  </a:cubicBezTo>
                  <a:cubicBezTo>
                    <a:pt x="1607" y="2370"/>
                    <a:pt x="1976" y="1703"/>
                    <a:pt x="1679" y="1179"/>
                  </a:cubicBezTo>
                  <a:lnTo>
                    <a:pt x="9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5" name="Google Shape;5283;p116">
              <a:extLst>
                <a:ext uri="{FF2B5EF4-FFF2-40B4-BE49-F238E27FC236}">
                  <a16:creationId xmlns:a16="http://schemas.microsoft.com/office/drawing/2014/main" id="{222329A1-52F0-DD92-96D1-FFC5D2A066E6}"/>
                </a:ext>
              </a:extLst>
            </p:cNvPr>
            <p:cNvSpPr/>
            <p:nvPr/>
          </p:nvSpPr>
          <p:spPr>
            <a:xfrm>
              <a:off x="1143000" y="3476150"/>
              <a:ext cx="49425" cy="59250"/>
            </a:xfrm>
            <a:custGeom>
              <a:avLst/>
              <a:gdLst/>
              <a:ahLst/>
              <a:cxnLst/>
              <a:rect l="l" t="t" r="r" b="b"/>
              <a:pathLst>
                <a:path w="1977" h="2370" extrusionOk="0">
                  <a:moveTo>
                    <a:pt x="988" y="1"/>
                  </a:moveTo>
                  <a:lnTo>
                    <a:pt x="310" y="1191"/>
                  </a:lnTo>
                  <a:cubicBezTo>
                    <a:pt x="0" y="1715"/>
                    <a:pt x="381" y="2370"/>
                    <a:pt x="988" y="2370"/>
                  </a:cubicBezTo>
                  <a:cubicBezTo>
                    <a:pt x="1607" y="2370"/>
                    <a:pt x="1976" y="1715"/>
                    <a:pt x="1679" y="1191"/>
                  </a:cubicBezTo>
                  <a:lnTo>
                    <a:pt x="9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6" name="Google Shape;5284;p116">
              <a:extLst>
                <a:ext uri="{FF2B5EF4-FFF2-40B4-BE49-F238E27FC236}">
                  <a16:creationId xmlns:a16="http://schemas.microsoft.com/office/drawing/2014/main" id="{CF5F2B3A-0871-894A-8472-F7620C527A0E}"/>
                </a:ext>
              </a:extLst>
            </p:cNvPr>
            <p:cNvSpPr/>
            <p:nvPr/>
          </p:nvSpPr>
          <p:spPr>
            <a:xfrm>
              <a:off x="1143000" y="3599075"/>
              <a:ext cx="49425" cy="59275"/>
            </a:xfrm>
            <a:custGeom>
              <a:avLst/>
              <a:gdLst/>
              <a:ahLst/>
              <a:cxnLst/>
              <a:rect l="l" t="t" r="r" b="b"/>
              <a:pathLst>
                <a:path w="1977" h="2371" extrusionOk="0">
                  <a:moveTo>
                    <a:pt x="988" y="1"/>
                  </a:moveTo>
                  <a:lnTo>
                    <a:pt x="310" y="1191"/>
                  </a:lnTo>
                  <a:cubicBezTo>
                    <a:pt x="0" y="1715"/>
                    <a:pt x="381" y="2370"/>
                    <a:pt x="988" y="2370"/>
                  </a:cubicBezTo>
                  <a:cubicBezTo>
                    <a:pt x="1607" y="2370"/>
                    <a:pt x="1976" y="1715"/>
                    <a:pt x="1679" y="1191"/>
                  </a:cubicBezTo>
                  <a:lnTo>
                    <a:pt x="9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7" name="Google Shape;5285;p116">
              <a:extLst>
                <a:ext uri="{FF2B5EF4-FFF2-40B4-BE49-F238E27FC236}">
                  <a16:creationId xmlns:a16="http://schemas.microsoft.com/office/drawing/2014/main" id="{068DE79C-F99D-14EF-22B4-F0B0F25110C4}"/>
                </a:ext>
              </a:extLst>
            </p:cNvPr>
            <p:cNvSpPr/>
            <p:nvPr/>
          </p:nvSpPr>
          <p:spPr>
            <a:xfrm>
              <a:off x="1143000" y="3722025"/>
              <a:ext cx="49425" cy="59250"/>
            </a:xfrm>
            <a:custGeom>
              <a:avLst/>
              <a:gdLst/>
              <a:ahLst/>
              <a:cxnLst/>
              <a:rect l="l" t="t" r="r" b="b"/>
              <a:pathLst>
                <a:path w="1977" h="2370" extrusionOk="0">
                  <a:moveTo>
                    <a:pt x="988" y="0"/>
                  </a:moveTo>
                  <a:lnTo>
                    <a:pt x="310" y="1179"/>
                  </a:lnTo>
                  <a:cubicBezTo>
                    <a:pt x="0" y="1715"/>
                    <a:pt x="381" y="2369"/>
                    <a:pt x="988" y="2369"/>
                  </a:cubicBezTo>
                  <a:cubicBezTo>
                    <a:pt x="1607" y="2369"/>
                    <a:pt x="1976" y="1715"/>
                    <a:pt x="1679" y="1179"/>
                  </a:cubicBezTo>
                  <a:lnTo>
                    <a:pt x="9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5286;p116">
              <a:extLst>
                <a:ext uri="{FF2B5EF4-FFF2-40B4-BE49-F238E27FC236}">
                  <a16:creationId xmlns:a16="http://schemas.microsoft.com/office/drawing/2014/main" id="{92D72AA9-E08E-88A3-A515-B0894309197D}"/>
                </a:ext>
              </a:extLst>
            </p:cNvPr>
            <p:cNvSpPr/>
            <p:nvPr/>
          </p:nvSpPr>
          <p:spPr>
            <a:xfrm>
              <a:off x="1143000" y="3844950"/>
              <a:ext cx="49425" cy="59250"/>
            </a:xfrm>
            <a:custGeom>
              <a:avLst/>
              <a:gdLst/>
              <a:ahLst/>
              <a:cxnLst/>
              <a:rect l="l" t="t" r="r" b="b"/>
              <a:pathLst>
                <a:path w="1977" h="2370" extrusionOk="0">
                  <a:moveTo>
                    <a:pt x="988" y="0"/>
                  </a:moveTo>
                  <a:lnTo>
                    <a:pt x="310" y="1179"/>
                  </a:lnTo>
                  <a:cubicBezTo>
                    <a:pt x="0" y="1703"/>
                    <a:pt x="381" y="2370"/>
                    <a:pt x="988" y="2370"/>
                  </a:cubicBezTo>
                  <a:cubicBezTo>
                    <a:pt x="1607" y="2370"/>
                    <a:pt x="1976" y="1703"/>
                    <a:pt x="1679" y="1179"/>
                  </a:cubicBezTo>
                  <a:lnTo>
                    <a:pt x="9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9" name="Google Shape;5287;p116">
              <a:extLst>
                <a:ext uri="{FF2B5EF4-FFF2-40B4-BE49-F238E27FC236}">
                  <a16:creationId xmlns:a16="http://schemas.microsoft.com/office/drawing/2014/main" id="{F127936E-68E9-D7B3-D988-BBF7848AD7BD}"/>
                </a:ext>
              </a:extLst>
            </p:cNvPr>
            <p:cNvSpPr/>
            <p:nvPr/>
          </p:nvSpPr>
          <p:spPr>
            <a:xfrm>
              <a:off x="1246875" y="3291900"/>
              <a:ext cx="49425" cy="59250"/>
            </a:xfrm>
            <a:custGeom>
              <a:avLst/>
              <a:gdLst/>
              <a:ahLst/>
              <a:cxnLst/>
              <a:rect l="l" t="t" r="r" b="b"/>
              <a:pathLst>
                <a:path w="1977" h="2370" extrusionOk="0">
                  <a:moveTo>
                    <a:pt x="989" y="1"/>
                  </a:moveTo>
                  <a:lnTo>
                    <a:pt x="298" y="1191"/>
                  </a:lnTo>
                  <a:cubicBezTo>
                    <a:pt x="0" y="1715"/>
                    <a:pt x="381" y="2370"/>
                    <a:pt x="989" y="2370"/>
                  </a:cubicBezTo>
                  <a:cubicBezTo>
                    <a:pt x="1596" y="2370"/>
                    <a:pt x="1977" y="1715"/>
                    <a:pt x="1667" y="1191"/>
                  </a:cubicBezTo>
                  <a:lnTo>
                    <a:pt x="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0" name="Google Shape;5288;p116">
              <a:extLst>
                <a:ext uri="{FF2B5EF4-FFF2-40B4-BE49-F238E27FC236}">
                  <a16:creationId xmlns:a16="http://schemas.microsoft.com/office/drawing/2014/main" id="{DB4F01DB-BA17-870E-BE59-3073E26D1971}"/>
                </a:ext>
              </a:extLst>
            </p:cNvPr>
            <p:cNvSpPr/>
            <p:nvPr/>
          </p:nvSpPr>
          <p:spPr>
            <a:xfrm>
              <a:off x="1246875" y="3414825"/>
              <a:ext cx="49425" cy="59275"/>
            </a:xfrm>
            <a:custGeom>
              <a:avLst/>
              <a:gdLst/>
              <a:ahLst/>
              <a:cxnLst/>
              <a:rect l="l" t="t" r="r" b="b"/>
              <a:pathLst>
                <a:path w="1977" h="2371" extrusionOk="0">
                  <a:moveTo>
                    <a:pt x="989" y="1"/>
                  </a:moveTo>
                  <a:lnTo>
                    <a:pt x="298" y="1180"/>
                  </a:lnTo>
                  <a:cubicBezTo>
                    <a:pt x="0" y="1715"/>
                    <a:pt x="381" y="2370"/>
                    <a:pt x="989" y="2370"/>
                  </a:cubicBezTo>
                  <a:cubicBezTo>
                    <a:pt x="1596" y="2370"/>
                    <a:pt x="1977" y="1715"/>
                    <a:pt x="1667" y="1180"/>
                  </a:cubicBezTo>
                  <a:lnTo>
                    <a:pt x="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1" name="Google Shape;5289;p116">
              <a:extLst>
                <a:ext uri="{FF2B5EF4-FFF2-40B4-BE49-F238E27FC236}">
                  <a16:creationId xmlns:a16="http://schemas.microsoft.com/office/drawing/2014/main" id="{A5F75B27-342E-23DD-293A-CAF9DA04CB5B}"/>
                </a:ext>
              </a:extLst>
            </p:cNvPr>
            <p:cNvSpPr/>
            <p:nvPr/>
          </p:nvSpPr>
          <p:spPr>
            <a:xfrm>
              <a:off x="1246875" y="3537775"/>
              <a:ext cx="49425" cy="59250"/>
            </a:xfrm>
            <a:custGeom>
              <a:avLst/>
              <a:gdLst/>
              <a:ahLst/>
              <a:cxnLst/>
              <a:rect l="l" t="t" r="r" b="b"/>
              <a:pathLst>
                <a:path w="1977" h="2370" extrusionOk="0">
                  <a:moveTo>
                    <a:pt x="989" y="0"/>
                  </a:moveTo>
                  <a:lnTo>
                    <a:pt x="298" y="1179"/>
                  </a:lnTo>
                  <a:cubicBezTo>
                    <a:pt x="0" y="1703"/>
                    <a:pt x="381" y="2370"/>
                    <a:pt x="989" y="2370"/>
                  </a:cubicBezTo>
                  <a:cubicBezTo>
                    <a:pt x="1596" y="2370"/>
                    <a:pt x="1977" y="1703"/>
                    <a:pt x="1667" y="1179"/>
                  </a:cubicBezTo>
                  <a:lnTo>
                    <a:pt x="9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2" name="Google Shape;5290;p116">
              <a:extLst>
                <a:ext uri="{FF2B5EF4-FFF2-40B4-BE49-F238E27FC236}">
                  <a16:creationId xmlns:a16="http://schemas.microsoft.com/office/drawing/2014/main" id="{C28DCAAF-3C8B-4F72-1CB9-50FF314332BF}"/>
                </a:ext>
              </a:extLst>
            </p:cNvPr>
            <p:cNvSpPr/>
            <p:nvPr/>
          </p:nvSpPr>
          <p:spPr>
            <a:xfrm>
              <a:off x="1246875" y="3660700"/>
              <a:ext cx="49425" cy="59250"/>
            </a:xfrm>
            <a:custGeom>
              <a:avLst/>
              <a:gdLst/>
              <a:ahLst/>
              <a:cxnLst/>
              <a:rect l="l" t="t" r="r" b="b"/>
              <a:pathLst>
                <a:path w="1977" h="2370" extrusionOk="0">
                  <a:moveTo>
                    <a:pt x="989" y="0"/>
                  </a:moveTo>
                  <a:lnTo>
                    <a:pt x="298" y="1179"/>
                  </a:lnTo>
                  <a:cubicBezTo>
                    <a:pt x="0" y="1703"/>
                    <a:pt x="381" y="2370"/>
                    <a:pt x="989" y="2370"/>
                  </a:cubicBezTo>
                  <a:cubicBezTo>
                    <a:pt x="1596" y="2370"/>
                    <a:pt x="1977" y="1703"/>
                    <a:pt x="1667" y="1179"/>
                  </a:cubicBezTo>
                  <a:lnTo>
                    <a:pt x="9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3" name="Google Shape;5291;p116">
              <a:extLst>
                <a:ext uri="{FF2B5EF4-FFF2-40B4-BE49-F238E27FC236}">
                  <a16:creationId xmlns:a16="http://schemas.microsoft.com/office/drawing/2014/main" id="{51665359-A9EE-41D0-57E5-39B523C54C2D}"/>
                </a:ext>
              </a:extLst>
            </p:cNvPr>
            <p:cNvSpPr/>
            <p:nvPr/>
          </p:nvSpPr>
          <p:spPr>
            <a:xfrm>
              <a:off x="1246875" y="3783325"/>
              <a:ext cx="49425" cy="59275"/>
            </a:xfrm>
            <a:custGeom>
              <a:avLst/>
              <a:gdLst/>
              <a:ahLst/>
              <a:cxnLst/>
              <a:rect l="l" t="t" r="r" b="b"/>
              <a:pathLst>
                <a:path w="1977" h="2371" extrusionOk="0">
                  <a:moveTo>
                    <a:pt x="989" y="1"/>
                  </a:moveTo>
                  <a:lnTo>
                    <a:pt x="298" y="1191"/>
                  </a:lnTo>
                  <a:cubicBezTo>
                    <a:pt x="0" y="1715"/>
                    <a:pt x="381" y="2370"/>
                    <a:pt x="989" y="2370"/>
                  </a:cubicBezTo>
                  <a:cubicBezTo>
                    <a:pt x="1596" y="2370"/>
                    <a:pt x="1977" y="1715"/>
                    <a:pt x="1667" y="1191"/>
                  </a:cubicBezTo>
                  <a:lnTo>
                    <a:pt x="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4" name="Google Shape;5292;p116">
              <a:extLst>
                <a:ext uri="{FF2B5EF4-FFF2-40B4-BE49-F238E27FC236}">
                  <a16:creationId xmlns:a16="http://schemas.microsoft.com/office/drawing/2014/main" id="{32C69C1C-BCC2-8B90-1E94-39BD1E021584}"/>
                </a:ext>
              </a:extLst>
            </p:cNvPr>
            <p:cNvSpPr/>
            <p:nvPr/>
          </p:nvSpPr>
          <p:spPr>
            <a:xfrm>
              <a:off x="1350450" y="3230575"/>
              <a:ext cx="49450" cy="59275"/>
            </a:xfrm>
            <a:custGeom>
              <a:avLst/>
              <a:gdLst/>
              <a:ahLst/>
              <a:cxnLst/>
              <a:rect l="l" t="t" r="r" b="b"/>
              <a:pathLst>
                <a:path w="1978" h="2371" extrusionOk="0">
                  <a:moveTo>
                    <a:pt x="989" y="1"/>
                  </a:moveTo>
                  <a:lnTo>
                    <a:pt x="310" y="1180"/>
                  </a:lnTo>
                  <a:cubicBezTo>
                    <a:pt x="1" y="1704"/>
                    <a:pt x="382" y="2370"/>
                    <a:pt x="989" y="2370"/>
                  </a:cubicBezTo>
                  <a:cubicBezTo>
                    <a:pt x="1596" y="2370"/>
                    <a:pt x="1977" y="1704"/>
                    <a:pt x="1679" y="1180"/>
                  </a:cubicBezTo>
                  <a:lnTo>
                    <a:pt x="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5" name="Google Shape;5293;p116">
              <a:extLst>
                <a:ext uri="{FF2B5EF4-FFF2-40B4-BE49-F238E27FC236}">
                  <a16:creationId xmlns:a16="http://schemas.microsoft.com/office/drawing/2014/main" id="{E7FA1048-0F7B-0BE6-34A1-36A5181EED7C}"/>
                </a:ext>
              </a:extLst>
            </p:cNvPr>
            <p:cNvSpPr/>
            <p:nvPr/>
          </p:nvSpPr>
          <p:spPr>
            <a:xfrm>
              <a:off x="1350450" y="3353525"/>
              <a:ext cx="49450" cy="59250"/>
            </a:xfrm>
            <a:custGeom>
              <a:avLst/>
              <a:gdLst/>
              <a:ahLst/>
              <a:cxnLst/>
              <a:rect l="l" t="t" r="r" b="b"/>
              <a:pathLst>
                <a:path w="1978" h="2370" extrusionOk="0">
                  <a:moveTo>
                    <a:pt x="989" y="0"/>
                  </a:moveTo>
                  <a:lnTo>
                    <a:pt x="310" y="1179"/>
                  </a:lnTo>
                  <a:cubicBezTo>
                    <a:pt x="1" y="1703"/>
                    <a:pt x="382" y="2370"/>
                    <a:pt x="989" y="2370"/>
                  </a:cubicBezTo>
                  <a:cubicBezTo>
                    <a:pt x="1596" y="2370"/>
                    <a:pt x="1977" y="1703"/>
                    <a:pt x="1679" y="1179"/>
                  </a:cubicBezTo>
                  <a:lnTo>
                    <a:pt x="9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6" name="Google Shape;5294;p116">
              <a:extLst>
                <a:ext uri="{FF2B5EF4-FFF2-40B4-BE49-F238E27FC236}">
                  <a16:creationId xmlns:a16="http://schemas.microsoft.com/office/drawing/2014/main" id="{2F5611A8-8B62-C6C2-DF18-935F06EA8443}"/>
                </a:ext>
              </a:extLst>
            </p:cNvPr>
            <p:cNvSpPr/>
            <p:nvPr/>
          </p:nvSpPr>
          <p:spPr>
            <a:xfrm>
              <a:off x="1350450" y="3476150"/>
              <a:ext cx="49450" cy="59250"/>
            </a:xfrm>
            <a:custGeom>
              <a:avLst/>
              <a:gdLst/>
              <a:ahLst/>
              <a:cxnLst/>
              <a:rect l="l" t="t" r="r" b="b"/>
              <a:pathLst>
                <a:path w="1978" h="2370" extrusionOk="0">
                  <a:moveTo>
                    <a:pt x="989" y="1"/>
                  </a:moveTo>
                  <a:lnTo>
                    <a:pt x="310" y="1191"/>
                  </a:lnTo>
                  <a:cubicBezTo>
                    <a:pt x="1" y="1715"/>
                    <a:pt x="382" y="2370"/>
                    <a:pt x="989" y="2370"/>
                  </a:cubicBezTo>
                  <a:cubicBezTo>
                    <a:pt x="1596" y="2370"/>
                    <a:pt x="1977" y="1715"/>
                    <a:pt x="1679" y="1191"/>
                  </a:cubicBezTo>
                  <a:lnTo>
                    <a:pt x="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7" name="Google Shape;5295;p116">
              <a:extLst>
                <a:ext uri="{FF2B5EF4-FFF2-40B4-BE49-F238E27FC236}">
                  <a16:creationId xmlns:a16="http://schemas.microsoft.com/office/drawing/2014/main" id="{3E3CA90D-CDD3-4259-6E02-0AD6143B1812}"/>
                </a:ext>
              </a:extLst>
            </p:cNvPr>
            <p:cNvSpPr/>
            <p:nvPr/>
          </p:nvSpPr>
          <p:spPr>
            <a:xfrm>
              <a:off x="1350450" y="3599075"/>
              <a:ext cx="49450" cy="59275"/>
            </a:xfrm>
            <a:custGeom>
              <a:avLst/>
              <a:gdLst/>
              <a:ahLst/>
              <a:cxnLst/>
              <a:rect l="l" t="t" r="r" b="b"/>
              <a:pathLst>
                <a:path w="1978" h="2371" extrusionOk="0">
                  <a:moveTo>
                    <a:pt x="989" y="1"/>
                  </a:moveTo>
                  <a:lnTo>
                    <a:pt x="310" y="1191"/>
                  </a:lnTo>
                  <a:cubicBezTo>
                    <a:pt x="1" y="1715"/>
                    <a:pt x="382" y="2370"/>
                    <a:pt x="989" y="2370"/>
                  </a:cubicBezTo>
                  <a:cubicBezTo>
                    <a:pt x="1596" y="2370"/>
                    <a:pt x="1977" y="1715"/>
                    <a:pt x="1679" y="1191"/>
                  </a:cubicBezTo>
                  <a:lnTo>
                    <a:pt x="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8" name="Google Shape;5296;p116">
              <a:extLst>
                <a:ext uri="{FF2B5EF4-FFF2-40B4-BE49-F238E27FC236}">
                  <a16:creationId xmlns:a16="http://schemas.microsoft.com/office/drawing/2014/main" id="{5AE211A7-96A2-1F56-B141-16C0DC737F1F}"/>
                </a:ext>
              </a:extLst>
            </p:cNvPr>
            <p:cNvSpPr/>
            <p:nvPr/>
          </p:nvSpPr>
          <p:spPr>
            <a:xfrm>
              <a:off x="1350450" y="3722025"/>
              <a:ext cx="49450" cy="59250"/>
            </a:xfrm>
            <a:custGeom>
              <a:avLst/>
              <a:gdLst/>
              <a:ahLst/>
              <a:cxnLst/>
              <a:rect l="l" t="t" r="r" b="b"/>
              <a:pathLst>
                <a:path w="1978" h="2370" extrusionOk="0">
                  <a:moveTo>
                    <a:pt x="989" y="0"/>
                  </a:moveTo>
                  <a:lnTo>
                    <a:pt x="310" y="1179"/>
                  </a:lnTo>
                  <a:cubicBezTo>
                    <a:pt x="1" y="1715"/>
                    <a:pt x="382" y="2369"/>
                    <a:pt x="989" y="2369"/>
                  </a:cubicBezTo>
                  <a:cubicBezTo>
                    <a:pt x="1596" y="2369"/>
                    <a:pt x="1977" y="1715"/>
                    <a:pt x="1679" y="1179"/>
                  </a:cubicBezTo>
                  <a:lnTo>
                    <a:pt x="9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9" name="Google Shape;5297;p116">
              <a:extLst>
                <a:ext uri="{FF2B5EF4-FFF2-40B4-BE49-F238E27FC236}">
                  <a16:creationId xmlns:a16="http://schemas.microsoft.com/office/drawing/2014/main" id="{D9561611-0676-0CB0-59AA-094C1AA25B86}"/>
                </a:ext>
              </a:extLst>
            </p:cNvPr>
            <p:cNvSpPr/>
            <p:nvPr/>
          </p:nvSpPr>
          <p:spPr>
            <a:xfrm>
              <a:off x="1350450" y="3844950"/>
              <a:ext cx="49450" cy="59250"/>
            </a:xfrm>
            <a:custGeom>
              <a:avLst/>
              <a:gdLst/>
              <a:ahLst/>
              <a:cxnLst/>
              <a:rect l="l" t="t" r="r" b="b"/>
              <a:pathLst>
                <a:path w="1978" h="2370" extrusionOk="0">
                  <a:moveTo>
                    <a:pt x="989" y="0"/>
                  </a:moveTo>
                  <a:lnTo>
                    <a:pt x="310" y="1179"/>
                  </a:lnTo>
                  <a:cubicBezTo>
                    <a:pt x="1" y="1703"/>
                    <a:pt x="382" y="2370"/>
                    <a:pt x="989" y="2370"/>
                  </a:cubicBezTo>
                  <a:cubicBezTo>
                    <a:pt x="1596" y="2370"/>
                    <a:pt x="1977" y="1703"/>
                    <a:pt x="1679" y="1179"/>
                  </a:cubicBezTo>
                  <a:lnTo>
                    <a:pt x="9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0" name="Google Shape;5298;p116">
              <a:extLst>
                <a:ext uri="{FF2B5EF4-FFF2-40B4-BE49-F238E27FC236}">
                  <a16:creationId xmlns:a16="http://schemas.microsoft.com/office/drawing/2014/main" id="{C2AE6CEE-5050-9B9E-C3EB-912EBABE3AED}"/>
                </a:ext>
              </a:extLst>
            </p:cNvPr>
            <p:cNvSpPr/>
            <p:nvPr/>
          </p:nvSpPr>
          <p:spPr>
            <a:xfrm>
              <a:off x="1454325" y="3291900"/>
              <a:ext cx="49450" cy="59250"/>
            </a:xfrm>
            <a:custGeom>
              <a:avLst/>
              <a:gdLst/>
              <a:ahLst/>
              <a:cxnLst/>
              <a:rect l="l" t="t" r="r" b="b"/>
              <a:pathLst>
                <a:path w="1978" h="2370" extrusionOk="0">
                  <a:moveTo>
                    <a:pt x="989" y="1"/>
                  </a:moveTo>
                  <a:lnTo>
                    <a:pt x="299" y="1191"/>
                  </a:lnTo>
                  <a:cubicBezTo>
                    <a:pt x="1" y="1715"/>
                    <a:pt x="382" y="2370"/>
                    <a:pt x="989" y="2370"/>
                  </a:cubicBezTo>
                  <a:cubicBezTo>
                    <a:pt x="1596" y="2370"/>
                    <a:pt x="1977" y="1715"/>
                    <a:pt x="1668" y="1191"/>
                  </a:cubicBezTo>
                  <a:lnTo>
                    <a:pt x="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1" name="Google Shape;5299;p116">
              <a:extLst>
                <a:ext uri="{FF2B5EF4-FFF2-40B4-BE49-F238E27FC236}">
                  <a16:creationId xmlns:a16="http://schemas.microsoft.com/office/drawing/2014/main" id="{CA3FF405-8F45-0B7C-9B7D-C40D9C66EEA1}"/>
                </a:ext>
              </a:extLst>
            </p:cNvPr>
            <p:cNvSpPr/>
            <p:nvPr/>
          </p:nvSpPr>
          <p:spPr>
            <a:xfrm>
              <a:off x="1454325" y="3414825"/>
              <a:ext cx="49450" cy="59275"/>
            </a:xfrm>
            <a:custGeom>
              <a:avLst/>
              <a:gdLst/>
              <a:ahLst/>
              <a:cxnLst/>
              <a:rect l="l" t="t" r="r" b="b"/>
              <a:pathLst>
                <a:path w="1978" h="2371" extrusionOk="0">
                  <a:moveTo>
                    <a:pt x="989" y="1"/>
                  </a:moveTo>
                  <a:lnTo>
                    <a:pt x="299" y="1180"/>
                  </a:lnTo>
                  <a:cubicBezTo>
                    <a:pt x="1" y="1715"/>
                    <a:pt x="382" y="2370"/>
                    <a:pt x="989" y="2370"/>
                  </a:cubicBezTo>
                  <a:cubicBezTo>
                    <a:pt x="1596" y="2370"/>
                    <a:pt x="1977" y="1715"/>
                    <a:pt x="1668" y="1180"/>
                  </a:cubicBezTo>
                  <a:lnTo>
                    <a:pt x="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2" name="Google Shape;5300;p116">
              <a:extLst>
                <a:ext uri="{FF2B5EF4-FFF2-40B4-BE49-F238E27FC236}">
                  <a16:creationId xmlns:a16="http://schemas.microsoft.com/office/drawing/2014/main" id="{32782386-63B0-03D3-75FE-0471D187050A}"/>
                </a:ext>
              </a:extLst>
            </p:cNvPr>
            <p:cNvSpPr/>
            <p:nvPr/>
          </p:nvSpPr>
          <p:spPr>
            <a:xfrm>
              <a:off x="1454325" y="3537775"/>
              <a:ext cx="49450" cy="59250"/>
            </a:xfrm>
            <a:custGeom>
              <a:avLst/>
              <a:gdLst/>
              <a:ahLst/>
              <a:cxnLst/>
              <a:rect l="l" t="t" r="r" b="b"/>
              <a:pathLst>
                <a:path w="1978" h="2370" extrusionOk="0">
                  <a:moveTo>
                    <a:pt x="989" y="0"/>
                  </a:moveTo>
                  <a:lnTo>
                    <a:pt x="299" y="1179"/>
                  </a:lnTo>
                  <a:cubicBezTo>
                    <a:pt x="1" y="1703"/>
                    <a:pt x="382" y="2370"/>
                    <a:pt x="989" y="2370"/>
                  </a:cubicBezTo>
                  <a:cubicBezTo>
                    <a:pt x="1596" y="2370"/>
                    <a:pt x="1977" y="1703"/>
                    <a:pt x="1668" y="1179"/>
                  </a:cubicBezTo>
                  <a:lnTo>
                    <a:pt x="9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3" name="Google Shape;5301;p116">
              <a:extLst>
                <a:ext uri="{FF2B5EF4-FFF2-40B4-BE49-F238E27FC236}">
                  <a16:creationId xmlns:a16="http://schemas.microsoft.com/office/drawing/2014/main" id="{04073BA0-E396-692A-409B-FEE9479999AB}"/>
                </a:ext>
              </a:extLst>
            </p:cNvPr>
            <p:cNvSpPr/>
            <p:nvPr/>
          </p:nvSpPr>
          <p:spPr>
            <a:xfrm>
              <a:off x="1454325" y="3660700"/>
              <a:ext cx="49450" cy="59250"/>
            </a:xfrm>
            <a:custGeom>
              <a:avLst/>
              <a:gdLst/>
              <a:ahLst/>
              <a:cxnLst/>
              <a:rect l="l" t="t" r="r" b="b"/>
              <a:pathLst>
                <a:path w="1978" h="2370" extrusionOk="0">
                  <a:moveTo>
                    <a:pt x="989" y="0"/>
                  </a:moveTo>
                  <a:lnTo>
                    <a:pt x="299" y="1179"/>
                  </a:lnTo>
                  <a:cubicBezTo>
                    <a:pt x="1" y="1703"/>
                    <a:pt x="382" y="2370"/>
                    <a:pt x="989" y="2370"/>
                  </a:cubicBezTo>
                  <a:cubicBezTo>
                    <a:pt x="1596" y="2370"/>
                    <a:pt x="1977" y="1703"/>
                    <a:pt x="1668" y="1179"/>
                  </a:cubicBezTo>
                  <a:lnTo>
                    <a:pt x="9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4" name="Google Shape;5302;p116">
              <a:extLst>
                <a:ext uri="{FF2B5EF4-FFF2-40B4-BE49-F238E27FC236}">
                  <a16:creationId xmlns:a16="http://schemas.microsoft.com/office/drawing/2014/main" id="{802F4D59-FBC2-7A0F-9692-06584113E8AC}"/>
                </a:ext>
              </a:extLst>
            </p:cNvPr>
            <p:cNvSpPr/>
            <p:nvPr/>
          </p:nvSpPr>
          <p:spPr>
            <a:xfrm>
              <a:off x="1454325" y="3783325"/>
              <a:ext cx="49450" cy="59275"/>
            </a:xfrm>
            <a:custGeom>
              <a:avLst/>
              <a:gdLst/>
              <a:ahLst/>
              <a:cxnLst/>
              <a:rect l="l" t="t" r="r" b="b"/>
              <a:pathLst>
                <a:path w="1978" h="2371" extrusionOk="0">
                  <a:moveTo>
                    <a:pt x="989" y="1"/>
                  </a:moveTo>
                  <a:lnTo>
                    <a:pt x="299" y="1191"/>
                  </a:lnTo>
                  <a:cubicBezTo>
                    <a:pt x="1" y="1715"/>
                    <a:pt x="382" y="2370"/>
                    <a:pt x="989" y="2370"/>
                  </a:cubicBezTo>
                  <a:cubicBezTo>
                    <a:pt x="1596" y="2370"/>
                    <a:pt x="1977" y="1715"/>
                    <a:pt x="1668" y="1191"/>
                  </a:cubicBezTo>
                  <a:lnTo>
                    <a:pt x="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5" name="Google Shape;5303;p116">
              <a:extLst>
                <a:ext uri="{FF2B5EF4-FFF2-40B4-BE49-F238E27FC236}">
                  <a16:creationId xmlns:a16="http://schemas.microsoft.com/office/drawing/2014/main" id="{8775F572-9F59-BDFE-B274-8C546C22B131}"/>
                </a:ext>
              </a:extLst>
            </p:cNvPr>
            <p:cNvSpPr/>
            <p:nvPr/>
          </p:nvSpPr>
          <p:spPr>
            <a:xfrm>
              <a:off x="1589775" y="2873400"/>
              <a:ext cx="49425" cy="59250"/>
            </a:xfrm>
            <a:custGeom>
              <a:avLst/>
              <a:gdLst/>
              <a:ahLst/>
              <a:cxnLst/>
              <a:rect l="l" t="t" r="r" b="b"/>
              <a:pathLst>
                <a:path w="1977" h="2370" extrusionOk="0">
                  <a:moveTo>
                    <a:pt x="989" y="0"/>
                  </a:moveTo>
                  <a:lnTo>
                    <a:pt x="298" y="1191"/>
                  </a:lnTo>
                  <a:cubicBezTo>
                    <a:pt x="0" y="1715"/>
                    <a:pt x="369" y="2370"/>
                    <a:pt x="989" y="2370"/>
                  </a:cubicBezTo>
                  <a:cubicBezTo>
                    <a:pt x="1596" y="2370"/>
                    <a:pt x="1977" y="1715"/>
                    <a:pt x="1667" y="1191"/>
                  </a:cubicBezTo>
                  <a:lnTo>
                    <a:pt x="9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6" name="Google Shape;5304;p116">
              <a:extLst>
                <a:ext uri="{FF2B5EF4-FFF2-40B4-BE49-F238E27FC236}">
                  <a16:creationId xmlns:a16="http://schemas.microsoft.com/office/drawing/2014/main" id="{A01D3BE4-01DA-C147-6399-1AE8015CC970}"/>
                </a:ext>
              </a:extLst>
            </p:cNvPr>
            <p:cNvSpPr/>
            <p:nvPr/>
          </p:nvSpPr>
          <p:spPr>
            <a:xfrm>
              <a:off x="1589775" y="2996325"/>
              <a:ext cx="49425" cy="59275"/>
            </a:xfrm>
            <a:custGeom>
              <a:avLst/>
              <a:gdLst/>
              <a:ahLst/>
              <a:cxnLst/>
              <a:rect l="l" t="t" r="r" b="b"/>
              <a:pathLst>
                <a:path w="1977" h="2371" extrusionOk="0">
                  <a:moveTo>
                    <a:pt x="989" y="1"/>
                  </a:moveTo>
                  <a:lnTo>
                    <a:pt x="298" y="1179"/>
                  </a:lnTo>
                  <a:cubicBezTo>
                    <a:pt x="0" y="1715"/>
                    <a:pt x="369" y="2370"/>
                    <a:pt x="989" y="2370"/>
                  </a:cubicBezTo>
                  <a:cubicBezTo>
                    <a:pt x="1596" y="2370"/>
                    <a:pt x="1977" y="1715"/>
                    <a:pt x="1667" y="1179"/>
                  </a:cubicBezTo>
                  <a:lnTo>
                    <a:pt x="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7" name="Google Shape;5305;p116">
              <a:extLst>
                <a:ext uri="{FF2B5EF4-FFF2-40B4-BE49-F238E27FC236}">
                  <a16:creationId xmlns:a16="http://schemas.microsoft.com/office/drawing/2014/main" id="{9A93A2CD-7978-B12B-7E17-7147EE9BB7C8}"/>
                </a:ext>
              </a:extLst>
            </p:cNvPr>
            <p:cNvSpPr/>
            <p:nvPr/>
          </p:nvSpPr>
          <p:spPr>
            <a:xfrm>
              <a:off x="1589775" y="3119275"/>
              <a:ext cx="49425" cy="59250"/>
            </a:xfrm>
            <a:custGeom>
              <a:avLst/>
              <a:gdLst/>
              <a:ahLst/>
              <a:cxnLst/>
              <a:rect l="l" t="t" r="r" b="b"/>
              <a:pathLst>
                <a:path w="1977" h="2370" extrusionOk="0">
                  <a:moveTo>
                    <a:pt x="989" y="0"/>
                  </a:moveTo>
                  <a:lnTo>
                    <a:pt x="298" y="1179"/>
                  </a:lnTo>
                  <a:cubicBezTo>
                    <a:pt x="0" y="1703"/>
                    <a:pt x="369" y="2369"/>
                    <a:pt x="989" y="2369"/>
                  </a:cubicBezTo>
                  <a:cubicBezTo>
                    <a:pt x="1596" y="2369"/>
                    <a:pt x="1977" y="1703"/>
                    <a:pt x="1667" y="1179"/>
                  </a:cubicBezTo>
                  <a:lnTo>
                    <a:pt x="9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8" name="Google Shape;5306;p116">
              <a:extLst>
                <a:ext uri="{FF2B5EF4-FFF2-40B4-BE49-F238E27FC236}">
                  <a16:creationId xmlns:a16="http://schemas.microsoft.com/office/drawing/2014/main" id="{1D1C4F7D-F304-CA4D-D059-154A22FEE9DE}"/>
                </a:ext>
              </a:extLst>
            </p:cNvPr>
            <p:cNvSpPr/>
            <p:nvPr/>
          </p:nvSpPr>
          <p:spPr>
            <a:xfrm>
              <a:off x="1589775" y="3241900"/>
              <a:ext cx="49425" cy="59250"/>
            </a:xfrm>
            <a:custGeom>
              <a:avLst/>
              <a:gdLst/>
              <a:ahLst/>
              <a:cxnLst/>
              <a:rect l="l" t="t" r="r" b="b"/>
              <a:pathLst>
                <a:path w="1977" h="2370" extrusionOk="0">
                  <a:moveTo>
                    <a:pt x="989" y="0"/>
                  </a:moveTo>
                  <a:lnTo>
                    <a:pt x="298" y="1191"/>
                  </a:lnTo>
                  <a:cubicBezTo>
                    <a:pt x="0" y="1715"/>
                    <a:pt x="369" y="2370"/>
                    <a:pt x="989" y="2370"/>
                  </a:cubicBezTo>
                  <a:cubicBezTo>
                    <a:pt x="1596" y="2370"/>
                    <a:pt x="1977" y="1715"/>
                    <a:pt x="1667" y="1191"/>
                  </a:cubicBezTo>
                  <a:lnTo>
                    <a:pt x="9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9" name="Google Shape;5307;p116">
              <a:extLst>
                <a:ext uri="{FF2B5EF4-FFF2-40B4-BE49-F238E27FC236}">
                  <a16:creationId xmlns:a16="http://schemas.microsoft.com/office/drawing/2014/main" id="{481C82D9-815B-8CAA-D336-32C2B9C031D5}"/>
                </a:ext>
              </a:extLst>
            </p:cNvPr>
            <p:cNvSpPr/>
            <p:nvPr/>
          </p:nvSpPr>
          <p:spPr>
            <a:xfrm>
              <a:off x="1589775" y="3364825"/>
              <a:ext cx="49425" cy="59250"/>
            </a:xfrm>
            <a:custGeom>
              <a:avLst/>
              <a:gdLst/>
              <a:ahLst/>
              <a:cxnLst/>
              <a:rect l="l" t="t" r="r" b="b"/>
              <a:pathLst>
                <a:path w="1977" h="2370" extrusionOk="0">
                  <a:moveTo>
                    <a:pt x="989" y="1"/>
                  </a:moveTo>
                  <a:lnTo>
                    <a:pt x="298" y="1191"/>
                  </a:lnTo>
                  <a:cubicBezTo>
                    <a:pt x="0" y="1715"/>
                    <a:pt x="369" y="2370"/>
                    <a:pt x="989" y="2370"/>
                  </a:cubicBezTo>
                  <a:cubicBezTo>
                    <a:pt x="1596" y="2370"/>
                    <a:pt x="1977" y="1715"/>
                    <a:pt x="1667" y="1191"/>
                  </a:cubicBezTo>
                  <a:lnTo>
                    <a:pt x="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0" name="Google Shape;5308;p116">
              <a:extLst>
                <a:ext uri="{FF2B5EF4-FFF2-40B4-BE49-F238E27FC236}">
                  <a16:creationId xmlns:a16="http://schemas.microsoft.com/office/drawing/2014/main" id="{6EB4A3FF-065F-3A74-5749-301F31F6EECD}"/>
                </a:ext>
              </a:extLst>
            </p:cNvPr>
            <p:cNvSpPr/>
            <p:nvPr/>
          </p:nvSpPr>
          <p:spPr>
            <a:xfrm>
              <a:off x="1589775" y="3487750"/>
              <a:ext cx="49425" cy="59275"/>
            </a:xfrm>
            <a:custGeom>
              <a:avLst/>
              <a:gdLst/>
              <a:ahLst/>
              <a:cxnLst/>
              <a:rect l="l" t="t" r="r" b="b"/>
              <a:pathLst>
                <a:path w="1977" h="2371" extrusionOk="0">
                  <a:moveTo>
                    <a:pt x="989" y="1"/>
                  </a:moveTo>
                  <a:lnTo>
                    <a:pt x="298" y="1192"/>
                  </a:lnTo>
                  <a:cubicBezTo>
                    <a:pt x="0" y="1715"/>
                    <a:pt x="369" y="2370"/>
                    <a:pt x="989" y="2370"/>
                  </a:cubicBezTo>
                  <a:cubicBezTo>
                    <a:pt x="1596" y="2370"/>
                    <a:pt x="1977" y="1715"/>
                    <a:pt x="1667" y="1192"/>
                  </a:cubicBezTo>
                  <a:lnTo>
                    <a:pt x="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1" name="Google Shape;5309;p116">
              <a:extLst>
                <a:ext uri="{FF2B5EF4-FFF2-40B4-BE49-F238E27FC236}">
                  <a16:creationId xmlns:a16="http://schemas.microsoft.com/office/drawing/2014/main" id="{AA6AE061-61D2-0092-39C8-927FF475DDAE}"/>
                </a:ext>
              </a:extLst>
            </p:cNvPr>
            <p:cNvSpPr/>
            <p:nvPr/>
          </p:nvSpPr>
          <p:spPr>
            <a:xfrm>
              <a:off x="1693350" y="2934725"/>
              <a:ext cx="49450" cy="59250"/>
            </a:xfrm>
            <a:custGeom>
              <a:avLst/>
              <a:gdLst/>
              <a:ahLst/>
              <a:cxnLst/>
              <a:rect l="l" t="t" r="r" b="b"/>
              <a:pathLst>
                <a:path w="1978" h="2370" extrusionOk="0">
                  <a:moveTo>
                    <a:pt x="989" y="0"/>
                  </a:moveTo>
                  <a:lnTo>
                    <a:pt x="310" y="1191"/>
                  </a:lnTo>
                  <a:cubicBezTo>
                    <a:pt x="1" y="1715"/>
                    <a:pt x="382" y="2370"/>
                    <a:pt x="989" y="2370"/>
                  </a:cubicBezTo>
                  <a:cubicBezTo>
                    <a:pt x="1596" y="2370"/>
                    <a:pt x="1977" y="1715"/>
                    <a:pt x="1668" y="1191"/>
                  </a:cubicBezTo>
                  <a:lnTo>
                    <a:pt x="9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2" name="Google Shape;5310;p116">
              <a:extLst>
                <a:ext uri="{FF2B5EF4-FFF2-40B4-BE49-F238E27FC236}">
                  <a16:creationId xmlns:a16="http://schemas.microsoft.com/office/drawing/2014/main" id="{AF5AC930-3ECF-0D45-55B9-4B689BC69461}"/>
                </a:ext>
              </a:extLst>
            </p:cNvPr>
            <p:cNvSpPr/>
            <p:nvPr/>
          </p:nvSpPr>
          <p:spPr>
            <a:xfrm>
              <a:off x="1693350" y="3057650"/>
              <a:ext cx="49450" cy="59250"/>
            </a:xfrm>
            <a:custGeom>
              <a:avLst/>
              <a:gdLst/>
              <a:ahLst/>
              <a:cxnLst/>
              <a:rect l="l" t="t" r="r" b="b"/>
              <a:pathLst>
                <a:path w="1978" h="2370" extrusionOk="0">
                  <a:moveTo>
                    <a:pt x="989" y="0"/>
                  </a:moveTo>
                  <a:lnTo>
                    <a:pt x="310" y="1191"/>
                  </a:lnTo>
                  <a:cubicBezTo>
                    <a:pt x="1" y="1715"/>
                    <a:pt x="382" y="2370"/>
                    <a:pt x="989" y="2370"/>
                  </a:cubicBezTo>
                  <a:cubicBezTo>
                    <a:pt x="1596" y="2370"/>
                    <a:pt x="1977" y="1715"/>
                    <a:pt x="1668" y="1191"/>
                  </a:cubicBezTo>
                  <a:lnTo>
                    <a:pt x="9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3" name="Google Shape;5311;p116">
              <a:extLst>
                <a:ext uri="{FF2B5EF4-FFF2-40B4-BE49-F238E27FC236}">
                  <a16:creationId xmlns:a16="http://schemas.microsoft.com/office/drawing/2014/main" id="{71304DF4-058B-9EB2-E6C9-8C32A266B88F}"/>
                </a:ext>
              </a:extLst>
            </p:cNvPr>
            <p:cNvSpPr/>
            <p:nvPr/>
          </p:nvSpPr>
          <p:spPr>
            <a:xfrm>
              <a:off x="1693350" y="3180575"/>
              <a:ext cx="49450" cy="59275"/>
            </a:xfrm>
            <a:custGeom>
              <a:avLst/>
              <a:gdLst/>
              <a:ahLst/>
              <a:cxnLst/>
              <a:rect l="l" t="t" r="r" b="b"/>
              <a:pathLst>
                <a:path w="1978" h="2371" extrusionOk="0">
                  <a:moveTo>
                    <a:pt x="989" y="1"/>
                  </a:moveTo>
                  <a:lnTo>
                    <a:pt x="310" y="1191"/>
                  </a:lnTo>
                  <a:cubicBezTo>
                    <a:pt x="1" y="1715"/>
                    <a:pt x="382" y="2370"/>
                    <a:pt x="989" y="2370"/>
                  </a:cubicBezTo>
                  <a:cubicBezTo>
                    <a:pt x="1596" y="2370"/>
                    <a:pt x="1977" y="1715"/>
                    <a:pt x="1668" y="1191"/>
                  </a:cubicBezTo>
                  <a:lnTo>
                    <a:pt x="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4" name="Google Shape;5312;p116">
              <a:extLst>
                <a:ext uri="{FF2B5EF4-FFF2-40B4-BE49-F238E27FC236}">
                  <a16:creationId xmlns:a16="http://schemas.microsoft.com/office/drawing/2014/main" id="{1500F168-0FD8-394C-05E1-2B6FB2287770}"/>
                </a:ext>
              </a:extLst>
            </p:cNvPr>
            <p:cNvSpPr/>
            <p:nvPr/>
          </p:nvSpPr>
          <p:spPr>
            <a:xfrm>
              <a:off x="1693350" y="3303500"/>
              <a:ext cx="49450" cy="59275"/>
            </a:xfrm>
            <a:custGeom>
              <a:avLst/>
              <a:gdLst/>
              <a:ahLst/>
              <a:cxnLst/>
              <a:rect l="l" t="t" r="r" b="b"/>
              <a:pathLst>
                <a:path w="1978" h="2371" extrusionOk="0">
                  <a:moveTo>
                    <a:pt x="989" y="1"/>
                  </a:moveTo>
                  <a:lnTo>
                    <a:pt x="310" y="1180"/>
                  </a:lnTo>
                  <a:cubicBezTo>
                    <a:pt x="1" y="1715"/>
                    <a:pt x="382" y="2370"/>
                    <a:pt x="989" y="2370"/>
                  </a:cubicBezTo>
                  <a:cubicBezTo>
                    <a:pt x="1596" y="2370"/>
                    <a:pt x="1977" y="1715"/>
                    <a:pt x="1668" y="1180"/>
                  </a:cubicBezTo>
                  <a:lnTo>
                    <a:pt x="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5" name="Google Shape;5313;p116">
              <a:extLst>
                <a:ext uri="{FF2B5EF4-FFF2-40B4-BE49-F238E27FC236}">
                  <a16:creationId xmlns:a16="http://schemas.microsoft.com/office/drawing/2014/main" id="{462A334D-B403-C3A8-36A9-D51B651FE8C3}"/>
                </a:ext>
              </a:extLst>
            </p:cNvPr>
            <p:cNvSpPr/>
            <p:nvPr/>
          </p:nvSpPr>
          <p:spPr>
            <a:xfrm>
              <a:off x="1693350" y="3426450"/>
              <a:ext cx="49450" cy="59250"/>
            </a:xfrm>
            <a:custGeom>
              <a:avLst/>
              <a:gdLst/>
              <a:ahLst/>
              <a:cxnLst/>
              <a:rect l="l" t="t" r="r" b="b"/>
              <a:pathLst>
                <a:path w="1978" h="2370" extrusionOk="0">
                  <a:moveTo>
                    <a:pt x="989" y="0"/>
                  </a:moveTo>
                  <a:lnTo>
                    <a:pt x="310" y="1179"/>
                  </a:lnTo>
                  <a:cubicBezTo>
                    <a:pt x="1" y="1703"/>
                    <a:pt x="382" y="2370"/>
                    <a:pt x="989" y="2370"/>
                  </a:cubicBezTo>
                  <a:cubicBezTo>
                    <a:pt x="1596" y="2370"/>
                    <a:pt x="1977" y="1703"/>
                    <a:pt x="1668" y="1179"/>
                  </a:cubicBezTo>
                  <a:lnTo>
                    <a:pt x="9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6" name="Google Shape;5314;p116">
              <a:extLst>
                <a:ext uri="{FF2B5EF4-FFF2-40B4-BE49-F238E27FC236}">
                  <a16:creationId xmlns:a16="http://schemas.microsoft.com/office/drawing/2014/main" id="{2E629CCA-9233-56F3-0A96-596D7D491DF2}"/>
                </a:ext>
              </a:extLst>
            </p:cNvPr>
            <p:cNvSpPr/>
            <p:nvPr/>
          </p:nvSpPr>
          <p:spPr>
            <a:xfrm>
              <a:off x="1796950" y="2873400"/>
              <a:ext cx="49425" cy="59250"/>
            </a:xfrm>
            <a:custGeom>
              <a:avLst/>
              <a:gdLst/>
              <a:ahLst/>
              <a:cxnLst/>
              <a:rect l="l" t="t" r="r" b="b"/>
              <a:pathLst>
                <a:path w="1977" h="2370" extrusionOk="0">
                  <a:moveTo>
                    <a:pt x="988" y="0"/>
                  </a:moveTo>
                  <a:lnTo>
                    <a:pt x="310" y="1191"/>
                  </a:lnTo>
                  <a:cubicBezTo>
                    <a:pt x="0" y="1715"/>
                    <a:pt x="381" y="2370"/>
                    <a:pt x="988" y="2370"/>
                  </a:cubicBezTo>
                  <a:cubicBezTo>
                    <a:pt x="1595" y="2370"/>
                    <a:pt x="1976" y="1715"/>
                    <a:pt x="1679" y="1191"/>
                  </a:cubicBezTo>
                  <a:lnTo>
                    <a:pt x="9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7" name="Google Shape;5315;p116">
              <a:extLst>
                <a:ext uri="{FF2B5EF4-FFF2-40B4-BE49-F238E27FC236}">
                  <a16:creationId xmlns:a16="http://schemas.microsoft.com/office/drawing/2014/main" id="{7BD26506-BB49-D3CD-0F4F-44E8733B4030}"/>
                </a:ext>
              </a:extLst>
            </p:cNvPr>
            <p:cNvSpPr/>
            <p:nvPr/>
          </p:nvSpPr>
          <p:spPr>
            <a:xfrm>
              <a:off x="1796950" y="2996325"/>
              <a:ext cx="49425" cy="59275"/>
            </a:xfrm>
            <a:custGeom>
              <a:avLst/>
              <a:gdLst/>
              <a:ahLst/>
              <a:cxnLst/>
              <a:rect l="l" t="t" r="r" b="b"/>
              <a:pathLst>
                <a:path w="1977" h="2371" extrusionOk="0">
                  <a:moveTo>
                    <a:pt x="988" y="1"/>
                  </a:moveTo>
                  <a:lnTo>
                    <a:pt x="310" y="1179"/>
                  </a:lnTo>
                  <a:cubicBezTo>
                    <a:pt x="0" y="1715"/>
                    <a:pt x="381" y="2370"/>
                    <a:pt x="988" y="2370"/>
                  </a:cubicBezTo>
                  <a:cubicBezTo>
                    <a:pt x="1595" y="2370"/>
                    <a:pt x="1976" y="1715"/>
                    <a:pt x="1679" y="1179"/>
                  </a:cubicBezTo>
                  <a:lnTo>
                    <a:pt x="9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8" name="Google Shape;5316;p116">
              <a:extLst>
                <a:ext uri="{FF2B5EF4-FFF2-40B4-BE49-F238E27FC236}">
                  <a16:creationId xmlns:a16="http://schemas.microsoft.com/office/drawing/2014/main" id="{2FD4256F-10D2-9B34-7250-0B9E34F68842}"/>
                </a:ext>
              </a:extLst>
            </p:cNvPr>
            <p:cNvSpPr/>
            <p:nvPr/>
          </p:nvSpPr>
          <p:spPr>
            <a:xfrm>
              <a:off x="1796950" y="3119275"/>
              <a:ext cx="49425" cy="59250"/>
            </a:xfrm>
            <a:custGeom>
              <a:avLst/>
              <a:gdLst/>
              <a:ahLst/>
              <a:cxnLst/>
              <a:rect l="l" t="t" r="r" b="b"/>
              <a:pathLst>
                <a:path w="1977" h="2370" extrusionOk="0">
                  <a:moveTo>
                    <a:pt x="988" y="0"/>
                  </a:moveTo>
                  <a:lnTo>
                    <a:pt x="310" y="1179"/>
                  </a:lnTo>
                  <a:cubicBezTo>
                    <a:pt x="0" y="1703"/>
                    <a:pt x="381" y="2369"/>
                    <a:pt x="988" y="2369"/>
                  </a:cubicBezTo>
                  <a:cubicBezTo>
                    <a:pt x="1595" y="2369"/>
                    <a:pt x="1976" y="1703"/>
                    <a:pt x="1679" y="1179"/>
                  </a:cubicBezTo>
                  <a:lnTo>
                    <a:pt x="9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9" name="Google Shape;5317;p116">
              <a:extLst>
                <a:ext uri="{FF2B5EF4-FFF2-40B4-BE49-F238E27FC236}">
                  <a16:creationId xmlns:a16="http://schemas.microsoft.com/office/drawing/2014/main" id="{739964CD-BB1B-28B5-88E4-1E69854AE1C3}"/>
                </a:ext>
              </a:extLst>
            </p:cNvPr>
            <p:cNvSpPr/>
            <p:nvPr/>
          </p:nvSpPr>
          <p:spPr>
            <a:xfrm>
              <a:off x="1796950" y="3241900"/>
              <a:ext cx="49425" cy="59250"/>
            </a:xfrm>
            <a:custGeom>
              <a:avLst/>
              <a:gdLst/>
              <a:ahLst/>
              <a:cxnLst/>
              <a:rect l="l" t="t" r="r" b="b"/>
              <a:pathLst>
                <a:path w="1977" h="2370" extrusionOk="0">
                  <a:moveTo>
                    <a:pt x="988" y="0"/>
                  </a:moveTo>
                  <a:lnTo>
                    <a:pt x="310" y="1191"/>
                  </a:lnTo>
                  <a:cubicBezTo>
                    <a:pt x="0" y="1715"/>
                    <a:pt x="381" y="2370"/>
                    <a:pt x="988" y="2370"/>
                  </a:cubicBezTo>
                  <a:cubicBezTo>
                    <a:pt x="1595" y="2370"/>
                    <a:pt x="1976" y="1715"/>
                    <a:pt x="1679" y="1191"/>
                  </a:cubicBezTo>
                  <a:lnTo>
                    <a:pt x="9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0" name="Google Shape;5318;p116">
              <a:extLst>
                <a:ext uri="{FF2B5EF4-FFF2-40B4-BE49-F238E27FC236}">
                  <a16:creationId xmlns:a16="http://schemas.microsoft.com/office/drawing/2014/main" id="{A70E94FC-A77E-D12F-3505-12B9C880461A}"/>
                </a:ext>
              </a:extLst>
            </p:cNvPr>
            <p:cNvSpPr/>
            <p:nvPr/>
          </p:nvSpPr>
          <p:spPr>
            <a:xfrm>
              <a:off x="1796950" y="3364825"/>
              <a:ext cx="49425" cy="59250"/>
            </a:xfrm>
            <a:custGeom>
              <a:avLst/>
              <a:gdLst/>
              <a:ahLst/>
              <a:cxnLst/>
              <a:rect l="l" t="t" r="r" b="b"/>
              <a:pathLst>
                <a:path w="1977" h="2370" extrusionOk="0">
                  <a:moveTo>
                    <a:pt x="988" y="1"/>
                  </a:moveTo>
                  <a:lnTo>
                    <a:pt x="310" y="1191"/>
                  </a:lnTo>
                  <a:cubicBezTo>
                    <a:pt x="0" y="1715"/>
                    <a:pt x="381" y="2370"/>
                    <a:pt x="988" y="2370"/>
                  </a:cubicBezTo>
                  <a:cubicBezTo>
                    <a:pt x="1595" y="2370"/>
                    <a:pt x="1976" y="1715"/>
                    <a:pt x="1679" y="1191"/>
                  </a:cubicBezTo>
                  <a:lnTo>
                    <a:pt x="9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1" name="Google Shape;5319;p116">
              <a:extLst>
                <a:ext uri="{FF2B5EF4-FFF2-40B4-BE49-F238E27FC236}">
                  <a16:creationId xmlns:a16="http://schemas.microsoft.com/office/drawing/2014/main" id="{15C40D0B-918C-1FF9-CE03-DD9D5D382D13}"/>
                </a:ext>
              </a:extLst>
            </p:cNvPr>
            <p:cNvSpPr/>
            <p:nvPr/>
          </p:nvSpPr>
          <p:spPr>
            <a:xfrm>
              <a:off x="1796950" y="3487750"/>
              <a:ext cx="49425" cy="59275"/>
            </a:xfrm>
            <a:custGeom>
              <a:avLst/>
              <a:gdLst/>
              <a:ahLst/>
              <a:cxnLst/>
              <a:rect l="l" t="t" r="r" b="b"/>
              <a:pathLst>
                <a:path w="1977" h="2371" extrusionOk="0">
                  <a:moveTo>
                    <a:pt x="988" y="1"/>
                  </a:moveTo>
                  <a:lnTo>
                    <a:pt x="310" y="1192"/>
                  </a:lnTo>
                  <a:cubicBezTo>
                    <a:pt x="0" y="1715"/>
                    <a:pt x="381" y="2370"/>
                    <a:pt x="988" y="2370"/>
                  </a:cubicBezTo>
                  <a:cubicBezTo>
                    <a:pt x="1595" y="2370"/>
                    <a:pt x="1976" y="1715"/>
                    <a:pt x="1679" y="1192"/>
                  </a:cubicBezTo>
                  <a:lnTo>
                    <a:pt x="9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2" name="Google Shape;5320;p116">
              <a:extLst>
                <a:ext uri="{FF2B5EF4-FFF2-40B4-BE49-F238E27FC236}">
                  <a16:creationId xmlns:a16="http://schemas.microsoft.com/office/drawing/2014/main" id="{03945D96-0DA4-38BF-C339-ABDD26D46982}"/>
                </a:ext>
              </a:extLst>
            </p:cNvPr>
            <p:cNvSpPr/>
            <p:nvPr/>
          </p:nvSpPr>
          <p:spPr>
            <a:xfrm>
              <a:off x="1900825" y="2934725"/>
              <a:ext cx="49425" cy="59250"/>
            </a:xfrm>
            <a:custGeom>
              <a:avLst/>
              <a:gdLst/>
              <a:ahLst/>
              <a:cxnLst/>
              <a:rect l="l" t="t" r="r" b="b"/>
              <a:pathLst>
                <a:path w="1977" h="2370" extrusionOk="0">
                  <a:moveTo>
                    <a:pt x="989" y="0"/>
                  </a:moveTo>
                  <a:lnTo>
                    <a:pt x="298" y="1191"/>
                  </a:lnTo>
                  <a:cubicBezTo>
                    <a:pt x="0" y="1715"/>
                    <a:pt x="381" y="2370"/>
                    <a:pt x="989" y="2370"/>
                  </a:cubicBezTo>
                  <a:cubicBezTo>
                    <a:pt x="1596" y="2370"/>
                    <a:pt x="1977" y="1715"/>
                    <a:pt x="1667" y="1191"/>
                  </a:cubicBezTo>
                  <a:lnTo>
                    <a:pt x="9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3" name="Google Shape;5321;p116">
              <a:extLst>
                <a:ext uri="{FF2B5EF4-FFF2-40B4-BE49-F238E27FC236}">
                  <a16:creationId xmlns:a16="http://schemas.microsoft.com/office/drawing/2014/main" id="{C4EA82FD-B955-4330-CA82-B15AFE2F881E}"/>
                </a:ext>
              </a:extLst>
            </p:cNvPr>
            <p:cNvSpPr/>
            <p:nvPr/>
          </p:nvSpPr>
          <p:spPr>
            <a:xfrm>
              <a:off x="1900825" y="3057650"/>
              <a:ext cx="49425" cy="59250"/>
            </a:xfrm>
            <a:custGeom>
              <a:avLst/>
              <a:gdLst/>
              <a:ahLst/>
              <a:cxnLst/>
              <a:rect l="l" t="t" r="r" b="b"/>
              <a:pathLst>
                <a:path w="1977" h="2370" extrusionOk="0">
                  <a:moveTo>
                    <a:pt x="989" y="0"/>
                  </a:moveTo>
                  <a:lnTo>
                    <a:pt x="298" y="1191"/>
                  </a:lnTo>
                  <a:cubicBezTo>
                    <a:pt x="0" y="1715"/>
                    <a:pt x="381" y="2370"/>
                    <a:pt x="989" y="2370"/>
                  </a:cubicBezTo>
                  <a:cubicBezTo>
                    <a:pt x="1596" y="2370"/>
                    <a:pt x="1977" y="1715"/>
                    <a:pt x="1667" y="1191"/>
                  </a:cubicBezTo>
                  <a:lnTo>
                    <a:pt x="9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4" name="Google Shape;5322;p116">
              <a:extLst>
                <a:ext uri="{FF2B5EF4-FFF2-40B4-BE49-F238E27FC236}">
                  <a16:creationId xmlns:a16="http://schemas.microsoft.com/office/drawing/2014/main" id="{C5789022-E508-A3A2-B58D-3AA2100AD7BA}"/>
                </a:ext>
              </a:extLst>
            </p:cNvPr>
            <p:cNvSpPr/>
            <p:nvPr/>
          </p:nvSpPr>
          <p:spPr>
            <a:xfrm>
              <a:off x="1900825" y="3180575"/>
              <a:ext cx="49425" cy="59275"/>
            </a:xfrm>
            <a:custGeom>
              <a:avLst/>
              <a:gdLst/>
              <a:ahLst/>
              <a:cxnLst/>
              <a:rect l="l" t="t" r="r" b="b"/>
              <a:pathLst>
                <a:path w="1977" h="2371" extrusionOk="0">
                  <a:moveTo>
                    <a:pt x="989" y="1"/>
                  </a:moveTo>
                  <a:lnTo>
                    <a:pt x="298" y="1191"/>
                  </a:lnTo>
                  <a:cubicBezTo>
                    <a:pt x="0" y="1715"/>
                    <a:pt x="381" y="2370"/>
                    <a:pt x="989" y="2370"/>
                  </a:cubicBezTo>
                  <a:cubicBezTo>
                    <a:pt x="1596" y="2370"/>
                    <a:pt x="1977" y="1715"/>
                    <a:pt x="1667" y="1191"/>
                  </a:cubicBezTo>
                  <a:lnTo>
                    <a:pt x="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5" name="Google Shape;5323;p116">
              <a:extLst>
                <a:ext uri="{FF2B5EF4-FFF2-40B4-BE49-F238E27FC236}">
                  <a16:creationId xmlns:a16="http://schemas.microsoft.com/office/drawing/2014/main" id="{EAE0C2B3-87EE-D84D-E85E-97BEC686CD0A}"/>
                </a:ext>
              </a:extLst>
            </p:cNvPr>
            <p:cNvSpPr/>
            <p:nvPr/>
          </p:nvSpPr>
          <p:spPr>
            <a:xfrm>
              <a:off x="1900825" y="3303500"/>
              <a:ext cx="49425" cy="59275"/>
            </a:xfrm>
            <a:custGeom>
              <a:avLst/>
              <a:gdLst/>
              <a:ahLst/>
              <a:cxnLst/>
              <a:rect l="l" t="t" r="r" b="b"/>
              <a:pathLst>
                <a:path w="1977" h="2371" extrusionOk="0">
                  <a:moveTo>
                    <a:pt x="989" y="1"/>
                  </a:moveTo>
                  <a:lnTo>
                    <a:pt x="298" y="1180"/>
                  </a:lnTo>
                  <a:cubicBezTo>
                    <a:pt x="0" y="1715"/>
                    <a:pt x="381" y="2370"/>
                    <a:pt x="989" y="2370"/>
                  </a:cubicBezTo>
                  <a:cubicBezTo>
                    <a:pt x="1596" y="2370"/>
                    <a:pt x="1977" y="1715"/>
                    <a:pt x="1667" y="1180"/>
                  </a:cubicBezTo>
                  <a:lnTo>
                    <a:pt x="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6" name="Google Shape;5324;p116">
              <a:extLst>
                <a:ext uri="{FF2B5EF4-FFF2-40B4-BE49-F238E27FC236}">
                  <a16:creationId xmlns:a16="http://schemas.microsoft.com/office/drawing/2014/main" id="{825C94A3-D0A7-C852-645E-BDF120C05A1F}"/>
                </a:ext>
              </a:extLst>
            </p:cNvPr>
            <p:cNvSpPr/>
            <p:nvPr/>
          </p:nvSpPr>
          <p:spPr>
            <a:xfrm>
              <a:off x="1900825" y="3426450"/>
              <a:ext cx="49425" cy="59250"/>
            </a:xfrm>
            <a:custGeom>
              <a:avLst/>
              <a:gdLst/>
              <a:ahLst/>
              <a:cxnLst/>
              <a:rect l="l" t="t" r="r" b="b"/>
              <a:pathLst>
                <a:path w="1977" h="2370" extrusionOk="0">
                  <a:moveTo>
                    <a:pt x="989" y="0"/>
                  </a:moveTo>
                  <a:lnTo>
                    <a:pt x="298" y="1179"/>
                  </a:lnTo>
                  <a:cubicBezTo>
                    <a:pt x="0" y="1703"/>
                    <a:pt x="381" y="2370"/>
                    <a:pt x="989" y="2370"/>
                  </a:cubicBezTo>
                  <a:cubicBezTo>
                    <a:pt x="1596" y="2370"/>
                    <a:pt x="1977" y="1703"/>
                    <a:pt x="1667" y="1179"/>
                  </a:cubicBezTo>
                  <a:lnTo>
                    <a:pt x="9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7" name="Google Shape;5325;p116">
              <a:extLst>
                <a:ext uri="{FF2B5EF4-FFF2-40B4-BE49-F238E27FC236}">
                  <a16:creationId xmlns:a16="http://schemas.microsoft.com/office/drawing/2014/main" id="{ED95D85A-EB6C-35C1-B597-CC76CE4DDAF6}"/>
                </a:ext>
              </a:extLst>
            </p:cNvPr>
            <p:cNvSpPr/>
            <p:nvPr/>
          </p:nvSpPr>
          <p:spPr>
            <a:xfrm>
              <a:off x="2004400" y="2873400"/>
              <a:ext cx="49450" cy="59250"/>
            </a:xfrm>
            <a:custGeom>
              <a:avLst/>
              <a:gdLst/>
              <a:ahLst/>
              <a:cxnLst/>
              <a:rect l="l" t="t" r="r" b="b"/>
              <a:pathLst>
                <a:path w="1978" h="2370" extrusionOk="0">
                  <a:moveTo>
                    <a:pt x="989" y="0"/>
                  </a:moveTo>
                  <a:lnTo>
                    <a:pt x="310" y="1191"/>
                  </a:lnTo>
                  <a:cubicBezTo>
                    <a:pt x="1" y="1715"/>
                    <a:pt x="382" y="2370"/>
                    <a:pt x="989" y="2370"/>
                  </a:cubicBezTo>
                  <a:cubicBezTo>
                    <a:pt x="1596" y="2370"/>
                    <a:pt x="1977" y="1715"/>
                    <a:pt x="1679" y="1191"/>
                  </a:cubicBezTo>
                  <a:lnTo>
                    <a:pt x="9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8" name="Google Shape;5326;p116">
              <a:extLst>
                <a:ext uri="{FF2B5EF4-FFF2-40B4-BE49-F238E27FC236}">
                  <a16:creationId xmlns:a16="http://schemas.microsoft.com/office/drawing/2014/main" id="{CBC0AFB8-0AA9-5BC9-25B3-F74C686CBFB2}"/>
                </a:ext>
              </a:extLst>
            </p:cNvPr>
            <p:cNvSpPr/>
            <p:nvPr/>
          </p:nvSpPr>
          <p:spPr>
            <a:xfrm>
              <a:off x="2004400" y="2996325"/>
              <a:ext cx="49450" cy="59275"/>
            </a:xfrm>
            <a:custGeom>
              <a:avLst/>
              <a:gdLst/>
              <a:ahLst/>
              <a:cxnLst/>
              <a:rect l="l" t="t" r="r" b="b"/>
              <a:pathLst>
                <a:path w="1978" h="2371" extrusionOk="0">
                  <a:moveTo>
                    <a:pt x="989" y="1"/>
                  </a:moveTo>
                  <a:lnTo>
                    <a:pt x="310" y="1179"/>
                  </a:lnTo>
                  <a:cubicBezTo>
                    <a:pt x="1" y="1715"/>
                    <a:pt x="382" y="2370"/>
                    <a:pt x="989" y="2370"/>
                  </a:cubicBezTo>
                  <a:cubicBezTo>
                    <a:pt x="1596" y="2370"/>
                    <a:pt x="1977" y="1715"/>
                    <a:pt x="1679" y="1179"/>
                  </a:cubicBezTo>
                  <a:lnTo>
                    <a:pt x="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9" name="Google Shape;5327;p116">
              <a:extLst>
                <a:ext uri="{FF2B5EF4-FFF2-40B4-BE49-F238E27FC236}">
                  <a16:creationId xmlns:a16="http://schemas.microsoft.com/office/drawing/2014/main" id="{8ACB3DB8-DF0F-0CA7-03EA-7A517345D1BD}"/>
                </a:ext>
              </a:extLst>
            </p:cNvPr>
            <p:cNvSpPr/>
            <p:nvPr/>
          </p:nvSpPr>
          <p:spPr>
            <a:xfrm>
              <a:off x="2004400" y="3119275"/>
              <a:ext cx="49450" cy="59250"/>
            </a:xfrm>
            <a:custGeom>
              <a:avLst/>
              <a:gdLst/>
              <a:ahLst/>
              <a:cxnLst/>
              <a:rect l="l" t="t" r="r" b="b"/>
              <a:pathLst>
                <a:path w="1978" h="2370" extrusionOk="0">
                  <a:moveTo>
                    <a:pt x="989" y="0"/>
                  </a:moveTo>
                  <a:lnTo>
                    <a:pt x="310" y="1179"/>
                  </a:lnTo>
                  <a:cubicBezTo>
                    <a:pt x="1" y="1703"/>
                    <a:pt x="382" y="2369"/>
                    <a:pt x="989" y="2369"/>
                  </a:cubicBezTo>
                  <a:cubicBezTo>
                    <a:pt x="1596" y="2369"/>
                    <a:pt x="1977" y="1703"/>
                    <a:pt x="1679" y="1179"/>
                  </a:cubicBezTo>
                  <a:lnTo>
                    <a:pt x="9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0" name="Google Shape;5328;p116">
              <a:extLst>
                <a:ext uri="{FF2B5EF4-FFF2-40B4-BE49-F238E27FC236}">
                  <a16:creationId xmlns:a16="http://schemas.microsoft.com/office/drawing/2014/main" id="{D1F72E4D-F3BA-E940-DB5A-7F0E35BF9735}"/>
                </a:ext>
              </a:extLst>
            </p:cNvPr>
            <p:cNvSpPr/>
            <p:nvPr/>
          </p:nvSpPr>
          <p:spPr>
            <a:xfrm>
              <a:off x="2004400" y="3241900"/>
              <a:ext cx="49450" cy="59250"/>
            </a:xfrm>
            <a:custGeom>
              <a:avLst/>
              <a:gdLst/>
              <a:ahLst/>
              <a:cxnLst/>
              <a:rect l="l" t="t" r="r" b="b"/>
              <a:pathLst>
                <a:path w="1978" h="2370" extrusionOk="0">
                  <a:moveTo>
                    <a:pt x="989" y="0"/>
                  </a:moveTo>
                  <a:lnTo>
                    <a:pt x="310" y="1191"/>
                  </a:lnTo>
                  <a:cubicBezTo>
                    <a:pt x="1" y="1715"/>
                    <a:pt x="382" y="2370"/>
                    <a:pt x="989" y="2370"/>
                  </a:cubicBezTo>
                  <a:cubicBezTo>
                    <a:pt x="1596" y="2370"/>
                    <a:pt x="1977" y="1715"/>
                    <a:pt x="1679" y="1191"/>
                  </a:cubicBezTo>
                  <a:lnTo>
                    <a:pt x="9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1" name="Google Shape;5329;p116">
              <a:extLst>
                <a:ext uri="{FF2B5EF4-FFF2-40B4-BE49-F238E27FC236}">
                  <a16:creationId xmlns:a16="http://schemas.microsoft.com/office/drawing/2014/main" id="{EE1F545F-3564-1B02-5B46-2BC11F7F219A}"/>
                </a:ext>
              </a:extLst>
            </p:cNvPr>
            <p:cNvSpPr/>
            <p:nvPr/>
          </p:nvSpPr>
          <p:spPr>
            <a:xfrm>
              <a:off x="2004400" y="3364825"/>
              <a:ext cx="49450" cy="59250"/>
            </a:xfrm>
            <a:custGeom>
              <a:avLst/>
              <a:gdLst/>
              <a:ahLst/>
              <a:cxnLst/>
              <a:rect l="l" t="t" r="r" b="b"/>
              <a:pathLst>
                <a:path w="1978" h="2370" extrusionOk="0">
                  <a:moveTo>
                    <a:pt x="989" y="1"/>
                  </a:moveTo>
                  <a:lnTo>
                    <a:pt x="310" y="1191"/>
                  </a:lnTo>
                  <a:cubicBezTo>
                    <a:pt x="1" y="1715"/>
                    <a:pt x="382" y="2370"/>
                    <a:pt x="989" y="2370"/>
                  </a:cubicBezTo>
                  <a:cubicBezTo>
                    <a:pt x="1596" y="2370"/>
                    <a:pt x="1977" y="1715"/>
                    <a:pt x="1679" y="1191"/>
                  </a:cubicBezTo>
                  <a:lnTo>
                    <a:pt x="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2" name="Google Shape;5330;p116">
              <a:extLst>
                <a:ext uri="{FF2B5EF4-FFF2-40B4-BE49-F238E27FC236}">
                  <a16:creationId xmlns:a16="http://schemas.microsoft.com/office/drawing/2014/main" id="{5E592F7D-CFF9-5314-DCF2-77B6B6CBC084}"/>
                </a:ext>
              </a:extLst>
            </p:cNvPr>
            <p:cNvSpPr/>
            <p:nvPr/>
          </p:nvSpPr>
          <p:spPr>
            <a:xfrm>
              <a:off x="2004400" y="3487750"/>
              <a:ext cx="49450" cy="59275"/>
            </a:xfrm>
            <a:custGeom>
              <a:avLst/>
              <a:gdLst/>
              <a:ahLst/>
              <a:cxnLst/>
              <a:rect l="l" t="t" r="r" b="b"/>
              <a:pathLst>
                <a:path w="1978" h="2371" extrusionOk="0">
                  <a:moveTo>
                    <a:pt x="989" y="1"/>
                  </a:moveTo>
                  <a:lnTo>
                    <a:pt x="310" y="1192"/>
                  </a:lnTo>
                  <a:cubicBezTo>
                    <a:pt x="1" y="1715"/>
                    <a:pt x="382" y="2370"/>
                    <a:pt x="989" y="2370"/>
                  </a:cubicBezTo>
                  <a:cubicBezTo>
                    <a:pt x="1596" y="2370"/>
                    <a:pt x="1977" y="1715"/>
                    <a:pt x="1679" y="1192"/>
                  </a:cubicBezTo>
                  <a:lnTo>
                    <a:pt x="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3" name="Google Shape;5331;p116">
              <a:extLst>
                <a:ext uri="{FF2B5EF4-FFF2-40B4-BE49-F238E27FC236}">
                  <a16:creationId xmlns:a16="http://schemas.microsoft.com/office/drawing/2014/main" id="{F1448798-A7FC-BF3F-8D2A-654F3495E8B7}"/>
                </a:ext>
              </a:extLst>
            </p:cNvPr>
            <p:cNvSpPr/>
            <p:nvPr/>
          </p:nvSpPr>
          <p:spPr>
            <a:xfrm>
              <a:off x="2108275" y="2934725"/>
              <a:ext cx="49450" cy="59250"/>
            </a:xfrm>
            <a:custGeom>
              <a:avLst/>
              <a:gdLst/>
              <a:ahLst/>
              <a:cxnLst/>
              <a:rect l="l" t="t" r="r" b="b"/>
              <a:pathLst>
                <a:path w="1978" h="2370" extrusionOk="0">
                  <a:moveTo>
                    <a:pt x="989" y="0"/>
                  </a:moveTo>
                  <a:lnTo>
                    <a:pt x="299" y="1191"/>
                  </a:lnTo>
                  <a:cubicBezTo>
                    <a:pt x="1" y="1715"/>
                    <a:pt x="382" y="2370"/>
                    <a:pt x="989" y="2370"/>
                  </a:cubicBezTo>
                  <a:cubicBezTo>
                    <a:pt x="1596" y="2370"/>
                    <a:pt x="1977" y="1715"/>
                    <a:pt x="1668" y="1191"/>
                  </a:cubicBezTo>
                  <a:lnTo>
                    <a:pt x="9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4" name="Google Shape;5332;p116">
              <a:extLst>
                <a:ext uri="{FF2B5EF4-FFF2-40B4-BE49-F238E27FC236}">
                  <a16:creationId xmlns:a16="http://schemas.microsoft.com/office/drawing/2014/main" id="{75418228-4639-386A-423D-365A0A1857A0}"/>
                </a:ext>
              </a:extLst>
            </p:cNvPr>
            <p:cNvSpPr/>
            <p:nvPr/>
          </p:nvSpPr>
          <p:spPr>
            <a:xfrm>
              <a:off x="2108275" y="3057650"/>
              <a:ext cx="49450" cy="59250"/>
            </a:xfrm>
            <a:custGeom>
              <a:avLst/>
              <a:gdLst/>
              <a:ahLst/>
              <a:cxnLst/>
              <a:rect l="l" t="t" r="r" b="b"/>
              <a:pathLst>
                <a:path w="1978" h="2370" extrusionOk="0">
                  <a:moveTo>
                    <a:pt x="989" y="0"/>
                  </a:moveTo>
                  <a:lnTo>
                    <a:pt x="299" y="1191"/>
                  </a:lnTo>
                  <a:cubicBezTo>
                    <a:pt x="1" y="1715"/>
                    <a:pt x="382" y="2370"/>
                    <a:pt x="989" y="2370"/>
                  </a:cubicBezTo>
                  <a:cubicBezTo>
                    <a:pt x="1596" y="2370"/>
                    <a:pt x="1977" y="1715"/>
                    <a:pt x="1668" y="1191"/>
                  </a:cubicBezTo>
                  <a:lnTo>
                    <a:pt x="9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5" name="Google Shape;5333;p116">
              <a:extLst>
                <a:ext uri="{FF2B5EF4-FFF2-40B4-BE49-F238E27FC236}">
                  <a16:creationId xmlns:a16="http://schemas.microsoft.com/office/drawing/2014/main" id="{4C39ADB2-0C45-FDE2-6385-1B00336C36B6}"/>
                </a:ext>
              </a:extLst>
            </p:cNvPr>
            <p:cNvSpPr/>
            <p:nvPr/>
          </p:nvSpPr>
          <p:spPr>
            <a:xfrm>
              <a:off x="2108275" y="3180575"/>
              <a:ext cx="49450" cy="59275"/>
            </a:xfrm>
            <a:custGeom>
              <a:avLst/>
              <a:gdLst/>
              <a:ahLst/>
              <a:cxnLst/>
              <a:rect l="l" t="t" r="r" b="b"/>
              <a:pathLst>
                <a:path w="1978" h="2371" extrusionOk="0">
                  <a:moveTo>
                    <a:pt x="989" y="1"/>
                  </a:moveTo>
                  <a:lnTo>
                    <a:pt x="299" y="1191"/>
                  </a:lnTo>
                  <a:cubicBezTo>
                    <a:pt x="1" y="1715"/>
                    <a:pt x="382" y="2370"/>
                    <a:pt x="989" y="2370"/>
                  </a:cubicBezTo>
                  <a:cubicBezTo>
                    <a:pt x="1596" y="2370"/>
                    <a:pt x="1977" y="1715"/>
                    <a:pt x="1668" y="1191"/>
                  </a:cubicBezTo>
                  <a:lnTo>
                    <a:pt x="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6" name="Google Shape;5334;p116">
              <a:extLst>
                <a:ext uri="{FF2B5EF4-FFF2-40B4-BE49-F238E27FC236}">
                  <a16:creationId xmlns:a16="http://schemas.microsoft.com/office/drawing/2014/main" id="{795EAC7B-E406-8F3B-639C-F8156DAEB0DD}"/>
                </a:ext>
              </a:extLst>
            </p:cNvPr>
            <p:cNvSpPr/>
            <p:nvPr/>
          </p:nvSpPr>
          <p:spPr>
            <a:xfrm>
              <a:off x="2108275" y="3303500"/>
              <a:ext cx="49450" cy="59275"/>
            </a:xfrm>
            <a:custGeom>
              <a:avLst/>
              <a:gdLst/>
              <a:ahLst/>
              <a:cxnLst/>
              <a:rect l="l" t="t" r="r" b="b"/>
              <a:pathLst>
                <a:path w="1978" h="2371" extrusionOk="0">
                  <a:moveTo>
                    <a:pt x="989" y="1"/>
                  </a:moveTo>
                  <a:lnTo>
                    <a:pt x="299" y="1180"/>
                  </a:lnTo>
                  <a:cubicBezTo>
                    <a:pt x="1" y="1715"/>
                    <a:pt x="382" y="2370"/>
                    <a:pt x="989" y="2370"/>
                  </a:cubicBezTo>
                  <a:cubicBezTo>
                    <a:pt x="1596" y="2370"/>
                    <a:pt x="1977" y="1715"/>
                    <a:pt x="1668" y="1180"/>
                  </a:cubicBezTo>
                  <a:lnTo>
                    <a:pt x="9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7" name="Google Shape;5335;p116">
              <a:extLst>
                <a:ext uri="{FF2B5EF4-FFF2-40B4-BE49-F238E27FC236}">
                  <a16:creationId xmlns:a16="http://schemas.microsoft.com/office/drawing/2014/main" id="{ED890275-2352-F48B-500D-EA0AB1C0DFB9}"/>
                </a:ext>
              </a:extLst>
            </p:cNvPr>
            <p:cNvSpPr/>
            <p:nvPr/>
          </p:nvSpPr>
          <p:spPr>
            <a:xfrm>
              <a:off x="2108275" y="3426450"/>
              <a:ext cx="49450" cy="59250"/>
            </a:xfrm>
            <a:custGeom>
              <a:avLst/>
              <a:gdLst/>
              <a:ahLst/>
              <a:cxnLst/>
              <a:rect l="l" t="t" r="r" b="b"/>
              <a:pathLst>
                <a:path w="1978" h="2370" extrusionOk="0">
                  <a:moveTo>
                    <a:pt x="989" y="0"/>
                  </a:moveTo>
                  <a:lnTo>
                    <a:pt x="299" y="1179"/>
                  </a:lnTo>
                  <a:cubicBezTo>
                    <a:pt x="1" y="1703"/>
                    <a:pt x="382" y="2370"/>
                    <a:pt x="989" y="2370"/>
                  </a:cubicBezTo>
                  <a:cubicBezTo>
                    <a:pt x="1596" y="2370"/>
                    <a:pt x="1977" y="1703"/>
                    <a:pt x="1668" y="1179"/>
                  </a:cubicBezTo>
                  <a:lnTo>
                    <a:pt x="9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8" name="Google Shape;5336;p116">
              <a:extLst>
                <a:ext uri="{FF2B5EF4-FFF2-40B4-BE49-F238E27FC236}">
                  <a16:creationId xmlns:a16="http://schemas.microsoft.com/office/drawing/2014/main" id="{5752D021-BD75-9EDB-1A6E-5439EE8FE45C}"/>
                </a:ext>
              </a:extLst>
            </p:cNvPr>
            <p:cNvSpPr/>
            <p:nvPr/>
          </p:nvSpPr>
          <p:spPr>
            <a:xfrm>
              <a:off x="3737950" y="4649500"/>
              <a:ext cx="1462700" cy="914725"/>
            </a:xfrm>
            <a:custGeom>
              <a:avLst/>
              <a:gdLst/>
              <a:ahLst/>
              <a:cxnLst/>
              <a:rect l="l" t="t" r="r" b="b"/>
              <a:pathLst>
                <a:path w="58508" h="36589" extrusionOk="0">
                  <a:moveTo>
                    <a:pt x="28822" y="0"/>
                  </a:moveTo>
                  <a:cubicBezTo>
                    <a:pt x="19102" y="0"/>
                    <a:pt x="9384" y="1260"/>
                    <a:pt x="1" y="3799"/>
                  </a:cubicBezTo>
                  <a:lnTo>
                    <a:pt x="21063" y="36589"/>
                  </a:lnTo>
                  <a:lnTo>
                    <a:pt x="21063" y="20087"/>
                  </a:lnTo>
                  <a:lnTo>
                    <a:pt x="30933" y="20087"/>
                  </a:lnTo>
                  <a:cubicBezTo>
                    <a:pt x="42244" y="20087"/>
                    <a:pt x="52686" y="14062"/>
                    <a:pt x="58341" y="4263"/>
                  </a:cubicBezTo>
                  <a:lnTo>
                    <a:pt x="58508" y="3990"/>
                  </a:lnTo>
                  <a:cubicBezTo>
                    <a:pt x="48853" y="1337"/>
                    <a:pt x="38836" y="0"/>
                    <a:pt x="288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00" name="Rectángulo 5199">
            <a:extLst>
              <a:ext uri="{FF2B5EF4-FFF2-40B4-BE49-F238E27FC236}">
                <a16:creationId xmlns:a16="http://schemas.microsoft.com/office/drawing/2014/main" id="{09EDC757-3EAE-AD7A-191C-711F587B7106}"/>
              </a:ext>
            </a:extLst>
          </p:cNvPr>
          <p:cNvSpPr/>
          <p:nvPr/>
        </p:nvSpPr>
        <p:spPr>
          <a:xfrm>
            <a:off x="618004" y="666331"/>
            <a:ext cx="3005610" cy="7482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99" name="Google Shape;850;p52">
            <a:extLst>
              <a:ext uri="{FF2B5EF4-FFF2-40B4-BE49-F238E27FC236}">
                <a16:creationId xmlns:a16="http://schemas.microsoft.com/office/drawing/2014/main" id="{CB81AE03-EAED-E22E-9D77-E70C30D5DE2A}"/>
              </a:ext>
            </a:extLst>
          </p:cNvPr>
          <p:cNvSpPr txBox="1">
            <a:spLocks/>
          </p:cNvSpPr>
          <p:nvPr/>
        </p:nvSpPr>
        <p:spPr>
          <a:xfrm>
            <a:off x="402785" y="369437"/>
            <a:ext cx="4590027" cy="109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Clr>
                <a:srgbClr val="000000"/>
              </a:buClr>
              <a:buSzPts val="1100"/>
              <a:buFont typeface="Arial"/>
              <a:buNone/>
            </a:pPr>
            <a:r>
              <a:rPr lang="es-ES" sz="1800" b="1" dirty="0"/>
              <a:t>En nuestras manos está inclinar</a:t>
            </a:r>
            <a:br>
              <a:rPr lang="es-ES" sz="1800" b="1" dirty="0"/>
            </a:br>
            <a:r>
              <a:rPr lang="es-ES" sz="1800" b="1" dirty="0"/>
              <a:t>la balanza en favor de un mundo</a:t>
            </a:r>
            <a:br>
              <a:rPr lang="es-ES" sz="1800" b="1" dirty="0"/>
            </a:br>
            <a:r>
              <a:rPr lang="es-ES" sz="1800" b="1" dirty="0"/>
              <a:t>digital y sostenible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indefinite" autoRev="1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1500" fill="hold"/>
                                        <p:tgtEl>
                                          <p:spTgt spid="51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0"/>
                                        <p:tgtEl>
                                          <p:spTgt spid="37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4000" fill="hold"/>
                                        <p:tgtEl>
                                          <p:spTgt spid="3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0" fill="hold"/>
                                        <p:tgtEl>
                                          <p:spTgt spid="3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9" grpId="0"/>
      <p:bldP spid="5199" grpId="0"/>
    </p:bldLst>
  </p:timing>
</p:sld>
</file>

<file path=ppt/theme/theme1.xml><?xml version="1.0" encoding="utf-8"?>
<a:theme xmlns:a="http://schemas.openxmlformats.org/drawingml/2006/main" name="Environmental Consulting by Slidesgo">
  <a:themeElements>
    <a:clrScheme name="Simple Light">
      <a:dk1>
        <a:srgbClr val="043A5B"/>
      </a:dk1>
      <a:lt1>
        <a:srgbClr val="FFFFFF"/>
      </a:lt1>
      <a:dk2>
        <a:srgbClr val="9FEAFF"/>
      </a:dk2>
      <a:lt2>
        <a:srgbClr val="40B4E5"/>
      </a:lt2>
      <a:accent1>
        <a:srgbClr val="FFD173"/>
      </a:accent1>
      <a:accent2>
        <a:srgbClr val="74D8C2"/>
      </a:accent2>
      <a:accent3>
        <a:srgbClr val="59D098"/>
      </a:accent3>
      <a:accent4>
        <a:srgbClr val="439D8A"/>
      </a:accent4>
      <a:accent5>
        <a:srgbClr val="043A5B"/>
      </a:accent5>
      <a:accent6>
        <a:srgbClr val="043A5B"/>
      </a:accent6>
      <a:hlink>
        <a:srgbClr val="043A5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980</Words>
  <Application>Microsoft Office PowerPoint</Application>
  <PresentationFormat>Presentación en pantalla (16:9)</PresentationFormat>
  <Paragraphs>97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Oswald</vt:lpstr>
      <vt:lpstr>Open Sans</vt:lpstr>
      <vt:lpstr>Arial</vt:lpstr>
      <vt:lpstr>Montserrat Medium</vt:lpstr>
      <vt:lpstr>Environmental Consulting by Slidesgo</vt:lpstr>
      <vt:lpstr>Digitalización y Sostenibilidad</vt:lpstr>
      <vt:lpstr>Desarrollo sostenible en la Era Digital </vt:lpstr>
      <vt:lpstr>Impacto Ambiental</vt:lpstr>
      <vt:lpstr>TECNOLOGÍA SOSTENIBLE</vt:lpstr>
      <vt:lpstr>MODELOS ECONÓMICOS EN LA ERA DIGITAL</vt:lpstr>
      <vt:lpstr>Procesos reales basados en Economía Lineal</vt:lpstr>
      <vt:lpstr>Reducir</vt:lpstr>
      <vt:lpstr>Procesos reales basados en Economía Circular</vt:lpstr>
      <vt:lpstr>Presentación de PowerPoint</vt:lpstr>
      <vt:lpstr>Presentación de PowerPoint</vt:lpstr>
      <vt:lpstr>¡Muchas 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Raymond J. Escobar G.</dc:creator>
  <cp:lastModifiedBy>Pandora</cp:lastModifiedBy>
  <cp:revision>42</cp:revision>
  <dcterms:modified xsi:type="dcterms:W3CDTF">2024-09-29T16:34:38Z</dcterms:modified>
</cp:coreProperties>
</file>